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9" r:id="rId16"/>
    <p:sldId id="278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74E1E4-BCCB-4513-B880-AE4B72B1C775}" v="1" dt="2026-07-30T06:48:48.890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148F012C-E039-419C-A523-3EB066B9FD4E}"/>
    <pc:docChg chg="undo custSel addSld delSld modSld sldOrd">
      <pc:chgData name="Aswathy Mohan" userId="8ec7b060-ec9d-4a76-a81c-f80212d9386c" providerId="ADAL" clId="{148F012C-E039-419C-A523-3EB066B9FD4E}" dt="2026-07-30T06:48:52.134" v="2992" actId="1076"/>
      <pc:docMkLst>
        <pc:docMk/>
      </pc:docMkLst>
      <pc:sldChg chg="addSp delSp modSp mod">
        <pc:chgData name="Aswathy Mohan" userId="8ec7b060-ec9d-4a76-a81c-f80212d9386c" providerId="ADAL" clId="{148F012C-E039-419C-A523-3EB066B9FD4E}" dt="2026-07-30T06:48:52.134" v="2992" actId="1076"/>
        <pc:sldMkLst>
          <pc:docMk/>
          <pc:sldMk cId="2284121991" sldId="265"/>
        </pc:sldMkLst>
        <pc:graphicFrameChg chg="del">
          <ac:chgData name="Aswathy Mohan" userId="8ec7b060-ec9d-4a76-a81c-f80212d9386c" providerId="ADAL" clId="{148F012C-E039-419C-A523-3EB066B9FD4E}" dt="2026-07-30T06:48:48.170" v="2990" actId="478"/>
          <ac:graphicFrameMkLst>
            <pc:docMk/>
            <pc:sldMk cId="2284121991" sldId="265"/>
            <ac:graphicFrameMk id="4" creationId="{E421A133-E00E-3A99-F0A6-BCECD60E170C}"/>
          </ac:graphicFrameMkLst>
        </pc:graphicFrameChg>
        <pc:graphicFrameChg chg="add mod">
          <ac:chgData name="Aswathy Mohan" userId="8ec7b060-ec9d-4a76-a81c-f80212d9386c" providerId="ADAL" clId="{148F012C-E039-419C-A523-3EB066B9FD4E}" dt="2026-07-30T06:48:52.134" v="2992" actId="1076"/>
          <ac:graphicFrameMkLst>
            <pc:docMk/>
            <pc:sldMk cId="2284121991" sldId="265"/>
            <ac:graphicFrameMk id="6" creationId="{6ABF5840-77F3-AD07-C71A-5D7C4A788EC2}"/>
          </ac:graphicFrameMkLst>
        </pc:graphicFrameChg>
      </pc:sldChg>
      <pc:sldChg chg="addSp delSp modSp new mod modAnim">
        <pc:chgData name="Aswathy Mohan" userId="8ec7b060-ec9d-4a76-a81c-f80212d9386c" providerId="ADAL" clId="{148F012C-E039-419C-A523-3EB066B9FD4E}" dt="2026-07-24T08:32:33.557" v="2939"/>
        <pc:sldMkLst>
          <pc:docMk/>
          <pc:sldMk cId="3241563163" sldId="267"/>
        </pc:sldMkLst>
        <pc:spChg chg="add mod">
          <ac:chgData name="Aswathy Mohan" userId="8ec7b060-ec9d-4a76-a81c-f80212d9386c" providerId="ADAL" clId="{148F012C-E039-419C-A523-3EB066B9FD4E}" dt="2026-07-17T06:28:19.340" v="10" actId="207"/>
          <ac:spMkLst>
            <pc:docMk/>
            <pc:sldMk cId="3241563163" sldId="267"/>
            <ac:spMk id="5" creationId="{6DF5E8F6-BA55-8B87-1043-C5CABA0D7B66}"/>
          </ac:spMkLst>
        </pc:spChg>
        <pc:picChg chg="add mod">
          <ac:chgData name="Aswathy Mohan" userId="8ec7b060-ec9d-4a76-a81c-f80212d9386c" providerId="ADAL" clId="{148F012C-E039-419C-A523-3EB066B9FD4E}" dt="2026-07-17T06:33:49.767" v="62" actId="1035"/>
          <ac:picMkLst>
            <pc:docMk/>
            <pc:sldMk cId="3241563163" sldId="267"/>
            <ac:picMk id="13" creationId="{890B9034-603F-CA56-57A0-67A4F57D7168}"/>
          </ac:picMkLst>
        </pc:picChg>
        <pc:picChg chg="add mod">
          <ac:chgData name="Aswathy Mohan" userId="8ec7b060-ec9d-4a76-a81c-f80212d9386c" providerId="ADAL" clId="{148F012C-E039-419C-A523-3EB066B9FD4E}" dt="2026-07-17T06:33:42.798" v="59" actId="14100"/>
          <ac:picMkLst>
            <pc:docMk/>
            <pc:sldMk cId="3241563163" sldId="267"/>
            <ac:picMk id="15" creationId="{0C9EF3F9-9A14-9858-4707-80D781B9A39E}"/>
          </ac:picMkLst>
        </pc:picChg>
      </pc:sldChg>
      <pc:sldChg chg="addSp delSp modSp new mod modAnim">
        <pc:chgData name="Aswathy Mohan" userId="8ec7b060-ec9d-4a76-a81c-f80212d9386c" providerId="ADAL" clId="{148F012C-E039-419C-A523-3EB066B9FD4E}" dt="2026-07-24T08:32:46.509" v="2943"/>
        <pc:sldMkLst>
          <pc:docMk/>
          <pc:sldMk cId="3937304413" sldId="268"/>
        </pc:sldMkLst>
        <pc:spChg chg="add mod">
          <ac:chgData name="Aswathy Mohan" userId="8ec7b060-ec9d-4a76-a81c-f80212d9386c" providerId="ADAL" clId="{148F012C-E039-419C-A523-3EB066B9FD4E}" dt="2026-07-17T06:36:00.596" v="78" actId="113"/>
          <ac:spMkLst>
            <pc:docMk/>
            <pc:sldMk cId="3937304413" sldId="268"/>
            <ac:spMk id="7" creationId="{83599BDD-641E-60C7-5FA4-CEEF4A683FAB}"/>
          </ac:spMkLst>
        </pc:spChg>
        <pc:picChg chg="add mod">
          <ac:chgData name="Aswathy Mohan" userId="8ec7b060-ec9d-4a76-a81c-f80212d9386c" providerId="ADAL" clId="{148F012C-E039-419C-A523-3EB066B9FD4E}" dt="2026-07-24T03:21:24.462" v="1869" actId="1076"/>
          <ac:picMkLst>
            <pc:docMk/>
            <pc:sldMk cId="3937304413" sldId="268"/>
            <ac:picMk id="3" creationId="{6E184556-7959-5C0E-9A87-CDDE1CCCFF01}"/>
          </ac:picMkLst>
        </pc:picChg>
        <pc:picChg chg="add mod">
          <ac:chgData name="Aswathy Mohan" userId="8ec7b060-ec9d-4a76-a81c-f80212d9386c" providerId="ADAL" clId="{148F012C-E039-419C-A523-3EB066B9FD4E}" dt="2026-07-17T06:39:55.598" v="100" actId="1076"/>
          <ac:picMkLst>
            <pc:docMk/>
            <pc:sldMk cId="3937304413" sldId="268"/>
            <ac:picMk id="9" creationId="{9C8623EA-6174-47D8-2529-64330F20E4C6}"/>
          </ac:picMkLst>
        </pc:picChg>
        <pc:picChg chg="add mod">
          <ac:chgData name="Aswathy Mohan" userId="8ec7b060-ec9d-4a76-a81c-f80212d9386c" providerId="ADAL" clId="{148F012C-E039-419C-A523-3EB066B9FD4E}" dt="2026-07-17T06:39:46.135" v="97" actId="1076"/>
          <ac:picMkLst>
            <pc:docMk/>
            <pc:sldMk cId="3937304413" sldId="268"/>
            <ac:picMk id="11" creationId="{96F65852-4F3E-C7F6-BB2B-1B913DC1AF76}"/>
          </ac:picMkLst>
        </pc:picChg>
        <pc:picChg chg="add mod">
          <ac:chgData name="Aswathy Mohan" userId="8ec7b060-ec9d-4a76-a81c-f80212d9386c" providerId="ADAL" clId="{148F012C-E039-419C-A523-3EB066B9FD4E}" dt="2026-07-22T13:40:36.564" v="1633" actId="1035"/>
          <ac:picMkLst>
            <pc:docMk/>
            <pc:sldMk cId="3937304413" sldId="268"/>
            <ac:picMk id="13" creationId="{B30D740A-E38D-2937-07C3-7C13C5D677DC}"/>
          </ac:picMkLst>
        </pc:picChg>
      </pc:sldChg>
      <pc:sldChg chg="addSp delSp modSp new mod modAnim">
        <pc:chgData name="Aswathy Mohan" userId="8ec7b060-ec9d-4a76-a81c-f80212d9386c" providerId="ADAL" clId="{148F012C-E039-419C-A523-3EB066B9FD4E}" dt="2026-07-24T08:32:54.916" v="2945"/>
        <pc:sldMkLst>
          <pc:docMk/>
          <pc:sldMk cId="682835866" sldId="269"/>
        </pc:sldMkLst>
        <pc:spChg chg="add mod">
          <ac:chgData name="Aswathy Mohan" userId="8ec7b060-ec9d-4a76-a81c-f80212d9386c" providerId="ADAL" clId="{148F012C-E039-419C-A523-3EB066B9FD4E}" dt="2026-07-17T06:43:20.400" v="108" actId="122"/>
          <ac:spMkLst>
            <pc:docMk/>
            <pc:sldMk cId="682835866" sldId="269"/>
            <ac:spMk id="5" creationId="{7B816D08-0991-2CA1-14ED-F499B33590CA}"/>
          </ac:spMkLst>
        </pc:spChg>
        <pc:spChg chg="add mod">
          <ac:chgData name="Aswathy Mohan" userId="8ec7b060-ec9d-4a76-a81c-f80212d9386c" providerId="ADAL" clId="{148F012C-E039-419C-A523-3EB066B9FD4E}" dt="2026-07-17T06:44:24.119" v="123" actId="5793"/>
          <ac:spMkLst>
            <pc:docMk/>
            <pc:sldMk cId="682835866" sldId="269"/>
            <ac:spMk id="7" creationId="{788499A5-88D4-6C80-9325-8F3CCCDFFD57}"/>
          </ac:spMkLst>
        </pc:spChg>
        <pc:picChg chg="add mod">
          <ac:chgData name="Aswathy Mohan" userId="8ec7b060-ec9d-4a76-a81c-f80212d9386c" providerId="ADAL" clId="{148F012C-E039-419C-A523-3EB066B9FD4E}" dt="2026-07-17T06:46:36.885" v="150" actId="14100"/>
          <ac:picMkLst>
            <pc:docMk/>
            <pc:sldMk cId="682835866" sldId="269"/>
            <ac:picMk id="13" creationId="{AB9F8A83-7258-AFB9-4786-B4DC1611D20B}"/>
          </ac:picMkLst>
        </pc:picChg>
        <pc:picChg chg="add mod">
          <ac:chgData name="Aswathy Mohan" userId="8ec7b060-ec9d-4a76-a81c-f80212d9386c" providerId="ADAL" clId="{148F012C-E039-419C-A523-3EB066B9FD4E}" dt="2026-07-17T06:46:44.521" v="155" actId="1037"/>
          <ac:picMkLst>
            <pc:docMk/>
            <pc:sldMk cId="682835866" sldId="269"/>
            <ac:picMk id="15" creationId="{51D8A3FA-A84A-91E5-E55E-EDDF2DDC8746}"/>
          </ac:picMkLst>
        </pc:picChg>
      </pc:sldChg>
      <pc:sldChg chg="addSp delSp modSp new mod modAnim">
        <pc:chgData name="Aswathy Mohan" userId="8ec7b060-ec9d-4a76-a81c-f80212d9386c" providerId="ADAL" clId="{148F012C-E039-419C-A523-3EB066B9FD4E}" dt="2026-07-24T08:33:15.196" v="2950"/>
        <pc:sldMkLst>
          <pc:docMk/>
          <pc:sldMk cId="1548368087" sldId="270"/>
        </pc:sldMkLst>
        <pc:spChg chg="add mod">
          <ac:chgData name="Aswathy Mohan" userId="8ec7b060-ec9d-4a76-a81c-f80212d9386c" providerId="ADAL" clId="{148F012C-E039-419C-A523-3EB066B9FD4E}" dt="2026-07-17T07:09:43.173" v="162" actId="207"/>
          <ac:spMkLst>
            <pc:docMk/>
            <pc:sldMk cId="1548368087" sldId="270"/>
            <ac:spMk id="5" creationId="{07D0E03D-2F84-FEE7-1261-D4F70CAF9C40}"/>
          </ac:spMkLst>
        </pc:spChg>
        <pc:spChg chg="add del mod">
          <ac:chgData name="Aswathy Mohan" userId="8ec7b060-ec9d-4a76-a81c-f80212d9386c" providerId="ADAL" clId="{148F012C-E039-419C-A523-3EB066B9FD4E}" dt="2026-07-24T03:23:12.156" v="1893" actId="1035"/>
          <ac:spMkLst>
            <pc:docMk/>
            <pc:sldMk cId="1548368087" sldId="270"/>
            <ac:spMk id="7" creationId="{5AAA2CBC-0225-8A7D-E3B1-F641B8580747}"/>
          </ac:spMkLst>
        </pc:spChg>
        <pc:picChg chg="add mod">
          <ac:chgData name="Aswathy Mohan" userId="8ec7b060-ec9d-4a76-a81c-f80212d9386c" providerId="ADAL" clId="{148F012C-E039-419C-A523-3EB066B9FD4E}" dt="2026-07-24T03:23:19.208" v="1894" actId="1076"/>
          <ac:picMkLst>
            <pc:docMk/>
            <pc:sldMk cId="1548368087" sldId="270"/>
            <ac:picMk id="3" creationId="{137B6277-AF37-8745-691B-471DFE8FD6F0}"/>
          </ac:picMkLst>
        </pc:picChg>
        <pc:picChg chg="add del mod">
          <ac:chgData name="Aswathy Mohan" userId="8ec7b060-ec9d-4a76-a81c-f80212d9386c" providerId="ADAL" clId="{148F012C-E039-419C-A523-3EB066B9FD4E}" dt="2026-07-24T03:23:07.612" v="1881" actId="1076"/>
          <ac:picMkLst>
            <pc:docMk/>
            <pc:sldMk cId="1548368087" sldId="270"/>
            <ac:picMk id="9" creationId="{FCAF60B7-1517-0337-3F98-0843192FFAE7}"/>
          </ac:picMkLst>
        </pc:picChg>
        <pc:picChg chg="add del mod">
          <ac:chgData name="Aswathy Mohan" userId="8ec7b060-ec9d-4a76-a81c-f80212d9386c" providerId="ADAL" clId="{148F012C-E039-419C-A523-3EB066B9FD4E}" dt="2026-07-24T03:23:23.877" v="1896" actId="1076"/>
          <ac:picMkLst>
            <pc:docMk/>
            <pc:sldMk cId="1548368087" sldId="270"/>
            <ac:picMk id="11" creationId="{B9B7C647-8FC0-5E23-09E7-B53414DA6D9C}"/>
          </ac:picMkLst>
        </pc:picChg>
        <pc:picChg chg="add del mod">
          <ac:chgData name="Aswathy Mohan" userId="8ec7b060-ec9d-4a76-a81c-f80212d9386c" providerId="ADAL" clId="{148F012C-E039-419C-A523-3EB066B9FD4E}" dt="2026-07-24T03:23:29.657" v="1897" actId="1076"/>
          <ac:picMkLst>
            <pc:docMk/>
            <pc:sldMk cId="1548368087" sldId="270"/>
            <ac:picMk id="13" creationId="{7744CE5E-A513-0E3D-03FA-19C472C98BF8}"/>
          </ac:picMkLst>
        </pc:picChg>
        <pc:picChg chg="add del mod">
          <ac:chgData name="Aswathy Mohan" userId="8ec7b060-ec9d-4a76-a81c-f80212d9386c" providerId="ADAL" clId="{148F012C-E039-419C-A523-3EB066B9FD4E}" dt="2026-07-24T03:23:34.713" v="1898" actId="1076"/>
          <ac:picMkLst>
            <pc:docMk/>
            <pc:sldMk cId="1548368087" sldId="270"/>
            <ac:picMk id="15" creationId="{788C4AE7-64B6-035A-6B32-D53CE82B5901}"/>
          </ac:picMkLst>
        </pc:picChg>
      </pc:sldChg>
      <pc:sldChg chg="addSp modSp new mod modAnim">
        <pc:chgData name="Aswathy Mohan" userId="8ec7b060-ec9d-4a76-a81c-f80212d9386c" providerId="ADAL" clId="{148F012C-E039-419C-A523-3EB066B9FD4E}" dt="2026-07-24T08:33:23.683" v="2953"/>
        <pc:sldMkLst>
          <pc:docMk/>
          <pc:sldMk cId="857694151" sldId="271"/>
        </pc:sldMkLst>
        <pc:spChg chg="add mod">
          <ac:chgData name="Aswathy Mohan" userId="8ec7b060-ec9d-4a76-a81c-f80212d9386c" providerId="ADAL" clId="{148F012C-E039-419C-A523-3EB066B9FD4E}" dt="2026-07-17T07:16:17.970" v="196" actId="207"/>
          <ac:spMkLst>
            <pc:docMk/>
            <pc:sldMk cId="857694151" sldId="271"/>
            <ac:spMk id="3" creationId="{9ABFE0A8-0321-1245-D10D-45088FDCC4D9}"/>
          </ac:spMkLst>
        </pc:spChg>
        <pc:spChg chg="add mod">
          <ac:chgData name="Aswathy Mohan" userId="8ec7b060-ec9d-4a76-a81c-f80212d9386c" providerId="ADAL" clId="{148F012C-E039-419C-A523-3EB066B9FD4E}" dt="2026-07-24T03:25:24.614" v="1902" actId="1076"/>
          <ac:spMkLst>
            <pc:docMk/>
            <pc:sldMk cId="857694151" sldId="271"/>
            <ac:spMk id="5" creationId="{24926C8E-D6DE-42AC-CD76-8A71659B1716}"/>
          </ac:spMkLst>
        </pc:spChg>
        <pc:picChg chg="add mod">
          <ac:chgData name="Aswathy Mohan" userId="8ec7b060-ec9d-4a76-a81c-f80212d9386c" providerId="ADAL" clId="{148F012C-E039-419C-A523-3EB066B9FD4E}" dt="2026-07-24T03:25:52.904" v="1911" actId="1076"/>
          <ac:picMkLst>
            <pc:docMk/>
            <pc:sldMk cId="857694151" sldId="271"/>
            <ac:picMk id="4" creationId="{E008BB09-C8E2-45BA-AF0F-F1FC8F115436}"/>
          </ac:picMkLst>
        </pc:picChg>
        <pc:picChg chg="add mod">
          <ac:chgData name="Aswathy Mohan" userId="8ec7b060-ec9d-4a76-a81c-f80212d9386c" providerId="ADAL" clId="{148F012C-E039-419C-A523-3EB066B9FD4E}" dt="2026-07-24T03:25:31.602" v="1905" actId="1076"/>
          <ac:picMkLst>
            <pc:docMk/>
            <pc:sldMk cId="857694151" sldId="271"/>
            <ac:picMk id="7" creationId="{EFD5AB43-95B1-E5FC-90E4-ABB30083B7ED}"/>
          </ac:picMkLst>
        </pc:picChg>
        <pc:picChg chg="add mod">
          <ac:chgData name="Aswathy Mohan" userId="8ec7b060-ec9d-4a76-a81c-f80212d9386c" providerId="ADAL" clId="{148F012C-E039-419C-A523-3EB066B9FD4E}" dt="2026-07-24T03:25:34.814" v="1907" actId="1076"/>
          <ac:picMkLst>
            <pc:docMk/>
            <pc:sldMk cId="857694151" sldId="271"/>
            <ac:picMk id="9" creationId="{14AF654B-4A06-0218-DD54-C4E4FFF7B8E2}"/>
          </ac:picMkLst>
        </pc:picChg>
      </pc:sldChg>
      <pc:sldChg chg="addSp modSp new mod modAnim">
        <pc:chgData name="Aswathy Mohan" userId="8ec7b060-ec9d-4a76-a81c-f80212d9386c" providerId="ADAL" clId="{148F012C-E039-419C-A523-3EB066B9FD4E}" dt="2026-07-24T08:33:26.273" v="2954"/>
        <pc:sldMkLst>
          <pc:docMk/>
          <pc:sldMk cId="918431844" sldId="272"/>
        </pc:sldMkLst>
        <pc:spChg chg="add mod">
          <ac:chgData name="Aswathy Mohan" userId="8ec7b060-ec9d-4a76-a81c-f80212d9386c" providerId="ADAL" clId="{148F012C-E039-419C-A523-3EB066B9FD4E}" dt="2026-07-17T08:21:55.138" v="235" actId="207"/>
          <ac:spMkLst>
            <pc:docMk/>
            <pc:sldMk cId="918431844" sldId="272"/>
            <ac:spMk id="3" creationId="{2796197E-FBCE-0728-077E-F4D40D03A282}"/>
          </ac:spMkLst>
        </pc:spChg>
        <pc:spChg chg="add mod">
          <ac:chgData name="Aswathy Mohan" userId="8ec7b060-ec9d-4a76-a81c-f80212d9386c" providerId="ADAL" clId="{148F012C-E039-419C-A523-3EB066B9FD4E}" dt="2026-07-17T08:23:24.038" v="249" actId="207"/>
          <ac:spMkLst>
            <pc:docMk/>
            <pc:sldMk cId="918431844" sldId="272"/>
            <ac:spMk id="5" creationId="{8789BAB1-0441-4EDC-F1E1-33ADE9B30F57}"/>
          </ac:spMkLst>
        </pc:spChg>
        <pc:picChg chg="add mod">
          <ac:chgData name="Aswathy Mohan" userId="8ec7b060-ec9d-4a76-a81c-f80212d9386c" providerId="ADAL" clId="{148F012C-E039-419C-A523-3EB066B9FD4E}" dt="2026-07-22T13:24:16.766" v="1174" actId="1035"/>
          <ac:picMkLst>
            <pc:docMk/>
            <pc:sldMk cId="918431844" sldId="272"/>
            <ac:picMk id="7" creationId="{874ECBFC-BC0D-BF40-156F-DAAA707A4F65}"/>
          </ac:picMkLst>
        </pc:picChg>
      </pc:sldChg>
      <pc:sldChg chg="addSp delSp modSp add mod modAnim">
        <pc:chgData name="Aswathy Mohan" userId="8ec7b060-ec9d-4a76-a81c-f80212d9386c" providerId="ADAL" clId="{148F012C-E039-419C-A523-3EB066B9FD4E}" dt="2026-07-24T08:33:41.144" v="2958"/>
        <pc:sldMkLst>
          <pc:docMk/>
          <pc:sldMk cId="870287285" sldId="273"/>
        </pc:sldMkLst>
        <pc:spChg chg="mod">
          <ac:chgData name="Aswathy Mohan" userId="8ec7b060-ec9d-4a76-a81c-f80212d9386c" providerId="ADAL" clId="{148F012C-E039-419C-A523-3EB066B9FD4E}" dt="2026-07-22T03:21:51.771" v="287" actId="20577"/>
          <ac:spMkLst>
            <pc:docMk/>
            <pc:sldMk cId="870287285" sldId="273"/>
            <ac:spMk id="3" creationId="{84F30BAE-E454-972E-1ACD-3F5A94CC5407}"/>
          </ac:spMkLst>
        </pc:spChg>
        <pc:spChg chg="mod">
          <ac:chgData name="Aswathy Mohan" userId="8ec7b060-ec9d-4a76-a81c-f80212d9386c" providerId="ADAL" clId="{148F012C-E039-419C-A523-3EB066B9FD4E}" dt="2026-07-24T03:26:49.386" v="1916" actId="1076"/>
          <ac:spMkLst>
            <pc:docMk/>
            <pc:sldMk cId="870287285" sldId="273"/>
            <ac:spMk id="5" creationId="{4E1FE8C1-7177-18FE-0C44-17A3DFD922AB}"/>
          </ac:spMkLst>
        </pc:spChg>
        <pc:picChg chg="add mod">
          <ac:chgData name="Aswathy Mohan" userId="8ec7b060-ec9d-4a76-a81c-f80212d9386c" providerId="ADAL" clId="{148F012C-E039-419C-A523-3EB066B9FD4E}" dt="2026-07-22T03:24:28.595" v="319" actId="1076"/>
          <ac:picMkLst>
            <pc:docMk/>
            <pc:sldMk cId="870287285" sldId="273"/>
            <ac:picMk id="4" creationId="{4D37744D-0B79-2FDB-99E1-4A59E7663471}"/>
          </ac:picMkLst>
        </pc:picChg>
        <pc:picChg chg="add mod">
          <ac:chgData name="Aswathy Mohan" userId="8ec7b060-ec9d-4a76-a81c-f80212d9386c" providerId="ADAL" clId="{148F012C-E039-419C-A523-3EB066B9FD4E}" dt="2026-07-24T03:26:53.938" v="1918" actId="1076"/>
          <ac:picMkLst>
            <pc:docMk/>
            <pc:sldMk cId="870287285" sldId="273"/>
            <ac:picMk id="6" creationId="{381FC43C-EB24-B854-6A41-FF82D71AF1C4}"/>
          </ac:picMkLst>
        </pc:picChg>
        <pc:picChg chg="add mod">
          <ac:chgData name="Aswathy Mohan" userId="8ec7b060-ec9d-4a76-a81c-f80212d9386c" providerId="ADAL" clId="{148F012C-E039-419C-A523-3EB066B9FD4E}" dt="2026-07-24T03:26:50.798" v="1917" actId="1076"/>
          <ac:picMkLst>
            <pc:docMk/>
            <pc:sldMk cId="870287285" sldId="273"/>
            <ac:picMk id="8" creationId="{A3BF9CC5-49A1-0C78-53C0-472F0AC703AF}"/>
          </ac:picMkLst>
        </pc:picChg>
      </pc:sldChg>
      <pc:sldChg chg="addSp modSp new mod modAnim">
        <pc:chgData name="Aswathy Mohan" userId="8ec7b060-ec9d-4a76-a81c-f80212d9386c" providerId="ADAL" clId="{148F012C-E039-419C-A523-3EB066B9FD4E}" dt="2026-07-24T08:33:44.411" v="2959"/>
        <pc:sldMkLst>
          <pc:docMk/>
          <pc:sldMk cId="3338968888" sldId="274"/>
        </pc:sldMkLst>
        <pc:spChg chg="add mod">
          <ac:chgData name="Aswathy Mohan" userId="8ec7b060-ec9d-4a76-a81c-f80212d9386c" providerId="ADAL" clId="{148F012C-E039-419C-A523-3EB066B9FD4E}" dt="2026-07-22T03:30:00.830" v="336" actId="20577"/>
          <ac:spMkLst>
            <pc:docMk/>
            <pc:sldMk cId="3338968888" sldId="274"/>
            <ac:spMk id="5" creationId="{280185BB-BDC8-DC08-37B0-A980490B7143}"/>
          </ac:spMkLst>
        </pc:spChg>
        <pc:picChg chg="add mod">
          <ac:chgData name="Aswathy Mohan" userId="8ec7b060-ec9d-4a76-a81c-f80212d9386c" providerId="ADAL" clId="{148F012C-E039-419C-A523-3EB066B9FD4E}" dt="2026-07-22T03:29:34.341" v="327" actId="1076"/>
          <ac:picMkLst>
            <pc:docMk/>
            <pc:sldMk cId="3338968888" sldId="274"/>
            <ac:picMk id="3" creationId="{9E99C37A-F32A-D013-DA99-29C4FBD83008}"/>
          </ac:picMkLst>
        </pc:picChg>
      </pc:sldChg>
      <pc:sldChg chg="addSp delSp modSp new mod ord modAnim">
        <pc:chgData name="Aswathy Mohan" userId="8ec7b060-ec9d-4a76-a81c-f80212d9386c" providerId="ADAL" clId="{148F012C-E039-419C-A523-3EB066B9FD4E}" dt="2026-07-24T08:33:51.789" v="2961"/>
        <pc:sldMkLst>
          <pc:docMk/>
          <pc:sldMk cId="3310069261" sldId="275"/>
        </pc:sldMkLst>
        <pc:spChg chg="add mod">
          <ac:chgData name="Aswathy Mohan" userId="8ec7b060-ec9d-4a76-a81c-f80212d9386c" providerId="ADAL" clId="{148F012C-E039-419C-A523-3EB066B9FD4E}" dt="2026-07-22T13:26:13.860" v="1284" actId="313"/>
          <ac:spMkLst>
            <pc:docMk/>
            <pc:sldMk cId="3310069261" sldId="275"/>
            <ac:spMk id="5" creationId="{41AB6BDF-D29B-3DCF-6F52-AE5B24831E99}"/>
          </ac:spMkLst>
        </pc:spChg>
        <pc:spChg chg="add mod">
          <ac:chgData name="Aswathy Mohan" userId="8ec7b060-ec9d-4a76-a81c-f80212d9386c" providerId="ADAL" clId="{148F012C-E039-419C-A523-3EB066B9FD4E}" dt="2026-07-22T13:29:52.578" v="1389" actId="255"/>
          <ac:spMkLst>
            <pc:docMk/>
            <pc:sldMk cId="3310069261" sldId="275"/>
            <ac:spMk id="7" creationId="{22964F04-5A20-2C80-E5E9-D0666C2AE48A}"/>
          </ac:spMkLst>
        </pc:spChg>
        <pc:spChg chg="add mod">
          <ac:chgData name="Aswathy Mohan" userId="8ec7b060-ec9d-4a76-a81c-f80212d9386c" providerId="ADAL" clId="{148F012C-E039-419C-A523-3EB066B9FD4E}" dt="2026-07-22T13:51:23.847" v="1842" actId="1038"/>
          <ac:spMkLst>
            <pc:docMk/>
            <pc:sldMk cId="3310069261" sldId="275"/>
            <ac:spMk id="11" creationId="{4779CBBD-9A92-B207-CEB4-8913135977FA}"/>
          </ac:spMkLst>
        </pc:spChg>
        <pc:picChg chg="add mod">
          <ac:chgData name="Aswathy Mohan" userId="8ec7b060-ec9d-4a76-a81c-f80212d9386c" providerId="ADAL" clId="{148F012C-E039-419C-A523-3EB066B9FD4E}" dt="2026-07-22T13:51:30.192" v="1852" actId="1035"/>
          <ac:picMkLst>
            <pc:docMk/>
            <pc:sldMk cId="3310069261" sldId="275"/>
            <ac:picMk id="3" creationId="{FE7BD6C0-96FF-1E31-D376-E428B353C3E7}"/>
          </ac:picMkLst>
        </pc:picChg>
      </pc:sldChg>
      <pc:sldChg chg="addSp delSp modSp new mod modAnim">
        <pc:chgData name="Aswathy Mohan" userId="8ec7b060-ec9d-4a76-a81c-f80212d9386c" providerId="ADAL" clId="{148F012C-E039-419C-A523-3EB066B9FD4E}" dt="2026-07-24T08:34:34.939" v="2969"/>
        <pc:sldMkLst>
          <pc:docMk/>
          <pc:sldMk cId="742470806" sldId="276"/>
        </pc:sldMkLst>
        <pc:spChg chg="add mod">
          <ac:chgData name="Aswathy Mohan" userId="8ec7b060-ec9d-4a76-a81c-f80212d9386c" providerId="ADAL" clId="{148F012C-E039-419C-A523-3EB066B9FD4E}" dt="2026-07-22T09:15:31.541" v="926" actId="20577"/>
          <ac:spMkLst>
            <pc:docMk/>
            <pc:sldMk cId="742470806" sldId="276"/>
            <ac:spMk id="3" creationId="{1290D23D-2A73-3A70-1217-84A3BF28EEA3}"/>
          </ac:spMkLst>
        </pc:spChg>
        <pc:spChg chg="add mod">
          <ac:chgData name="Aswathy Mohan" userId="8ec7b060-ec9d-4a76-a81c-f80212d9386c" providerId="ADAL" clId="{148F012C-E039-419C-A523-3EB066B9FD4E}" dt="2026-07-22T13:39:20.055" v="1608" actId="1076"/>
          <ac:spMkLst>
            <pc:docMk/>
            <pc:sldMk cId="742470806" sldId="276"/>
            <ac:spMk id="4" creationId="{D2477CDE-5B60-D716-1AD8-7613532A07E8}"/>
          </ac:spMkLst>
        </pc:spChg>
        <pc:spChg chg="add mod">
          <ac:chgData name="Aswathy Mohan" userId="8ec7b060-ec9d-4a76-a81c-f80212d9386c" providerId="ADAL" clId="{148F012C-E039-419C-A523-3EB066B9FD4E}" dt="2026-07-22T13:38:09.120" v="1596" actId="1035"/>
          <ac:spMkLst>
            <pc:docMk/>
            <pc:sldMk cId="742470806" sldId="276"/>
            <ac:spMk id="7" creationId="{9451CDF6-2D4E-5D7B-10A1-DD81FD1FEE85}"/>
          </ac:spMkLst>
        </pc:spChg>
        <pc:picChg chg="add mod">
          <ac:chgData name="Aswathy Mohan" userId="8ec7b060-ec9d-4a76-a81c-f80212d9386c" providerId="ADAL" clId="{148F012C-E039-419C-A523-3EB066B9FD4E}" dt="2026-07-22T13:28:37.524" v="1310" actId="1037"/>
          <ac:picMkLst>
            <pc:docMk/>
            <pc:sldMk cId="742470806" sldId="276"/>
            <ac:picMk id="5" creationId="{E20BCB6B-4C93-FFA0-4D5F-9AFD444DF8D1}"/>
          </ac:picMkLst>
        </pc:picChg>
      </pc:sldChg>
      <pc:sldChg chg="addSp modSp new mod modAnim">
        <pc:chgData name="Aswathy Mohan" userId="8ec7b060-ec9d-4a76-a81c-f80212d9386c" providerId="ADAL" clId="{148F012C-E039-419C-A523-3EB066B9FD4E}" dt="2026-07-24T08:34:52.057" v="2973"/>
        <pc:sldMkLst>
          <pc:docMk/>
          <pc:sldMk cId="1607435878" sldId="277"/>
        </pc:sldMkLst>
        <pc:spChg chg="add mod">
          <ac:chgData name="Aswathy Mohan" userId="8ec7b060-ec9d-4a76-a81c-f80212d9386c" providerId="ADAL" clId="{148F012C-E039-419C-A523-3EB066B9FD4E}" dt="2026-07-22T13:21:43.424" v="1041" actId="1035"/>
          <ac:spMkLst>
            <pc:docMk/>
            <pc:sldMk cId="1607435878" sldId="277"/>
            <ac:spMk id="5" creationId="{A92D6C8A-C86E-1059-19DF-3FEF22991132}"/>
          </ac:spMkLst>
        </pc:spChg>
        <pc:spChg chg="add mod">
          <ac:chgData name="Aswathy Mohan" userId="8ec7b060-ec9d-4a76-a81c-f80212d9386c" providerId="ADAL" clId="{148F012C-E039-419C-A523-3EB066B9FD4E}" dt="2026-07-22T09:18:24.389" v="987" actId="20577"/>
          <ac:spMkLst>
            <pc:docMk/>
            <pc:sldMk cId="1607435878" sldId="277"/>
            <ac:spMk id="7" creationId="{0969593B-70D8-1A4C-7452-1720F89EEC40}"/>
          </ac:spMkLst>
        </pc:spChg>
        <pc:spChg chg="add mod">
          <ac:chgData name="Aswathy Mohan" userId="8ec7b060-ec9d-4a76-a81c-f80212d9386c" providerId="ADAL" clId="{148F012C-E039-419C-A523-3EB066B9FD4E}" dt="2026-07-22T13:23:32.296" v="1156" actId="1076"/>
          <ac:spMkLst>
            <pc:docMk/>
            <pc:sldMk cId="1607435878" sldId="277"/>
            <ac:spMk id="10" creationId="{8D6479A8-ED5A-09B5-8A7A-DAC27D154A6C}"/>
          </ac:spMkLst>
        </pc:spChg>
        <pc:picChg chg="add mod">
          <ac:chgData name="Aswathy Mohan" userId="8ec7b060-ec9d-4a76-a81c-f80212d9386c" providerId="ADAL" clId="{148F012C-E039-419C-A523-3EB066B9FD4E}" dt="2026-07-22T13:22:30.789" v="1112" actId="1076"/>
          <ac:picMkLst>
            <pc:docMk/>
            <pc:sldMk cId="1607435878" sldId="277"/>
            <ac:picMk id="3" creationId="{A668B545-EDDF-68C7-39CF-47A602F607C5}"/>
          </ac:picMkLst>
        </pc:picChg>
        <pc:picChg chg="add mod">
          <ac:chgData name="Aswathy Mohan" userId="8ec7b060-ec9d-4a76-a81c-f80212d9386c" providerId="ADAL" clId="{148F012C-E039-419C-A523-3EB066B9FD4E}" dt="2026-07-22T13:23:55.364" v="1172" actId="14100"/>
          <ac:picMkLst>
            <pc:docMk/>
            <pc:sldMk cId="1607435878" sldId="277"/>
            <ac:picMk id="4" creationId="{B122E82F-3498-8B4E-E980-8D974AF0B596}"/>
          </ac:picMkLst>
        </pc:picChg>
        <pc:picChg chg="add mod">
          <ac:chgData name="Aswathy Mohan" userId="8ec7b060-ec9d-4a76-a81c-f80212d9386c" providerId="ADAL" clId="{148F012C-E039-419C-A523-3EB066B9FD4E}" dt="2026-07-22T13:23:07.462" v="1153" actId="208"/>
          <ac:picMkLst>
            <pc:docMk/>
            <pc:sldMk cId="1607435878" sldId="277"/>
            <ac:picMk id="8" creationId="{86710A76-B34F-D2A7-B7C1-6D71E3EDC490}"/>
          </ac:picMkLst>
        </pc:picChg>
      </pc:sldChg>
      <pc:sldChg chg="addSp modSp new mod ord modAnim">
        <pc:chgData name="Aswathy Mohan" userId="8ec7b060-ec9d-4a76-a81c-f80212d9386c" providerId="ADAL" clId="{148F012C-E039-419C-A523-3EB066B9FD4E}" dt="2026-07-24T08:34:25.524" v="2967"/>
        <pc:sldMkLst>
          <pc:docMk/>
          <pc:sldMk cId="1550103602" sldId="278"/>
        </pc:sldMkLst>
        <pc:spChg chg="add mod">
          <ac:chgData name="Aswathy Mohan" userId="8ec7b060-ec9d-4a76-a81c-f80212d9386c" providerId="ADAL" clId="{148F012C-E039-419C-A523-3EB066B9FD4E}" dt="2026-07-22T13:43:46.706" v="1713" actId="1035"/>
          <ac:spMkLst>
            <pc:docMk/>
            <pc:sldMk cId="1550103602" sldId="278"/>
            <ac:spMk id="5" creationId="{9350D3C3-FB1F-3B54-18C3-3C6493CB13D0}"/>
          </ac:spMkLst>
        </pc:spChg>
        <pc:spChg chg="add mod">
          <ac:chgData name="Aswathy Mohan" userId="8ec7b060-ec9d-4a76-a81c-f80212d9386c" providerId="ADAL" clId="{148F012C-E039-419C-A523-3EB066B9FD4E}" dt="2026-07-22T13:41:34.479" v="1667" actId="20577"/>
          <ac:spMkLst>
            <pc:docMk/>
            <pc:sldMk cId="1550103602" sldId="278"/>
            <ac:spMk id="9" creationId="{E6B5F32F-2F3F-4027-1BC7-CC25E539F358}"/>
          </ac:spMkLst>
        </pc:spChg>
        <pc:spChg chg="add mod">
          <ac:chgData name="Aswathy Mohan" userId="8ec7b060-ec9d-4a76-a81c-f80212d9386c" providerId="ADAL" clId="{148F012C-E039-419C-A523-3EB066B9FD4E}" dt="2026-07-22T13:44:23.013" v="1717" actId="20577"/>
          <ac:spMkLst>
            <pc:docMk/>
            <pc:sldMk cId="1550103602" sldId="278"/>
            <ac:spMk id="11" creationId="{8FDF1FA1-D5B3-D4A4-E104-02A54EEE0C83}"/>
          </ac:spMkLst>
        </pc:spChg>
        <pc:picChg chg="add mod">
          <ac:chgData name="Aswathy Mohan" userId="8ec7b060-ec9d-4a76-a81c-f80212d9386c" providerId="ADAL" clId="{148F012C-E039-419C-A523-3EB066B9FD4E}" dt="2026-07-22T13:43:41.872" v="1711" actId="1035"/>
          <ac:picMkLst>
            <pc:docMk/>
            <pc:sldMk cId="1550103602" sldId="278"/>
            <ac:picMk id="3" creationId="{7235205F-62FF-C2B8-E437-8F3CF80CE700}"/>
          </ac:picMkLst>
        </pc:picChg>
        <pc:picChg chg="add mod">
          <ac:chgData name="Aswathy Mohan" userId="8ec7b060-ec9d-4a76-a81c-f80212d9386c" providerId="ADAL" clId="{148F012C-E039-419C-A523-3EB066B9FD4E}" dt="2026-07-22T13:43:29.727" v="1701" actId="1038"/>
          <ac:picMkLst>
            <pc:docMk/>
            <pc:sldMk cId="1550103602" sldId="278"/>
            <ac:picMk id="7" creationId="{B1817689-EC3E-681C-F66F-BFCC54F64863}"/>
          </ac:picMkLst>
        </pc:picChg>
      </pc:sldChg>
      <pc:sldChg chg="addSp modSp new mod ord modAnim">
        <pc:chgData name="Aswathy Mohan" userId="8ec7b060-ec9d-4a76-a81c-f80212d9386c" providerId="ADAL" clId="{148F012C-E039-419C-A523-3EB066B9FD4E}" dt="2026-07-24T08:34:10.505" v="2964"/>
        <pc:sldMkLst>
          <pc:docMk/>
          <pc:sldMk cId="1102357897" sldId="279"/>
        </pc:sldMkLst>
        <pc:spChg chg="add mod">
          <ac:chgData name="Aswathy Mohan" userId="8ec7b060-ec9d-4a76-a81c-f80212d9386c" providerId="ADAL" clId="{148F012C-E039-419C-A523-3EB066B9FD4E}" dt="2026-07-22T13:51:56.686" v="1855" actId="12"/>
          <ac:spMkLst>
            <pc:docMk/>
            <pc:sldMk cId="1102357897" sldId="279"/>
            <ac:spMk id="3" creationId="{137DEA22-9DAE-64F0-9371-F8EAB91935B7}"/>
          </ac:spMkLst>
        </pc:spChg>
        <pc:spChg chg="add">
          <ac:chgData name="Aswathy Mohan" userId="8ec7b060-ec9d-4a76-a81c-f80212d9386c" providerId="ADAL" clId="{148F012C-E039-419C-A523-3EB066B9FD4E}" dt="2026-07-22T13:50:01.999" v="1793" actId="22"/>
          <ac:spMkLst>
            <pc:docMk/>
            <pc:sldMk cId="1102357897" sldId="279"/>
            <ac:spMk id="5" creationId="{247982A4-10E9-8BB1-8E4D-BC2ACBAB6948}"/>
          </ac:spMkLst>
        </pc:spChg>
        <pc:spChg chg="add mod">
          <ac:chgData name="Aswathy Mohan" userId="8ec7b060-ec9d-4a76-a81c-f80212d9386c" providerId="ADAL" clId="{148F012C-E039-419C-A523-3EB066B9FD4E}" dt="2026-07-22T13:52:45.664" v="1867" actId="20577"/>
          <ac:spMkLst>
            <pc:docMk/>
            <pc:sldMk cId="1102357897" sldId="279"/>
            <ac:spMk id="11" creationId="{3759B91F-D18A-8570-2210-BA31A223DA6F}"/>
          </ac:spMkLst>
        </pc:spChg>
        <pc:picChg chg="add mod">
          <ac:chgData name="Aswathy Mohan" userId="8ec7b060-ec9d-4a76-a81c-f80212d9386c" providerId="ADAL" clId="{148F012C-E039-419C-A523-3EB066B9FD4E}" dt="2026-07-22T13:52:05.037" v="1857" actId="14100"/>
          <ac:picMkLst>
            <pc:docMk/>
            <pc:sldMk cId="1102357897" sldId="279"/>
            <ac:picMk id="7" creationId="{1ADE5BF6-FACF-BCE9-2C95-DD2FE74773BD}"/>
          </ac:picMkLst>
        </pc:picChg>
        <pc:picChg chg="add mod">
          <ac:chgData name="Aswathy Mohan" userId="8ec7b060-ec9d-4a76-a81c-f80212d9386c" providerId="ADAL" clId="{148F012C-E039-419C-A523-3EB066B9FD4E}" dt="2026-07-22T13:52:12.162" v="1859" actId="14100"/>
          <ac:picMkLst>
            <pc:docMk/>
            <pc:sldMk cId="1102357897" sldId="279"/>
            <ac:picMk id="9" creationId="{E1ACD3C2-DE5D-AB94-60F6-34E63EC496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A8C1-BA56-7B6B-FA3F-6C010041B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DB175-3634-5F0A-F728-A5C7B1EE2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6FF50-75E3-C944-4556-25954B6B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EE837-5AA6-0F65-3D91-D8FCE0C5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C7EDE-ACD2-9236-A4FE-3410E423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17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AC08-EEC5-DB66-D713-0877F9F7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C5F3-6036-A9BF-1535-C7CEA33AA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49194-70FA-A0EE-401C-705CC494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96771-9206-F0A1-ECE7-A1932D5F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479ED-BA03-A740-88E2-41FAC48F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25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90DB-B8A2-C77F-D8D1-B256ACC3B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6207C-ADF8-BA51-7AF8-1799FE4CA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98585-C7BA-92A8-A45E-992D028C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3D62C-DF05-932C-3CC1-81A6EB16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4D3B9-EA22-5486-2EAB-07D0F7A24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77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D726D-5A2E-04A1-8793-0B9DBC81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35E40-E920-83DE-2CAA-140734700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98EDD-97D9-52D0-3433-1DE94138A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5E9E6-BF89-6B83-F885-A97E0213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CFDAB-D3BC-8D0A-BA68-83AC9AB7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7C343-8072-50F0-47BE-1B5302AE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2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1BFA-E7AF-61E5-4BCE-127D9486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766FD-8DAC-95E4-122B-04EC47DBE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9707B-3994-06B1-4CD8-5843C943B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2B3DF-8FD1-7F50-F697-A366C6A23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0D556-AD4D-A94B-3BFB-9E377E1B1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30041-CD47-41F8-F293-7CAF6E4E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8B052-1481-C132-C16C-98514BFB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55656B-A2E5-9B1E-73A4-AE26FEFF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86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CCE4-91BA-07E4-D138-3E5E1773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C7F0E-F55B-B295-E562-196A0DEAA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ADA36-59D3-2248-6CE0-0267F55B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52E1C-C26A-2647-7D7D-1C2D753E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38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2B455-A62E-182C-AB4A-95B65E95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ED321-BBEC-60AE-7F54-F33C4EF3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6DE89-A689-D378-EF1D-C7B2FFAA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86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CFDA-0E98-5893-2C1F-7FA9AEE1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79478-C4BD-96B3-1230-DC732EF58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72C7D-FAF2-862A-9271-750D07236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4A652-8D33-9B5C-F20B-6572A13E6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38F5F-27FA-5C30-E7FF-DB1C4598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B37AE-19AE-7079-DC52-7BEA6BFC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12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FEEB-0FC7-EE40-F0A4-D3AEBB9D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08405-D7FC-6CF9-E3EE-8E932614F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FDD07-2AB0-375B-CA99-3EBE26023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1E8E6-15F4-BE1C-1950-BF8F575DA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2CEA7-BBBF-00B6-23CB-B555FD69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C3B47-D5E3-349A-80DB-3596A676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91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0F2D-422F-5B54-76B2-8205DD8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73247-E913-44B3-3B2E-E8725E145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21F2E-38EB-39A4-27CA-47989A72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2783-666C-5584-269D-2984FE58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523F2-8DE8-184A-EC8F-58AE0CCE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1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55CA8-6DE3-06B8-DD51-032505FF5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0895A-1D90-C079-060B-97E1C12BA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23D3-F41E-DC9C-07A6-102E4571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433E0-1C50-4044-0D13-2B9370B1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7E74A-977B-E950-776C-065EAE2D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81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83046-FD3D-99D8-36A3-9DC578DE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F0039-460C-7755-316D-E5E9AF0C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B2760-A57B-652E-62CE-D22E58C23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4C779-4966-4604-BBA6-CB19F31DFEB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A8C31-6B60-1016-4EC9-F05B86616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845B4-1F1D-CC72-5537-90783D277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968B8-B7AC-4D3D-88C9-866CE7F79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5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swathymohan@am.amrita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21400-E73B-197E-58E6-BB79DCD9A4FA}"/>
              </a:ext>
            </a:extLst>
          </p:cNvPr>
          <p:cNvSpPr txBox="1"/>
          <p:nvPr/>
        </p:nvSpPr>
        <p:spPr>
          <a:xfrm>
            <a:off x="1033035" y="1750492"/>
            <a:ext cx="10372383" cy="129266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" panose="020B0004020202020204" pitchFamily="34" charset="0"/>
              </a:rPr>
              <a:t>23CSE498- DESIGN PATTERNS (DP) </a:t>
            </a:r>
          </a:p>
          <a:p>
            <a:pPr algn="ctr"/>
            <a:r>
              <a:rPr lang="en-IN" sz="3000" dirty="0">
                <a:solidFill>
                  <a:schemeClr val="bg1"/>
                </a:solidFill>
                <a:latin typeface="Aptos" panose="020B0004020202020204" pitchFamily="34" charset="0"/>
              </a:rPr>
              <a:t>June 2026 – November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9A6B2-46FB-47DA-0C80-E13E9848B95C}"/>
              </a:ext>
            </a:extLst>
          </p:cNvPr>
          <p:cNvSpPr txBox="1"/>
          <p:nvPr/>
        </p:nvSpPr>
        <p:spPr>
          <a:xfrm>
            <a:off x="432619" y="3782964"/>
            <a:ext cx="11174361" cy="89255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ptos" panose="020B0004020202020204" pitchFamily="34" charset="0"/>
              </a:rPr>
              <a:t>Faculty Names  :  Dr. Aswathy Mohan (CSE , AIE, AIDS, EAC)</a:t>
            </a:r>
          </a:p>
          <a:p>
            <a:pPr algn="ctr"/>
            <a:r>
              <a:rPr lang="en-IN" sz="2400" dirty="0">
                <a:latin typeface="Aptos" panose="020B0004020202020204" pitchFamily="34" charset="0"/>
                <a:hlinkClick r:id="rId2"/>
              </a:rPr>
              <a:t>aswathymohan@am.amrita.edu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7611FE-7681-C0D0-1CDC-C12F80420047}"/>
              </a:ext>
            </a:extLst>
          </p:cNvPr>
          <p:cNvSpPr/>
          <p:nvPr/>
        </p:nvSpPr>
        <p:spPr>
          <a:xfrm>
            <a:off x="0" y="0"/>
            <a:ext cx="3575367" cy="1396181"/>
          </a:xfrm>
          <a:prstGeom prst="rect">
            <a:avLst/>
          </a:prstGeom>
          <a:solidFill>
            <a:srgbClr val="B811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ACD47-B57D-1F87-53E2-F7DA018B0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338" y="0"/>
            <a:ext cx="3983670" cy="14900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6155D9-B853-3F02-9F2B-6CB6469996A2}"/>
              </a:ext>
            </a:extLst>
          </p:cNvPr>
          <p:cNvSpPr/>
          <p:nvPr/>
        </p:nvSpPr>
        <p:spPr>
          <a:xfrm>
            <a:off x="8616633" y="0"/>
            <a:ext cx="3575367" cy="1396181"/>
          </a:xfrm>
          <a:prstGeom prst="rect">
            <a:avLst/>
          </a:prstGeom>
          <a:solidFill>
            <a:srgbClr val="B811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1CA082-F7BE-1D64-0E0D-C47FE5560247}"/>
              </a:ext>
            </a:extLst>
          </p:cNvPr>
          <p:cNvCxnSpPr/>
          <p:nvPr/>
        </p:nvCxnSpPr>
        <p:spPr>
          <a:xfrm>
            <a:off x="58995" y="1401527"/>
            <a:ext cx="12064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7A5AEA-BB50-2DDE-4967-C7C9DE2138FC}"/>
              </a:ext>
            </a:extLst>
          </p:cNvPr>
          <p:cNvSpPr/>
          <p:nvPr/>
        </p:nvSpPr>
        <p:spPr>
          <a:xfrm>
            <a:off x="305" y="6490539"/>
            <a:ext cx="12191695" cy="2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51254"/>
                </a:solidFill>
              </a:defRPr>
            </a:pPr>
            <a:r>
              <a:rPr lang="en-IN" sz="1600" dirty="0"/>
              <a:t>School of Computing, Amrita Vishwa Vidyapeetham, Amritapuri Campus</a:t>
            </a:r>
            <a:endParaRPr sz="16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C20B7-C255-7BA6-9775-2F825787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72AF-E676-498B-9B55-5A55C1DAD1DE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52612D-C0A9-AA65-7F06-98ECB837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13235" y="6307976"/>
            <a:ext cx="2133600" cy="365125"/>
          </a:xfrm>
          <a:solidFill>
            <a:schemeClr val="bg1"/>
          </a:solidFill>
        </p:spPr>
        <p:txBody>
          <a:bodyPr/>
          <a:lstStyle/>
          <a:p>
            <a:fld id="{C1FF6DA9-008F-8B48-92A6-B652298478BF}" type="slidenum">
              <a:rPr lang="en-US" sz="1600" smtClean="0">
                <a:solidFill>
                  <a:schemeClr val="tx1"/>
                </a:solidFill>
              </a:rPr>
              <a:t>1</a:t>
            </a:fld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44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2F7CD-ADE5-2CD5-1B29-FA96A2793DF6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Syllabus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1DB4D-42AB-BFB4-EDCC-DAB3F2523207}"/>
              </a:ext>
            </a:extLst>
          </p:cNvPr>
          <p:cNvSpPr txBox="1"/>
          <p:nvPr/>
        </p:nvSpPr>
        <p:spPr>
          <a:xfrm>
            <a:off x="521111" y="1081549"/>
            <a:ext cx="4719483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1:</a:t>
            </a:r>
          </a:p>
          <a:p>
            <a:r>
              <a:rPr lang="en-US" dirty="0">
                <a:latin typeface="Aptos" panose="020B0004020202020204" pitchFamily="34" charset="0"/>
              </a:rPr>
              <a:t>Introduction to Design Patterns: </a:t>
            </a:r>
          </a:p>
          <a:p>
            <a:r>
              <a:rPr lang="en-US" dirty="0">
                <a:latin typeface="Aptos" panose="020B0004020202020204" pitchFamily="34" charset="0"/>
              </a:rPr>
              <a:t>Significance – Software Design and patterns – Model – View - Controller.  Describing Design Patterns, The Catalogue of Design Patterns, Organizing The Cato log, How Design Patterns solve Design Problems, How to Select a Design pattern, How to Use a Design Pattern.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D6B49-CF6B-5B21-2CFA-DF7CAB7212B4}"/>
              </a:ext>
            </a:extLst>
          </p:cNvPr>
          <p:cNvSpPr txBox="1"/>
          <p:nvPr/>
        </p:nvSpPr>
        <p:spPr>
          <a:xfrm>
            <a:off x="5869860" y="1081549"/>
            <a:ext cx="514227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2:</a:t>
            </a:r>
          </a:p>
          <a:p>
            <a:r>
              <a:rPr lang="en-IN" dirty="0">
                <a:latin typeface="Aptos" panose="020B0004020202020204" pitchFamily="34" charset="0"/>
              </a:rPr>
              <a:t>Observer Pattern - Decorator Pattern - Factory Pattern - Singleton Pattern - Command Pattern - Adapter and Facade Patterns - </a:t>
            </a:r>
            <a:r>
              <a:rPr lang="en-US" dirty="0">
                <a:latin typeface="Aptos" panose="020B0004020202020204" pitchFamily="34" charset="0"/>
              </a:rPr>
              <a:t>Template Method Pattern - Iterator and Composite Patterns – The State Pattern – The Proxy Pattern – Compound Patterns.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987A-C1CF-CC7C-829B-05858D18179C}"/>
              </a:ext>
            </a:extLst>
          </p:cNvPr>
          <p:cNvSpPr txBox="1"/>
          <p:nvPr/>
        </p:nvSpPr>
        <p:spPr>
          <a:xfrm>
            <a:off x="3092246" y="3824750"/>
            <a:ext cx="5402825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3:</a:t>
            </a:r>
          </a:p>
          <a:p>
            <a:r>
              <a:rPr lang="en-US" dirty="0">
                <a:latin typeface="Aptos" panose="020B0004020202020204" pitchFamily="34" charset="0"/>
              </a:rPr>
              <a:t>GRASP Patterns and Anti-patterns, Overview of concurrency patterns. Case Study: Use of patterns in the Design of a Modern Web Framework, Design patterns in agile and iterative development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A4FD6-E3B1-08D3-34CC-68D8C8AA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E3B8-1E94-47E7-9F99-1A3ECACCE0E1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DDCFD-9AEA-5102-D30B-CE875384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8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2AB674-E51F-3EA1-30D5-EE9D65218038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Textbook &amp;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B7B3C-38B7-3E9C-3F8E-03E294A5B8E7}"/>
              </a:ext>
            </a:extLst>
          </p:cNvPr>
          <p:cNvSpPr txBox="1"/>
          <p:nvPr/>
        </p:nvSpPr>
        <p:spPr>
          <a:xfrm>
            <a:off x="983226" y="1268254"/>
            <a:ext cx="10599174" cy="4509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Textbook(s)</a:t>
            </a:r>
            <a:r>
              <a:rPr lang="en-US" sz="24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endParaRPr lang="en-IN" sz="24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Aptos" panose="020B0004020202020204" pitchFamily="34" charset="0"/>
              </a:rPr>
              <a:t>Erich Gamma, Richard Helm, Ralph Johnson and John M. Vlissides, “</a:t>
            </a:r>
            <a:r>
              <a:rPr lang="en-US" sz="2400" b="1" dirty="0">
                <a:solidFill>
                  <a:srgbClr val="0000FF"/>
                </a:solidFill>
                <a:latin typeface="Aptos" panose="020B0004020202020204" pitchFamily="34" charset="0"/>
              </a:rPr>
              <a:t>Design Patterns: Elements of Reusable Object Oriented Software</a:t>
            </a:r>
            <a:r>
              <a:rPr lang="en-US" sz="2400" dirty="0">
                <a:solidFill>
                  <a:srgbClr val="0000FF"/>
                </a:solidFill>
                <a:latin typeface="Aptos" panose="020B0004020202020204" pitchFamily="34" charset="0"/>
              </a:rPr>
              <a:t>”, Second Edition, Addison Wesley, 2000</a:t>
            </a:r>
            <a:r>
              <a:rPr lang="en-US" sz="24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endParaRPr lang="en-IN" sz="2400" dirty="0">
              <a:solidFill>
                <a:srgbClr val="0000FF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96000"/>
              </a:lnSpc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Reference(s)</a:t>
            </a:r>
            <a:endParaRPr lang="en-IN" sz="2400" b="1" dirty="0"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James W. Cooper, </a:t>
            </a:r>
            <a:r>
              <a:rPr lang="en-IN" sz="2400" b="1" dirty="0">
                <a:latin typeface="Aptos" panose="020B0004020202020204" pitchFamily="34" charset="0"/>
              </a:rPr>
              <a:t>Java Design Patterns: A Tutorial</a:t>
            </a:r>
            <a:r>
              <a:rPr lang="en-IN" sz="2400" dirty="0">
                <a:latin typeface="Aptos" panose="020B0004020202020204" pitchFamily="34" charset="0"/>
              </a:rPr>
              <a:t>, Second Edition, Pearson Education, 2003.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Erich Freeman, Elisabeth Robson, Bert Bates and Kathy Sierra, </a:t>
            </a:r>
            <a:r>
              <a:rPr lang="en-US" sz="2400" b="1" dirty="0">
                <a:latin typeface="Aptos" panose="020B0004020202020204" pitchFamily="34" charset="0"/>
              </a:rPr>
              <a:t>Head First Design Patterns</a:t>
            </a:r>
            <a:r>
              <a:rPr lang="en-US" sz="2400" dirty="0">
                <a:latin typeface="Aptos" panose="020B0004020202020204" pitchFamily="34" charset="0"/>
              </a:rPr>
              <a:t>, O’Reilly Media Inc., October 2004.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Mark Grand, </a:t>
            </a:r>
            <a:r>
              <a:rPr lang="en-US" sz="2400" b="1" dirty="0">
                <a:latin typeface="Aptos" panose="020B0004020202020204" pitchFamily="34" charset="0"/>
              </a:rPr>
              <a:t>Patterns in Java – A Catalog of Reusable Patterns Illustrated with UML</a:t>
            </a:r>
            <a:r>
              <a:rPr lang="en-US" sz="2400" dirty="0">
                <a:latin typeface="Aptos" panose="020B0004020202020204" pitchFamily="34" charset="0"/>
              </a:rPr>
              <a:t>, Wiley – </a:t>
            </a:r>
            <a:r>
              <a:rPr lang="en-US" sz="2400" dirty="0" err="1">
                <a:latin typeface="Aptos" panose="020B0004020202020204" pitchFamily="34" charset="0"/>
              </a:rPr>
              <a:t>Dreamtech</a:t>
            </a:r>
            <a:r>
              <a:rPr lang="en-US" sz="2400" dirty="0">
                <a:latin typeface="Aptos" panose="020B0004020202020204" pitchFamily="34" charset="0"/>
              </a:rPr>
              <a:t> India, 2002.</a:t>
            </a:r>
            <a:endParaRPr lang="en-IN" sz="24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B66EC-7F5F-219E-2DF6-8873308F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59C3-3096-495C-8F92-1DCA59DBBBCB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495B-2148-9211-9E99-73F02757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8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5A4997-38B3-28FB-5217-509A52D72E4F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Evaluation Policy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D7BC0-0115-C540-B91A-C5452366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B3FB-5ED1-4B23-9AAC-33BC6E822AD4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ECF04-5C7F-D42A-1676-0665F9E8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BF5840-77F3-AD07-C71A-5D7C4A788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454318"/>
              </p:ext>
            </p:extLst>
          </p:nvPr>
        </p:nvGraphicFramePr>
        <p:xfrm>
          <a:off x="857864" y="852232"/>
          <a:ext cx="10242368" cy="570841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0515">
                  <a:extLst>
                    <a:ext uri="{9D8B030D-6E8A-4147-A177-3AD203B41FA5}">
                      <a16:colId xmlns:a16="http://schemas.microsoft.com/office/drawing/2014/main" val="3762181850"/>
                    </a:ext>
                  </a:extLst>
                </a:gridCol>
                <a:gridCol w="2664136">
                  <a:extLst>
                    <a:ext uri="{9D8B030D-6E8A-4147-A177-3AD203B41FA5}">
                      <a16:colId xmlns:a16="http://schemas.microsoft.com/office/drawing/2014/main" val="333612560"/>
                    </a:ext>
                  </a:extLst>
                </a:gridCol>
                <a:gridCol w="4070554">
                  <a:extLst>
                    <a:ext uri="{9D8B030D-6E8A-4147-A177-3AD203B41FA5}">
                      <a16:colId xmlns:a16="http://schemas.microsoft.com/office/drawing/2014/main" val="1744622787"/>
                    </a:ext>
                  </a:extLst>
                </a:gridCol>
                <a:gridCol w="491614">
                  <a:extLst>
                    <a:ext uri="{9D8B030D-6E8A-4147-A177-3AD203B41FA5}">
                      <a16:colId xmlns:a16="http://schemas.microsoft.com/office/drawing/2014/main" val="1514990382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2470980521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770354749"/>
                    </a:ext>
                  </a:extLst>
                </a:gridCol>
              </a:tblGrid>
              <a:tr h="6992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Sl. No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Assessment Component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Sub-Component Details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Marks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Weightage (%)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Tentative Evaluation Time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43694813"/>
                  </a:ext>
                </a:extLst>
              </a:tr>
              <a:tr h="5005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Mid Term Examination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Units 1 and 2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50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20%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Mid-Semester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4014859151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Continuous Assessment Theory (CAT1)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Quiz 1 – Design Pattern Concepts/ Interim exam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8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3935772392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Continuous Assessment Lab (CAL)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1 - AI Assisted Design Patterns in Modern Web Frameworks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40%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5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2786219531"/>
                  </a:ext>
                </a:extLst>
              </a:tr>
              <a:tr h="8955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2 - AI Assisted Design Patterns in Agile and Iterative Development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7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2209357441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3 - Cross-Language Pattern Analysis using LLM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9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1121562171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 Viva Voce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Week 11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3945731342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Semester Examination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Complete Syllabus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50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30%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of Semester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2202691581"/>
                  </a:ext>
                </a:extLst>
              </a:tr>
              <a:tr h="2439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Total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1755960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12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366A8C-4265-A805-CDFF-52B8DE077E6F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Aptos (Body)"/>
              </a:rPr>
              <a:t>Bridge Course: Java Fundamentals for Design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F12EF-5566-A6E0-7CB1-B401B3B51B4B}"/>
              </a:ext>
            </a:extLst>
          </p:cNvPr>
          <p:cNvSpPr txBox="1"/>
          <p:nvPr/>
        </p:nvSpPr>
        <p:spPr>
          <a:xfrm>
            <a:off x="884904" y="11131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0000FF"/>
                </a:solidFill>
              </a:rPr>
              <a:t>Why Java for Design Patterns?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1E307A-E442-634D-6BFE-3B01F2376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52" y="1828801"/>
            <a:ext cx="11261167" cy="1819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8AFD85-80C0-DD4B-0425-66B5E7615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00" y="3959050"/>
            <a:ext cx="11194413" cy="207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84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F5E8F6-BA55-8B87-1043-C5CABA0D7B66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IN" sz="3600" dirty="0">
                <a:solidFill>
                  <a:srgbClr val="002060"/>
                </a:solidFill>
              </a:rPr>
              <a:t>Classes, Objects &amp; Constructors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0B9034-603F-CA56-57A0-67A4F57D7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607" y="1300650"/>
            <a:ext cx="5831393" cy="43962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9EF3F9-9A14-9858-4707-80D781B9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6" y="1288932"/>
            <a:ext cx="6242446" cy="443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6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599BDD-641E-60C7-5FA4-CEEF4A683FAB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Inheritance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623EA-6174-47D8-2529-64330F20E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42" y="940459"/>
            <a:ext cx="6024833" cy="2545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F65852-4F3E-C7F6-BB2B-1B913DC1A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5" y="3607358"/>
            <a:ext cx="6126939" cy="2545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0D740A-E38D-2937-07C3-7C13C5D67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275" y="1321425"/>
            <a:ext cx="5539988" cy="23755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184556-7959-5C0E-9A87-CDDE1CCCF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088" y="3897405"/>
            <a:ext cx="1676545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0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816D08-0991-2CA1-14ED-F499B33590CA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IN" sz="3600" dirty="0">
                <a:solidFill>
                  <a:srgbClr val="002060"/>
                </a:solidFill>
              </a:rPr>
              <a:t>Method Overriding &amp; Runtime Polymorphism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499A5-88D4-6C80-9325-8F3CCCDFFD57}"/>
              </a:ext>
            </a:extLst>
          </p:cNvPr>
          <p:cNvSpPr txBox="1"/>
          <p:nvPr/>
        </p:nvSpPr>
        <p:spPr>
          <a:xfrm>
            <a:off x="668593" y="1032388"/>
            <a:ext cx="1104162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rgbClr val="0000FF"/>
                </a:solidFill>
              </a:rPr>
              <a:t>When a subclass redefines a parent method, it's called </a:t>
            </a:r>
            <a:r>
              <a:rPr lang="en-IN" sz="2600" b="1" dirty="0">
                <a:solidFill>
                  <a:srgbClr val="0000FF"/>
                </a:solidFill>
              </a:rPr>
              <a:t>method overriding</a:t>
            </a:r>
            <a:r>
              <a:rPr lang="en-IN" sz="2600" dirty="0">
                <a:solidFill>
                  <a:srgbClr val="0000FF"/>
                </a:solidFill>
              </a:rPr>
              <a:t>. The </a:t>
            </a:r>
            <a:r>
              <a:rPr lang="en-IN" sz="2600" dirty="0">
                <a:solidFill>
                  <a:srgbClr val="0000FF"/>
                </a:solidFill>
                <a:latin typeface="Courier New" panose="02070309020205020404" pitchFamily="49" charset="0"/>
              </a:rPr>
              <a:t>@Override</a:t>
            </a:r>
            <a:r>
              <a:rPr lang="en-IN" sz="2600" dirty="0">
                <a:solidFill>
                  <a:srgbClr val="0000FF"/>
                </a:solidFill>
              </a:rPr>
              <a:t> annotation marks this explicitly.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9F8A83-7258-AFB9-4786-B4DC1611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8" y="2004033"/>
            <a:ext cx="5022672" cy="39244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D8A3FA-A84A-91E5-E55E-EDDF2DDC8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965" y="2624877"/>
            <a:ext cx="6867891" cy="328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3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D0E03D-2F84-FEE7-1261-D4F70CAF9C40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IN" sz="3600" dirty="0">
                <a:solidFill>
                  <a:srgbClr val="002060"/>
                </a:solidFill>
              </a:rPr>
              <a:t>Interfaces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A2CBC-0225-8A7D-E3B1-F641B8580747}"/>
              </a:ext>
            </a:extLst>
          </p:cNvPr>
          <p:cNvSpPr txBox="1"/>
          <p:nvPr/>
        </p:nvSpPr>
        <p:spPr>
          <a:xfrm>
            <a:off x="776749" y="734615"/>
            <a:ext cx="10785987" cy="1302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dirty="0">
                <a:solidFill>
                  <a:srgbClr val="990033"/>
                </a:solidFill>
              </a:rPr>
              <a:t>Real-world analogy: </a:t>
            </a:r>
            <a:r>
              <a:rPr lang="en-IN" sz="2600" dirty="0">
                <a:solidFill>
                  <a:srgbClr val="0000FF"/>
                </a:solidFill>
              </a:rPr>
              <a:t>all mobile phones depend on the </a:t>
            </a:r>
            <a:r>
              <a:rPr lang="en-IN" sz="2600" b="1" dirty="0">
                <a:solidFill>
                  <a:srgbClr val="0000FF"/>
                </a:solidFill>
              </a:rPr>
              <a:t>USB interface</a:t>
            </a:r>
            <a:r>
              <a:rPr lang="en-IN" sz="2600" dirty="0">
                <a:solidFill>
                  <a:srgbClr val="0000FF"/>
                </a:solidFill>
              </a:rPr>
              <a:t>, not a specific charger implementation. In Java, interfaces define a </a:t>
            </a:r>
            <a:r>
              <a:rPr lang="en-IN" sz="2600" b="1" dirty="0">
                <a:solidFill>
                  <a:srgbClr val="0000FF"/>
                </a:solidFill>
              </a:rPr>
              <a:t>contract</a:t>
            </a:r>
            <a:r>
              <a:rPr lang="en-IN" sz="2600" dirty="0">
                <a:solidFill>
                  <a:srgbClr val="0000FF"/>
                </a:solidFill>
              </a:rPr>
              <a:t> that classes must fulfil.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AF60B7-1517-0337-3F98-0843192FF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7507"/>
            <a:ext cx="5167262" cy="23882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B7C647-8FC0-5E23-09E7-B53414DA6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919" y="1676058"/>
            <a:ext cx="4274123" cy="41221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44CE5E-A513-0E3D-03FA-19C472C98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148" y="4241349"/>
            <a:ext cx="3033122" cy="1896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8C4AE7-64B6-035A-6B32-D53CE82B5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54" y="6271209"/>
            <a:ext cx="6492803" cy="586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7B6277-AF37-8745-691B-471DFE8FD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040" y="4167907"/>
            <a:ext cx="2758679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6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BFE0A8-0321-1245-D10D-45088FDCC4D9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Abstract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26C8E-D6DE-42AC-CD76-8A71659B1716}"/>
              </a:ext>
            </a:extLst>
          </p:cNvPr>
          <p:cNvSpPr txBox="1"/>
          <p:nvPr/>
        </p:nvSpPr>
        <p:spPr>
          <a:xfrm>
            <a:off x="885766" y="652926"/>
            <a:ext cx="10776156" cy="130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i="1" dirty="0">
                <a:solidFill>
                  <a:srgbClr val="990033"/>
                </a:solidFill>
              </a:rPr>
              <a:t>Can an Animal make a sound?</a:t>
            </a:r>
            <a:r>
              <a:rPr lang="en-IN" sz="2600" b="1" dirty="0">
                <a:solidFill>
                  <a:srgbClr val="990033"/>
                </a:solidFill>
              </a:rPr>
              <a:t> </a:t>
            </a:r>
            <a:endParaRPr lang="en-IN" sz="2600" b="1" dirty="0">
              <a:solidFill>
                <a:srgbClr val="0000FF"/>
              </a:solidFill>
            </a:endParaRPr>
          </a:p>
          <a:p>
            <a:pPr>
              <a:buNone/>
            </a:pPr>
            <a:r>
              <a:rPr lang="en-IN" sz="2600" b="1" dirty="0">
                <a:solidFill>
                  <a:srgbClr val="0000FF"/>
                </a:solidFill>
              </a:rPr>
              <a:t>It depends on the animal.</a:t>
            </a:r>
            <a:r>
              <a:rPr lang="en-IN" sz="2600" dirty="0">
                <a:solidFill>
                  <a:srgbClr val="0000FF"/>
                </a:solidFill>
              </a:rPr>
              <a:t> This is exactly what an abstract class expresses — a shared structure with some methods left undefined.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D5AB43-95B1-E5FC-90E4-ABB30083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61" y="1856712"/>
            <a:ext cx="5333292" cy="3549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AF654B-4A06-0218-DD54-C4E4FFF7B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49" y="2103740"/>
            <a:ext cx="5185651" cy="45394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08BB09-C8E2-45BA-AF0F-F1FC8F115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694" y="2150347"/>
            <a:ext cx="1443300" cy="231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9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96197E-FBCE-0728-077E-F4D40D03A282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Interface vs. Abstract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9BAB1-0441-4EDC-F1E1-33ADE9B30F57}"/>
              </a:ext>
            </a:extLst>
          </p:cNvPr>
          <p:cNvSpPr txBox="1"/>
          <p:nvPr/>
        </p:nvSpPr>
        <p:spPr>
          <a:xfrm>
            <a:off x="698090" y="1121329"/>
            <a:ext cx="10382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990033"/>
                </a:solidFill>
              </a:rPr>
              <a:t>Both define contracts, but they serve different purposes. Understanding when to use each is essential for design patterns.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4ECBFC-BC0D-BF40-156F-DAAA707A4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60" y="2211070"/>
            <a:ext cx="11375700" cy="369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3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4399-286E-666B-9A85-1AA8E778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F30BAE-E454-972E-1ACD-3F5A94CC5407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Composition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FE8C1-7177-18FE-0C44-17A3DFD922AB}"/>
              </a:ext>
            </a:extLst>
          </p:cNvPr>
          <p:cNvSpPr txBox="1"/>
          <p:nvPr/>
        </p:nvSpPr>
        <p:spPr>
          <a:xfrm>
            <a:off x="817590" y="714532"/>
            <a:ext cx="103828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Composition means a class </a:t>
            </a: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has an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object of another class as a member -- a </a:t>
            </a: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HAS-A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relationship, not </a:t>
            </a: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IS-A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Design patterns </a:t>
            </a: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prefer composition over inheritance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for flexibility.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7744D-0B79-2FDB-99E1-4A59E766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23" y="2103197"/>
            <a:ext cx="5456066" cy="4611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BF9CC5-49A1-0C78-53C0-472F0AC70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38" y="1879042"/>
            <a:ext cx="5850286" cy="23382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1FC43C-EB24-B854-6A41-FF82D71AF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463" y="4175528"/>
            <a:ext cx="1569856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8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99C37A-F32A-D013-DA99-29C4FBD8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19" y="1193846"/>
            <a:ext cx="10098593" cy="4772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0185BB-BDC8-DC08-37B0-A980490B7143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>
                <a:solidFill>
                  <a:srgbClr val="002060"/>
                </a:solidFill>
              </a:rPr>
              <a:t>Homework</a:t>
            </a:r>
            <a:endParaRPr lang="en-IN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96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BD6C0-96FF-1E31-D376-E428B353C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84" y="1603288"/>
            <a:ext cx="5460116" cy="49646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AB6BDF-D29B-3DCF-6F52-AE5B24831E99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When Does Multiple Interfaces Make Sense?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64F04-5A20-2C80-E5E9-D0666C2AE48A}"/>
              </a:ext>
            </a:extLst>
          </p:cNvPr>
          <p:cNvSpPr txBox="1"/>
          <p:nvPr/>
        </p:nvSpPr>
        <p:spPr>
          <a:xfrm>
            <a:off x="737419" y="747702"/>
            <a:ext cx="104320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</a:rPr>
              <a:t>A class should implement multiple interfaces </a:t>
            </a:r>
            <a:r>
              <a:rPr lang="en-IN" sz="2200" b="1" dirty="0">
                <a:solidFill>
                  <a:srgbClr val="0000FF"/>
                </a:solidFill>
              </a:rPr>
              <a:t>only when it truly has multiple distinct capabilities</a:t>
            </a:r>
            <a:r>
              <a:rPr lang="en-IN" sz="2200" dirty="0">
                <a:solidFill>
                  <a:srgbClr val="0000FF"/>
                </a:solidFill>
              </a:rPr>
              <a:t>. The classic example: a </a:t>
            </a:r>
            <a:r>
              <a:rPr lang="en-IN" sz="2200" dirty="0">
                <a:solidFill>
                  <a:srgbClr val="0000FF"/>
                </a:solidFill>
                <a:latin typeface="Courier New" panose="02070309020205020404" pitchFamily="49" charset="0"/>
              </a:rPr>
              <a:t>Duck</a:t>
            </a:r>
            <a:r>
              <a:rPr lang="en-IN" sz="22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79CBBD-9A92-B207-CEB4-8913135977FA}"/>
              </a:ext>
            </a:extLst>
          </p:cNvPr>
          <p:cNvSpPr txBox="1"/>
          <p:nvPr/>
        </p:nvSpPr>
        <p:spPr>
          <a:xfrm>
            <a:off x="6970236" y="2043686"/>
            <a:ext cx="495629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rgbClr val="FF0000"/>
                </a:solidFill>
              </a:rPr>
              <a:t>Why This Works</a:t>
            </a:r>
          </a:p>
          <a:p>
            <a:pPr>
              <a:buNone/>
            </a:pPr>
            <a:r>
              <a:rPr lang="en-IN" sz="2200" dirty="0"/>
              <a:t>A duck </a:t>
            </a:r>
            <a:r>
              <a:rPr lang="en-IN" sz="2200" b="1" dirty="0"/>
              <a:t>genuinely</a:t>
            </a:r>
            <a:r>
              <a:rPr lang="en-IN" sz="2200" dirty="0"/>
              <a:t> has two independent capabilities — it can fly </a:t>
            </a:r>
            <a:r>
              <a:rPr lang="en-IN" sz="2200" i="1" dirty="0"/>
              <a:t>and</a:t>
            </a:r>
            <a:r>
              <a:rPr lang="en-IN" sz="2200" dirty="0"/>
              <a:t> it can swim. Both behaviours are intrinsic to what a duck </a:t>
            </a:r>
            <a:r>
              <a:rPr lang="en-IN" sz="2200" i="1" dirty="0"/>
              <a:t>is</a:t>
            </a:r>
            <a:r>
              <a:rPr lang="en-IN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006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7DEA22-9DAE-64F0-9371-F8EAB91935B7}"/>
              </a:ext>
            </a:extLst>
          </p:cNvPr>
          <p:cNvSpPr txBox="1"/>
          <p:nvPr/>
        </p:nvSpPr>
        <p:spPr>
          <a:xfrm>
            <a:off x="763675" y="813503"/>
            <a:ext cx="1077183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</a:rPr>
              <a:t>Instead of sharing implementation, interfaces define only the </a:t>
            </a:r>
            <a:r>
              <a:rPr lang="en-IN" sz="2200" b="1" dirty="0">
                <a:solidFill>
                  <a:srgbClr val="0000FF"/>
                </a:solidFill>
              </a:rPr>
              <a:t>contract</a:t>
            </a:r>
            <a:r>
              <a:rPr lang="en-IN" sz="2200" dirty="0">
                <a:solidFill>
                  <a:srgbClr val="0000FF"/>
                </a:solidFill>
              </a:rPr>
              <a:t> </a:t>
            </a:r>
            <a:r>
              <a:rPr lang="en-IN" sz="2200" b="1" dirty="0">
                <a:solidFill>
                  <a:srgbClr val="0000FF"/>
                </a:solidFill>
              </a:rPr>
              <a:t>— what a class must do, not how.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FF"/>
                </a:solidFill>
              </a:rPr>
              <a:t>Classes implement the interface independently.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982A4-10E9-8BB1-8E4D-BC2ACBAB6948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When Does Multiple Interfaces Make Sense?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DE5BF6-FACF-BCE9-2C95-DD2FE7477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88" y="1833105"/>
            <a:ext cx="3084986" cy="4836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ACD3C2-DE5D-AB94-60F6-34E63EC49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027" y="2383860"/>
            <a:ext cx="2872354" cy="1908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59B91F-D18A-8570-2210-BA31A223DA6F}"/>
              </a:ext>
            </a:extLst>
          </p:cNvPr>
          <p:cNvSpPr txBox="1"/>
          <p:nvPr/>
        </p:nvSpPr>
        <p:spPr>
          <a:xfrm>
            <a:off x="4473676" y="4512609"/>
            <a:ext cx="74233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Any class can implement </a:t>
            </a:r>
            <a:r>
              <a:rPr lang="en-IN" sz="2200" dirty="0">
                <a:latin typeface="Courier New" panose="02070309020205020404" pitchFamily="49" charset="0"/>
              </a:rPr>
              <a:t>Delivery</a:t>
            </a:r>
            <a:r>
              <a:rPr lang="en-IN" sz="2200" dirty="0"/>
              <a:t> regardless of its place in the class hierarchy.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This gives you </a:t>
            </a:r>
            <a:r>
              <a:rPr lang="en-IN" sz="2200" b="1" dirty="0"/>
              <a:t>flexibility and interchangeable implementations</a:t>
            </a:r>
            <a:r>
              <a:rPr lang="en-IN" sz="2200" dirty="0"/>
              <a:t> without a rigid inheritance tree.</a:t>
            </a:r>
          </a:p>
        </p:txBody>
      </p:sp>
    </p:spTree>
    <p:extLst>
      <p:ext uri="{BB962C8B-B14F-4D97-AF65-F5344CB8AC3E}">
        <p14:creationId xmlns:p14="http://schemas.microsoft.com/office/powerpoint/2010/main" val="110235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5205F-62FF-C2B8-E437-8F3CF80CE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4" y="1699243"/>
            <a:ext cx="5074878" cy="38197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50D3C3-FB1F-3B54-18C3-3C6493CB13D0}"/>
              </a:ext>
            </a:extLst>
          </p:cNvPr>
          <p:cNvSpPr txBox="1"/>
          <p:nvPr/>
        </p:nvSpPr>
        <p:spPr>
          <a:xfrm>
            <a:off x="589935" y="659267"/>
            <a:ext cx="108843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</a:rPr>
              <a:t>Use inheritance when subclasses are a </a:t>
            </a:r>
            <a:r>
              <a:rPr lang="en-IN" sz="2200" b="1" dirty="0">
                <a:solidFill>
                  <a:srgbClr val="0000FF"/>
                </a:solidFill>
              </a:rPr>
              <a:t>specialized form</a:t>
            </a:r>
            <a:r>
              <a:rPr lang="en-IN" sz="2200" dirty="0">
                <a:solidFill>
                  <a:srgbClr val="0000FF"/>
                </a:solidFill>
              </a:rPr>
              <a:t> of the parent and </a:t>
            </a:r>
            <a:r>
              <a:rPr lang="en-IN" sz="2200" b="1" dirty="0">
                <a:solidFill>
                  <a:srgbClr val="0000FF"/>
                </a:solidFill>
              </a:rPr>
              <a:t>share common data and behaviour</a:t>
            </a:r>
            <a:r>
              <a:rPr lang="en-IN" sz="2200" dirty="0">
                <a:solidFill>
                  <a:srgbClr val="0000FF"/>
                </a:solidFill>
              </a:rPr>
              <a:t>.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</a:rPr>
              <a:t> </a:t>
            </a:r>
            <a:r>
              <a:rPr lang="en-IN" sz="2200" dirty="0">
                <a:solidFill>
                  <a:srgbClr val="FF0000"/>
                </a:solidFill>
              </a:rPr>
              <a:t>Example:</a:t>
            </a:r>
            <a:r>
              <a:rPr lang="en-IN" sz="2200" dirty="0">
                <a:solidFill>
                  <a:srgbClr val="0000FF"/>
                </a:solidFill>
              </a:rPr>
              <a:t> all delivery types share a tracking number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817689-EC3E-681C-F66F-BFCC54F64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335" y="1820798"/>
            <a:ext cx="4909512" cy="4657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B5F32F-2F3F-4027-1BC7-CC25E539F358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When Does Inheritance Make Sense?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F1FA1-D5B3-D4A4-E104-02A54EEE0C83}"/>
              </a:ext>
            </a:extLst>
          </p:cNvPr>
          <p:cNvSpPr txBox="1"/>
          <p:nvPr/>
        </p:nvSpPr>
        <p:spPr>
          <a:xfrm>
            <a:off x="314633" y="5455658"/>
            <a:ext cx="6803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Advantage</a:t>
            </a:r>
          </a:p>
          <a:p>
            <a:pPr>
              <a:buNone/>
            </a:pPr>
            <a:r>
              <a:rPr lang="en-IN" dirty="0"/>
              <a:t>Both subclasses </a:t>
            </a:r>
            <a:r>
              <a:rPr lang="en-IN" b="1" dirty="0"/>
              <a:t>automatically inherit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trackingNumber</a:t>
            </a:r>
            <a:r>
              <a:rPr lang="en-IN" dirty="0"/>
              <a:t> and </a:t>
            </a:r>
            <a:r>
              <a:rPr lang="en-IN" dirty="0">
                <a:latin typeface="Courier New" panose="02070309020205020404" pitchFamily="49" charset="0"/>
              </a:rPr>
              <a:t>generateTracking()</a:t>
            </a:r>
            <a:r>
              <a:rPr lang="en-IN" dirty="0"/>
              <a:t> — written once, reused everywhere. Without inheritance, this code would be duplicated in every class.</a:t>
            </a:r>
          </a:p>
        </p:txBody>
      </p:sp>
    </p:spTree>
    <p:extLst>
      <p:ext uri="{BB962C8B-B14F-4D97-AF65-F5344CB8AC3E}">
        <p14:creationId xmlns:p14="http://schemas.microsoft.com/office/powerpoint/2010/main" val="155010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90D23D-2A73-3A70-1217-84A3BF28EEA3}"/>
              </a:ext>
            </a:extLst>
          </p:cNvPr>
          <p:cNvSpPr txBox="1"/>
          <p:nvPr/>
        </p:nvSpPr>
        <p:spPr>
          <a:xfrm>
            <a:off x="914401" y="78659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Inheritance Over Interfaces and use Composition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BCB6B-4C93-FFA0-4D5F-9AFD444DF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1112188"/>
            <a:ext cx="5470619" cy="5052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51CDF6-2D4E-5D7B-10A1-DD81FD1FEE85}"/>
              </a:ext>
            </a:extLst>
          </p:cNvPr>
          <p:cNvSpPr txBox="1"/>
          <p:nvPr/>
        </p:nvSpPr>
        <p:spPr>
          <a:xfrm>
            <a:off x="5919020" y="1889090"/>
            <a:ext cx="6027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</a:rPr>
              <a:t>Forcing UPI to implement </a:t>
            </a:r>
            <a:r>
              <a:rPr lang="en-IN" sz="2400" dirty="0">
                <a:solidFill>
                  <a:srgbClr val="0000FF"/>
                </a:solidFill>
                <a:latin typeface="Courier New" panose="02070309020205020404" pitchFamily="49" charset="0"/>
              </a:rPr>
              <a:t>Delivery</a:t>
            </a:r>
            <a:r>
              <a:rPr lang="en-IN" sz="2400" dirty="0">
                <a:solidFill>
                  <a:srgbClr val="0000FF"/>
                </a:solidFill>
              </a:rPr>
              <a:t> violates the </a:t>
            </a:r>
            <a:r>
              <a:rPr lang="en-IN" sz="2400" b="1" dirty="0">
                <a:solidFill>
                  <a:srgbClr val="0000FF"/>
                </a:solidFill>
              </a:rPr>
              <a:t>Single Responsibility Principle</a:t>
            </a: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77CDE-5B60-D716-1AD8-7613532A07E8}"/>
              </a:ext>
            </a:extLst>
          </p:cNvPr>
          <p:cNvSpPr txBox="1"/>
          <p:nvPr/>
        </p:nvSpPr>
        <p:spPr>
          <a:xfrm>
            <a:off x="6076335" y="3747388"/>
            <a:ext cx="59190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 payment method does </a:t>
            </a:r>
            <a:r>
              <a:rPr lang="en-IN" sz="2200" i="1" dirty="0"/>
              <a:t>not</a:t>
            </a:r>
            <a:r>
              <a:rPr lang="en-IN" sz="2200" dirty="0"/>
              <a:t> inherently deliver anything.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The responsibilities are unrelated</a:t>
            </a:r>
          </a:p>
        </p:txBody>
      </p:sp>
    </p:spTree>
    <p:extLst>
      <p:ext uri="{BB962C8B-B14F-4D97-AF65-F5344CB8AC3E}">
        <p14:creationId xmlns:p14="http://schemas.microsoft.com/office/powerpoint/2010/main" val="74247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68B545-EDDF-68C7-39CF-47A602F60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87" y="1313708"/>
            <a:ext cx="12192000" cy="3713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2D6C8A-C86E-1059-19DF-3FEF22991132}"/>
              </a:ext>
            </a:extLst>
          </p:cNvPr>
          <p:cNvSpPr txBox="1"/>
          <p:nvPr/>
        </p:nvSpPr>
        <p:spPr>
          <a:xfrm>
            <a:off x="530938" y="649378"/>
            <a:ext cx="110809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</a:rPr>
              <a:t>Instead of forcing one class to do everything, compose an </a:t>
            </a:r>
            <a:r>
              <a:rPr lang="en-IN" sz="2400" dirty="0">
                <a:solidFill>
                  <a:srgbClr val="0000FF"/>
                </a:solidFill>
                <a:latin typeface="Courier New" panose="02070309020205020404" pitchFamily="49" charset="0"/>
              </a:rPr>
              <a:t>Order</a:t>
            </a:r>
            <a:r>
              <a:rPr lang="en-IN" sz="2400" dirty="0">
                <a:solidFill>
                  <a:srgbClr val="0000FF"/>
                </a:solidFill>
              </a:rPr>
              <a:t> from separate </a:t>
            </a:r>
            <a:r>
              <a:rPr lang="en-IN" sz="2400" dirty="0">
                <a:solidFill>
                  <a:srgbClr val="0000FF"/>
                </a:solidFill>
                <a:latin typeface="Courier New" panose="02070309020205020404" pitchFamily="49" charset="0"/>
              </a:rPr>
              <a:t>Payment</a:t>
            </a:r>
            <a:r>
              <a:rPr lang="en-IN" sz="2400" dirty="0">
                <a:solidFill>
                  <a:srgbClr val="0000FF"/>
                </a:solidFill>
              </a:rPr>
              <a:t> and </a:t>
            </a:r>
            <a:r>
              <a:rPr lang="en-IN" sz="2400" dirty="0">
                <a:solidFill>
                  <a:srgbClr val="0000FF"/>
                </a:solidFill>
                <a:latin typeface="Courier New" panose="02070309020205020404" pitchFamily="49" charset="0"/>
              </a:rPr>
              <a:t>Delivery</a:t>
            </a:r>
            <a:r>
              <a:rPr lang="en-IN" sz="2400" dirty="0">
                <a:solidFill>
                  <a:srgbClr val="0000FF"/>
                </a:solidFill>
              </a:rPr>
              <a:t> objects. Each interface has a single, clear responsibility.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9593B-70D8-1A4C-7452-1720F89EEC40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Better Design : Use Composition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2E82F-3498-8B4E-E980-8D974AF0B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249" y="4100051"/>
            <a:ext cx="2577654" cy="2612300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710A76-B34F-D2A7-B7C1-6D71E3EDC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861" y="4010978"/>
            <a:ext cx="2667231" cy="2796782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6479A8-ED5A-09B5-8A7A-DAC27D154A6C}"/>
              </a:ext>
            </a:extLst>
          </p:cNvPr>
          <p:cNvSpPr txBox="1"/>
          <p:nvPr/>
        </p:nvSpPr>
        <p:spPr>
          <a:xfrm>
            <a:off x="8357420" y="5172218"/>
            <a:ext cx="34412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With composition, any </a:t>
            </a:r>
            <a:r>
              <a:rPr lang="en-IN" dirty="0">
                <a:latin typeface="Courier New" panose="02070309020205020404" pitchFamily="49" charset="0"/>
              </a:rPr>
              <a:t>Payment</a:t>
            </a:r>
            <a:r>
              <a:rPr lang="en-IN" dirty="0"/>
              <a:t> can be paired with any </a:t>
            </a:r>
            <a:r>
              <a:rPr lang="en-IN" dirty="0">
                <a:latin typeface="Courier New" panose="02070309020205020404" pitchFamily="49" charset="0"/>
              </a:rPr>
              <a:t>Delivery</a:t>
            </a:r>
            <a:r>
              <a:rPr lang="en-IN" dirty="0"/>
              <a:t> — without modifying the </a:t>
            </a:r>
            <a:r>
              <a:rPr lang="en-IN" dirty="0">
                <a:latin typeface="Courier New" panose="02070309020205020404" pitchFamily="49" charset="0"/>
              </a:rPr>
              <a:t>Order</a:t>
            </a:r>
            <a:r>
              <a:rPr lang="en-IN" dirty="0"/>
              <a:t> class. This is the </a:t>
            </a:r>
            <a:r>
              <a:rPr lang="en-IN" b="1" dirty="0"/>
              <a:t>Open/Closed Principle</a:t>
            </a:r>
            <a:r>
              <a:rPr lang="en-IN" dirty="0"/>
              <a:t> in action</a:t>
            </a:r>
          </a:p>
        </p:txBody>
      </p:sp>
    </p:spTree>
    <p:extLst>
      <p:ext uri="{BB962C8B-B14F-4D97-AF65-F5344CB8AC3E}">
        <p14:creationId xmlns:p14="http://schemas.microsoft.com/office/powerpoint/2010/main" val="160743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877</Words>
  <Application>Microsoft Office PowerPoint</Application>
  <PresentationFormat>Widescreen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(Body)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Aswathy Mohan</dc:creator>
  <cp:lastModifiedBy>Aswathy Mohan</cp:lastModifiedBy>
  <cp:revision>1</cp:revision>
  <dcterms:created xsi:type="dcterms:W3CDTF">2026-07-17T06:23:10Z</dcterms:created>
  <dcterms:modified xsi:type="dcterms:W3CDTF">2026-07-30T06:48:52Z</dcterms:modified>
</cp:coreProperties>
</file>