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70" r:id="rId4"/>
    <p:sldId id="268" r:id="rId5"/>
    <p:sldId id="271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685935-DD6C-F744-B496-A81BED8111D6}" v="24" dt="2026-10-14T06:43:20.5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21"/>
    <p:restoredTop sz="94643"/>
  </p:normalViewPr>
  <p:slideViewPr>
    <p:cSldViewPr snapToGrid="0">
      <p:cViewPr varScale="1">
        <p:scale>
          <a:sx n="115" d="100"/>
          <a:sy n="115" d="100"/>
        </p:scale>
        <p:origin x="3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wathy Mohan" userId="8ec7b060-ec9d-4a76-a81c-f80212d9386c" providerId="ADAL" clId="{A2D8F3F3-AB79-5800-97AF-2AFE679C11CA}"/>
    <pc:docChg chg="undo custSel addSld delSld modSld">
      <pc:chgData name="Aswathy Mohan" userId="8ec7b060-ec9d-4a76-a81c-f80212d9386c" providerId="ADAL" clId="{A2D8F3F3-AB79-5800-97AF-2AFE679C11CA}" dt="2026-10-14T06:43:58.806" v="399" actId="207"/>
      <pc:docMkLst>
        <pc:docMk/>
      </pc:docMkLst>
      <pc:sldChg chg="modSp mod">
        <pc:chgData name="Aswathy Mohan" userId="8ec7b060-ec9d-4a76-a81c-f80212d9386c" providerId="ADAL" clId="{A2D8F3F3-AB79-5800-97AF-2AFE679C11CA}" dt="2026-10-06T06:36:02.104" v="1" actId="1076"/>
        <pc:sldMkLst>
          <pc:docMk/>
          <pc:sldMk cId="2144941798" sldId="256"/>
        </pc:sldMkLst>
        <pc:spChg chg="mod">
          <ac:chgData name="Aswathy Mohan" userId="8ec7b060-ec9d-4a76-a81c-f80212d9386c" providerId="ADAL" clId="{A2D8F3F3-AB79-5800-97AF-2AFE679C11CA}" dt="2026-10-06T06:36:02.104" v="1" actId="1076"/>
          <ac:spMkLst>
            <pc:docMk/>
            <pc:sldMk cId="2144941798" sldId="256"/>
            <ac:spMk id="5" creationId="{44894E66-9BDF-43CF-9411-F0B25C16B16E}"/>
          </ac:spMkLst>
        </pc:spChg>
      </pc:sldChg>
      <pc:sldChg chg="addSp delSp modSp mod">
        <pc:chgData name="Aswathy Mohan" userId="8ec7b060-ec9d-4a76-a81c-f80212d9386c" providerId="ADAL" clId="{A2D8F3F3-AB79-5800-97AF-2AFE679C11CA}" dt="2026-10-08T08:27:11.305" v="207" actId="255"/>
        <pc:sldMkLst>
          <pc:docMk/>
          <pc:sldMk cId="24980951" sldId="257"/>
        </pc:sldMkLst>
        <pc:spChg chg="add mod">
          <ac:chgData name="Aswathy Mohan" userId="8ec7b060-ec9d-4a76-a81c-f80212d9386c" providerId="ADAL" clId="{A2D8F3F3-AB79-5800-97AF-2AFE679C11CA}" dt="2026-10-08T05:41:31.172" v="203" actId="767"/>
          <ac:spMkLst>
            <pc:docMk/>
            <pc:sldMk cId="24980951" sldId="257"/>
            <ac:spMk id="3" creationId="{D444089F-C149-B22D-E310-DF55C8C0FC2A}"/>
          </ac:spMkLst>
        </pc:spChg>
        <pc:spChg chg="mod">
          <ac:chgData name="Aswathy Mohan" userId="8ec7b060-ec9d-4a76-a81c-f80212d9386c" providerId="ADAL" clId="{A2D8F3F3-AB79-5800-97AF-2AFE679C11CA}" dt="2026-10-06T06:36:26.137" v="19" actId="255"/>
          <ac:spMkLst>
            <pc:docMk/>
            <pc:sldMk cId="24980951" sldId="257"/>
            <ac:spMk id="5" creationId="{BC5DC8C2-5C5F-46D7-B70F-19711A06E472}"/>
          </ac:spMkLst>
        </pc:spChg>
        <pc:spChg chg="mod">
          <ac:chgData name="Aswathy Mohan" userId="8ec7b060-ec9d-4a76-a81c-f80212d9386c" providerId="ADAL" clId="{A2D8F3F3-AB79-5800-97AF-2AFE679C11CA}" dt="2026-10-08T08:27:11.305" v="207" actId="255"/>
          <ac:spMkLst>
            <pc:docMk/>
            <pc:sldMk cId="24980951" sldId="257"/>
            <ac:spMk id="6" creationId="{DA1059A4-6BF5-40FB-8E12-E68B74D1F48C}"/>
          </ac:spMkLst>
        </pc:spChg>
        <pc:spChg chg="mod">
          <ac:chgData name="Aswathy Mohan" userId="8ec7b060-ec9d-4a76-a81c-f80212d9386c" providerId="ADAL" clId="{A2D8F3F3-AB79-5800-97AF-2AFE679C11CA}" dt="2026-10-06T06:37:01.836" v="22" actId="255"/>
          <ac:spMkLst>
            <pc:docMk/>
            <pc:sldMk cId="24980951" sldId="257"/>
            <ac:spMk id="8" creationId="{3884AF64-FDE1-4748-B4B3-30AA730AEBF6}"/>
          </ac:spMkLst>
        </pc:spChg>
        <pc:spChg chg="mod">
          <ac:chgData name="Aswathy Mohan" userId="8ec7b060-ec9d-4a76-a81c-f80212d9386c" providerId="ADAL" clId="{A2D8F3F3-AB79-5800-97AF-2AFE679C11CA}" dt="2026-10-06T06:37:01.836" v="22" actId="255"/>
          <ac:spMkLst>
            <pc:docMk/>
            <pc:sldMk cId="24980951" sldId="257"/>
            <ac:spMk id="9" creationId="{102F71B1-09F0-42A1-9A96-1AD9E216EF99}"/>
          </ac:spMkLst>
        </pc:spChg>
        <pc:spChg chg="mod">
          <ac:chgData name="Aswathy Mohan" userId="8ec7b060-ec9d-4a76-a81c-f80212d9386c" providerId="ADAL" clId="{A2D8F3F3-AB79-5800-97AF-2AFE679C11CA}" dt="2026-10-06T06:37:01.836" v="22" actId="255"/>
          <ac:spMkLst>
            <pc:docMk/>
            <pc:sldMk cId="24980951" sldId="257"/>
            <ac:spMk id="11" creationId="{10987FF5-98FA-40CE-BE59-9351218F9D36}"/>
          </ac:spMkLst>
        </pc:spChg>
        <pc:spChg chg="mod">
          <ac:chgData name="Aswathy Mohan" userId="8ec7b060-ec9d-4a76-a81c-f80212d9386c" providerId="ADAL" clId="{A2D8F3F3-AB79-5800-97AF-2AFE679C11CA}" dt="2026-10-06T06:37:01.836" v="22" actId="255"/>
          <ac:spMkLst>
            <pc:docMk/>
            <pc:sldMk cId="24980951" sldId="257"/>
            <ac:spMk id="12" creationId="{037BC694-0F37-46FC-B050-EB71DBE01D75}"/>
          </ac:spMkLst>
        </pc:spChg>
      </pc:sldChg>
      <pc:sldChg chg="addSp delSp modSp mod">
        <pc:chgData name="Aswathy Mohan" userId="8ec7b060-ec9d-4a76-a81c-f80212d9386c" providerId="ADAL" clId="{A2D8F3F3-AB79-5800-97AF-2AFE679C11CA}" dt="2026-10-08T08:27:57.689" v="233"/>
        <pc:sldMkLst>
          <pc:docMk/>
          <pc:sldMk cId="2095791507" sldId="260"/>
        </pc:sldMkLst>
        <pc:spChg chg="mod">
          <ac:chgData name="Aswathy Mohan" userId="8ec7b060-ec9d-4a76-a81c-f80212d9386c" providerId="ADAL" clId="{A2D8F3F3-AB79-5800-97AF-2AFE679C11CA}" dt="2026-10-08T08:27:46.636" v="230" actId="20577"/>
          <ac:spMkLst>
            <pc:docMk/>
            <pc:sldMk cId="2095791507" sldId="260"/>
            <ac:spMk id="3" creationId="{244676EF-3B8B-4B45-986E-06CD08CB9587}"/>
          </ac:spMkLst>
        </pc:spChg>
        <pc:spChg chg="mod">
          <ac:chgData name="Aswathy Mohan" userId="8ec7b060-ec9d-4a76-a81c-f80212d9386c" providerId="ADAL" clId="{A2D8F3F3-AB79-5800-97AF-2AFE679C11CA}" dt="2026-10-06T07:45:09.146" v="142" actId="255"/>
          <ac:spMkLst>
            <pc:docMk/>
            <pc:sldMk cId="2095791507" sldId="260"/>
            <ac:spMk id="6" creationId="{261693D6-C27A-4556-90BE-01DB87E8A804}"/>
          </ac:spMkLst>
        </pc:spChg>
        <pc:spChg chg="mod">
          <ac:chgData name="Aswathy Mohan" userId="8ec7b060-ec9d-4a76-a81c-f80212d9386c" providerId="ADAL" clId="{A2D8F3F3-AB79-5800-97AF-2AFE679C11CA}" dt="2026-10-06T07:45:17.826" v="143" actId="255"/>
          <ac:spMkLst>
            <pc:docMk/>
            <pc:sldMk cId="2095791507" sldId="260"/>
            <ac:spMk id="16" creationId="{AAECB8F7-6AF3-4BE6-985B-B4D2F76AEA8E}"/>
          </ac:spMkLst>
        </pc:spChg>
        <pc:spChg chg="mod">
          <ac:chgData name="Aswathy Mohan" userId="8ec7b060-ec9d-4a76-a81c-f80212d9386c" providerId="ADAL" clId="{A2D8F3F3-AB79-5800-97AF-2AFE679C11CA}" dt="2026-10-06T07:45:29.477" v="145" actId="255"/>
          <ac:spMkLst>
            <pc:docMk/>
            <pc:sldMk cId="2095791507" sldId="260"/>
            <ac:spMk id="17" creationId="{1838D69D-543A-4BE4-85C3-895A19EEA396}"/>
          </ac:spMkLst>
        </pc:spChg>
        <pc:spChg chg="mod">
          <ac:chgData name="Aswathy Mohan" userId="8ec7b060-ec9d-4a76-a81c-f80212d9386c" providerId="ADAL" clId="{A2D8F3F3-AB79-5800-97AF-2AFE679C11CA}" dt="2026-10-06T07:45:23.254" v="144" actId="255"/>
          <ac:spMkLst>
            <pc:docMk/>
            <pc:sldMk cId="2095791507" sldId="260"/>
            <ac:spMk id="19" creationId="{5E980423-4CC9-468B-A587-F8F1A65F0999}"/>
          </ac:spMkLst>
        </pc:spChg>
        <pc:spChg chg="mod">
          <ac:chgData name="Aswathy Mohan" userId="8ec7b060-ec9d-4a76-a81c-f80212d9386c" providerId="ADAL" clId="{A2D8F3F3-AB79-5800-97AF-2AFE679C11CA}" dt="2026-10-06T07:45:55.386" v="147" actId="255"/>
          <ac:spMkLst>
            <pc:docMk/>
            <pc:sldMk cId="2095791507" sldId="260"/>
            <ac:spMk id="20" creationId="{74D11CF9-6E48-4B15-B190-656865115DBE}"/>
          </ac:spMkLst>
        </pc:spChg>
        <pc:spChg chg="mod">
          <ac:chgData name="Aswathy Mohan" userId="8ec7b060-ec9d-4a76-a81c-f80212d9386c" providerId="ADAL" clId="{A2D8F3F3-AB79-5800-97AF-2AFE679C11CA}" dt="2026-10-08T08:27:56.223" v="231" actId="1036"/>
          <ac:spMkLst>
            <pc:docMk/>
            <pc:sldMk cId="2095791507" sldId="260"/>
            <ac:spMk id="21" creationId="{7EF64591-6CA0-4E50-87DC-F33748D930E9}"/>
          </ac:spMkLst>
        </pc:spChg>
      </pc:sldChg>
      <pc:sldChg chg="modSp mod">
        <pc:chgData name="Aswathy Mohan" userId="8ec7b060-ec9d-4a76-a81c-f80212d9386c" providerId="ADAL" clId="{A2D8F3F3-AB79-5800-97AF-2AFE679C11CA}" dt="2026-10-06T08:23:26.249" v="173" actId="1036"/>
        <pc:sldMkLst>
          <pc:docMk/>
          <pc:sldMk cId="554194316" sldId="261"/>
        </pc:sldMkLst>
        <pc:spChg chg="mod">
          <ac:chgData name="Aswathy Mohan" userId="8ec7b060-ec9d-4a76-a81c-f80212d9386c" providerId="ADAL" clId="{A2D8F3F3-AB79-5800-97AF-2AFE679C11CA}" dt="2026-10-06T07:46:09.543" v="148" actId="255"/>
          <ac:spMkLst>
            <pc:docMk/>
            <pc:sldMk cId="554194316" sldId="261"/>
            <ac:spMk id="3" creationId="{43120B23-9E64-4711-BA97-4A8871ED83BF}"/>
          </ac:spMkLst>
        </pc:spChg>
        <pc:spChg chg="mod">
          <ac:chgData name="Aswathy Mohan" userId="8ec7b060-ec9d-4a76-a81c-f80212d9386c" providerId="ADAL" clId="{A2D8F3F3-AB79-5800-97AF-2AFE679C11CA}" dt="2026-10-06T08:23:26.249" v="173" actId="1036"/>
          <ac:spMkLst>
            <pc:docMk/>
            <pc:sldMk cId="554194316" sldId="261"/>
            <ac:spMk id="7" creationId="{53B48C56-6939-4A0A-B389-2DCCECF58EB9}"/>
          </ac:spMkLst>
        </pc:spChg>
        <pc:spChg chg="mod">
          <ac:chgData name="Aswathy Mohan" userId="8ec7b060-ec9d-4a76-a81c-f80212d9386c" providerId="ADAL" clId="{A2D8F3F3-AB79-5800-97AF-2AFE679C11CA}" dt="2026-10-06T07:47:08.267" v="149" actId="255"/>
          <ac:spMkLst>
            <pc:docMk/>
            <pc:sldMk cId="554194316" sldId="261"/>
            <ac:spMk id="8" creationId="{83F83012-79DB-475B-9E05-50E27192B644}"/>
          </ac:spMkLst>
        </pc:spChg>
        <pc:spChg chg="mod">
          <ac:chgData name="Aswathy Mohan" userId="8ec7b060-ec9d-4a76-a81c-f80212d9386c" providerId="ADAL" clId="{A2D8F3F3-AB79-5800-97AF-2AFE679C11CA}" dt="2026-10-06T07:47:08.267" v="149" actId="255"/>
          <ac:spMkLst>
            <pc:docMk/>
            <pc:sldMk cId="554194316" sldId="261"/>
            <ac:spMk id="9" creationId="{41AA7FDC-15FC-4486-B073-C8BCF27D3CBB}"/>
          </ac:spMkLst>
        </pc:spChg>
        <pc:spChg chg="mod">
          <ac:chgData name="Aswathy Mohan" userId="8ec7b060-ec9d-4a76-a81c-f80212d9386c" providerId="ADAL" clId="{A2D8F3F3-AB79-5800-97AF-2AFE679C11CA}" dt="2026-10-06T07:47:08.267" v="149" actId="255"/>
          <ac:spMkLst>
            <pc:docMk/>
            <pc:sldMk cId="554194316" sldId="261"/>
            <ac:spMk id="10" creationId="{12C4C0E6-C228-4B40-A8E3-2E072843148B}"/>
          </ac:spMkLst>
        </pc:spChg>
        <pc:spChg chg="mod">
          <ac:chgData name="Aswathy Mohan" userId="8ec7b060-ec9d-4a76-a81c-f80212d9386c" providerId="ADAL" clId="{A2D8F3F3-AB79-5800-97AF-2AFE679C11CA}" dt="2026-10-06T07:47:08.267" v="149" actId="255"/>
          <ac:spMkLst>
            <pc:docMk/>
            <pc:sldMk cId="554194316" sldId="261"/>
            <ac:spMk id="11" creationId="{6B430869-4F10-4B39-A353-A611256CA4CD}"/>
          </ac:spMkLst>
        </pc:spChg>
      </pc:sldChg>
      <pc:sldChg chg="modSp mod">
        <pc:chgData name="Aswathy Mohan" userId="8ec7b060-ec9d-4a76-a81c-f80212d9386c" providerId="ADAL" clId="{A2D8F3F3-AB79-5800-97AF-2AFE679C11CA}" dt="2026-10-08T08:28:48.249" v="255" actId="255"/>
        <pc:sldMkLst>
          <pc:docMk/>
          <pc:sldMk cId="675974635" sldId="262"/>
        </pc:sldMkLst>
        <pc:spChg chg="mod">
          <ac:chgData name="Aswathy Mohan" userId="8ec7b060-ec9d-4a76-a81c-f80212d9386c" providerId="ADAL" clId="{A2D8F3F3-AB79-5800-97AF-2AFE679C11CA}" dt="2026-10-06T08:23:33.886" v="174" actId="255"/>
          <ac:spMkLst>
            <pc:docMk/>
            <pc:sldMk cId="675974635" sldId="262"/>
            <ac:spMk id="3" creationId="{D2CAEA10-4D53-43E1-91B6-7650886A4ED7}"/>
          </ac:spMkLst>
        </pc:spChg>
        <pc:spChg chg="mod">
          <ac:chgData name="Aswathy Mohan" userId="8ec7b060-ec9d-4a76-a81c-f80212d9386c" providerId="ADAL" clId="{A2D8F3F3-AB79-5800-97AF-2AFE679C11CA}" dt="2026-10-08T08:28:48.249" v="255" actId="255"/>
          <ac:spMkLst>
            <pc:docMk/>
            <pc:sldMk cId="675974635" sldId="262"/>
            <ac:spMk id="8" creationId="{C9B18341-8DCE-49B8-9BAD-1FE19BE4DEB5}"/>
          </ac:spMkLst>
        </pc:spChg>
      </pc:sldChg>
      <pc:sldChg chg="modSp mod">
        <pc:chgData name="Aswathy Mohan" userId="8ec7b060-ec9d-4a76-a81c-f80212d9386c" providerId="ADAL" clId="{A2D8F3F3-AB79-5800-97AF-2AFE679C11CA}" dt="2026-10-06T08:24:41.799" v="180" actId="255"/>
        <pc:sldMkLst>
          <pc:docMk/>
          <pc:sldMk cId="1193980828" sldId="263"/>
        </pc:sldMkLst>
        <pc:spChg chg="mod">
          <ac:chgData name="Aswathy Mohan" userId="8ec7b060-ec9d-4a76-a81c-f80212d9386c" providerId="ADAL" clId="{A2D8F3F3-AB79-5800-97AF-2AFE679C11CA}" dt="2026-10-06T08:24:02.161" v="175" actId="255"/>
          <ac:spMkLst>
            <pc:docMk/>
            <pc:sldMk cId="1193980828" sldId="263"/>
            <ac:spMk id="3" creationId="{BF3B36E2-24C4-4C47-9C71-13597FDCEC75}"/>
          </ac:spMkLst>
        </pc:spChg>
        <pc:spChg chg="mod">
          <ac:chgData name="Aswathy Mohan" userId="8ec7b060-ec9d-4a76-a81c-f80212d9386c" providerId="ADAL" clId="{A2D8F3F3-AB79-5800-97AF-2AFE679C11CA}" dt="2026-10-06T08:24:41.799" v="180" actId="255"/>
          <ac:spMkLst>
            <pc:docMk/>
            <pc:sldMk cId="1193980828" sldId="263"/>
            <ac:spMk id="9" creationId="{7933D06E-2BCC-4340-A811-20C77154985C}"/>
          </ac:spMkLst>
        </pc:spChg>
        <pc:spChg chg="mod">
          <ac:chgData name="Aswathy Mohan" userId="8ec7b060-ec9d-4a76-a81c-f80212d9386c" providerId="ADAL" clId="{A2D8F3F3-AB79-5800-97AF-2AFE679C11CA}" dt="2026-10-06T08:24:22.933" v="177" actId="255"/>
          <ac:spMkLst>
            <pc:docMk/>
            <pc:sldMk cId="1193980828" sldId="263"/>
            <ac:spMk id="12" creationId="{230ACBD2-3F4B-4FEE-B76E-8FD5D6C85463}"/>
          </ac:spMkLst>
        </pc:spChg>
        <pc:spChg chg="mod">
          <ac:chgData name="Aswathy Mohan" userId="8ec7b060-ec9d-4a76-a81c-f80212d9386c" providerId="ADAL" clId="{A2D8F3F3-AB79-5800-97AF-2AFE679C11CA}" dt="2026-10-06T08:24:30.103" v="178" actId="255"/>
          <ac:spMkLst>
            <pc:docMk/>
            <pc:sldMk cId="1193980828" sldId="263"/>
            <ac:spMk id="13" creationId="{62A96704-608F-42C1-92AE-67BB61CD6918}"/>
          </ac:spMkLst>
        </pc:spChg>
        <pc:spChg chg="mod">
          <ac:chgData name="Aswathy Mohan" userId="8ec7b060-ec9d-4a76-a81c-f80212d9386c" providerId="ADAL" clId="{A2D8F3F3-AB79-5800-97AF-2AFE679C11CA}" dt="2026-10-06T08:24:37.266" v="179" actId="255"/>
          <ac:spMkLst>
            <pc:docMk/>
            <pc:sldMk cId="1193980828" sldId="263"/>
            <ac:spMk id="14" creationId="{9100F767-8D82-4EF0-BBED-0A0D6026C332}"/>
          </ac:spMkLst>
        </pc:spChg>
      </pc:sldChg>
      <pc:sldChg chg="modSp mod">
        <pc:chgData name="Aswathy Mohan" userId="8ec7b060-ec9d-4a76-a81c-f80212d9386c" providerId="ADAL" clId="{A2D8F3F3-AB79-5800-97AF-2AFE679C11CA}" dt="2026-10-08T08:28:30.938" v="253" actId="14100"/>
        <pc:sldMkLst>
          <pc:docMk/>
          <pc:sldMk cId="1498001003" sldId="264"/>
        </pc:sldMkLst>
        <pc:spChg chg="mod">
          <ac:chgData name="Aswathy Mohan" userId="8ec7b060-ec9d-4a76-a81c-f80212d9386c" providerId="ADAL" clId="{A2D8F3F3-AB79-5800-97AF-2AFE679C11CA}" dt="2026-10-08T08:28:30.938" v="253" actId="14100"/>
          <ac:spMkLst>
            <pc:docMk/>
            <pc:sldMk cId="1498001003" sldId="264"/>
            <ac:spMk id="3" creationId="{07EC4885-92B4-4E7C-A30B-E544EAD72B46}"/>
          </ac:spMkLst>
        </pc:spChg>
        <pc:spChg chg="mod">
          <ac:chgData name="Aswathy Mohan" userId="8ec7b060-ec9d-4a76-a81c-f80212d9386c" providerId="ADAL" clId="{A2D8F3F3-AB79-5800-97AF-2AFE679C11CA}" dt="2026-10-06T08:25:57.975" v="189" actId="1036"/>
          <ac:spMkLst>
            <pc:docMk/>
            <pc:sldMk cId="1498001003" sldId="264"/>
            <ac:spMk id="13" creationId="{185DD00A-8921-4E36-8793-C279868789F8}"/>
          </ac:spMkLst>
        </pc:spChg>
        <pc:spChg chg="mod">
          <ac:chgData name="Aswathy Mohan" userId="8ec7b060-ec9d-4a76-a81c-f80212d9386c" providerId="ADAL" clId="{A2D8F3F3-AB79-5800-97AF-2AFE679C11CA}" dt="2026-10-06T08:24:55.708" v="182" actId="255"/>
          <ac:spMkLst>
            <pc:docMk/>
            <pc:sldMk cId="1498001003" sldId="264"/>
            <ac:spMk id="14" creationId="{A28FCC33-E706-4301-B614-CCDBA0D36970}"/>
          </ac:spMkLst>
        </pc:spChg>
        <pc:spChg chg="mod">
          <ac:chgData name="Aswathy Mohan" userId="8ec7b060-ec9d-4a76-a81c-f80212d9386c" providerId="ADAL" clId="{A2D8F3F3-AB79-5800-97AF-2AFE679C11CA}" dt="2026-10-06T08:25:54.514" v="188" actId="14100"/>
          <ac:spMkLst>
            <pc:docMk/>
            <pc:sldMk cId="1498001003" sldId="264"/>
            <ac:spMk id="15" creationId="{E0166B3F-59D3-4005-9FB6-9EAF7FD007A6}"/>
          </ac:spMkLst>
        </pc:spChg>
        <pc:spChg chg="mod">
          <ac:chgData name="Aswathy Mohan" userId="8ec7b060-ec9d-4a76-a81c-f80212d9386c" providerId="ADAL" clId="{A2D8F3F3-AB79-5800-97AF-2AFE679C11CA}" dt="2026-10-06T08:25:25.681" v="186" actId="14100"/>
          <ac:spMkLst>
            <pc:docMk/>
            <pc:sldMk cId="1498001003" sldId="264"/>
            <ac:spMk id="16" creationId="{DF7D6436-0AC9-4D7E-82E9-2DF4AD6DFAC0}"/>
          </ac:spMkLst>
        </pc:spChg>
      </pc:sldChg>
      <pc:sldChg chg="modSp mod">
        <pc:chgData name="Aswathy Mohan" userId="8ec7b060-ec9d-4a76-a81c-f80212d9386c" providerId="ADAL" clId="{A2D8F3F3-AB79-5800-97AF-2AFE679C11CA}" dt="2026-10-06T08:26:24.378" v="192" actId="255"/>
        <pc:sldMkLst>
          <pc:docMk/>
          <pc:sldMk cId="222968358" sldId="265"/>
        </pc:sldMkLst>
        <pc:spChg chg="mod">
          <ac:chgData name="Aswathy Mohan" userId="8ec7b060-ec9d-4a76-a81c-f80212d9386c" providerId="ADAL" clId="{A2D8F3F3-AB79-5800-97AF-2AFE679C11CA}" dt="2026-10-06T08:26:14.762" v="190" actId="255"/>
          <ac:spMkLst>
            <pc:docMk/>
            <pc:sldMk cId="222968358" sldId="265"/>
            <ac:spMk id="3" creationId="{7CDA60FE-5E49-43A1-8F17-CD13C0BD7B3F}"/>
          </ac:spMkLst>
        </pc:spChg>
        <pc:spChg chg="mod">
          <ac:chgData name="Aswathy Mohan" userId="8ec7b060-ec9d-4a76-a81c-f80212d9386c" providerId="ADAL" clId="{A2D8F3F3-AB79-5800-97AF-2AFE679C11CA}" dt="2026-10-06T08:26:14.762" v="190" actId="255"/>
          <ac:spMkLst>
            <pc:docMk/>
            <pc:sldMk cId="222968358" sldId="265"/>
            <ac:spMk id="6" creationId="{E0A24146-3FAD-4EDA-9F9D-C90DD5E3FD18}"/>
          </ac:spMkLst>
        </pc:spChg>
        <pc:spChg chg="mod">
          <ac:chgData name="Aswathy Mohan" userId="8ec7b060-ec9d-4a76-a81c-f80212d9386c" providerId="ADAL" clId="{A2D8F3F3-AB79-5800-97AF-2AFE679C11CA}" dt="2026-10-06T08:26:19.754" v="191" actId="255"/>
          <ac:spMkLst>
            <pc:docMk/>
            <pc:sldMk cId="222968358" sldId="265"/>
            <ac:spMk id="7" creationId="{797AAA26-DDD8-4E47-A8C3-63616BFD1D72}"/>
          </ac:spMkLst>
        </pc:spChg>
        <pc:spChg chg="mod">
          <ac:chgData name="Aswathy Mohan" userId="8ec7b060-ec9d-4a76-a81c-f80212d9386c" providerId="ADAL" clId="{A2D8F3F3-AB79-5800-97AF-2AFE679C11CA}" dt="2026-10-06T08:26:14.762" v="190" actId="255"/>
          <ac:spMkLst>
            <pc:docMk/>
            <pc:sldMk cId="222968358" sldId="265"/>
            <ac:spMk id="9" creationId="{38A8B40E-0EB3-4362-A35B-F97C18E7D776}"/>
          </ac:spMkLst>
        </pc:spChg>
        <pc:spChg chg="mod">
          <ac:chgData name="Aswathy Mohan" userId="8ec7b060-ec9d-4a76-a81c-f80212d9386c" providerId="ADAL" clId="{A2D8F3F3-AB79-5800-97AF-2AFE679C11CA}" dt="2026-10-06T08:26:19.754" v="191" actId="255"/>
          <ac:spMkLst>
            <pc:docMk/>
            <pc:sldMk cId="222968358" sldId="265"/>
            <ac:spMk id="10" creationId="{41E3D569-D2C9-4672-A8DD-6F52933FCFBC}"/>
          </ac:spMkLst>
        </pc:spChg>
        <pc:spChg chg="mod">
          <ac:chgData name="Aswathy Mohan" userId="8ec7b060-ec9d-4a76-a81c-f80212d9386c" providerId="ADAL" clId="{A2D8F3F3-AB79-5800-97AF-2AFE679C11CA}" dt="2026-10-06T08:26:24.378" v="192" actId="255"/>
          <ac:spMkLst>
            <pc:docMk/>
            <pc:sldMk cId="222968358" sldId="265"/>
            <ac:spMk id="11" creationId="{6AE9ACF9-287E-4EE5-9484-D8C9DFFCC1C5}"/>
          </ac:spMkLst>
        </pc:spChg>
      </pc:sldChg>
      <pc:sldChg chg="modSp mod">
        <pc:chgData name="Aswathy Mohan" userId="8ec7b060-ec9d-4a76-a81c-f80212d9386c" providerId="ADAL" clId="{A2D8F3F3-AB79-5800-97AF-2AFE679C11CA}" dt="2026-10-06T08:27:06.279" v="195" actId="255"/>
        <pc:sldMkLst>
          <pc:docMk/>
          <pc:sldMk cId="1715209315" sldId="266"/>
        </pc:sldMkLst>
        <pc:spChg chg="mod">
          <ac:chgData name="Aswathy Mohan" userId="8ec7b060-ec9d-4a76-a81c-f80212d9386c" providerId="ADAL" clId="{A2D8F3F3-AB79-5800-97AF-2AFE679C11CA}" dt="2026-10-06T08:27:06.279" v="195" actId="255"/>
          <ac:spMkLst>
            <pc:docMk/>
            <pc:sldMk cId="1715209315" sldId="266"/>
            <ac:spMk id="3" creationId="{F2E76735-5F15-44F7-B782-651553765A32}"/>
          </ac:spMkLst>
        </pc:spChg>
        <pc:spChg chg="mod">
          <ac:chgData name="Aswathy Mohan" userId="8ec7b060-ec9d-4a76-a81c-f80212d9386c" providerId="ADAL" clId="{A2D8F3F3-AB79-5800-97AF-2AFE679C11CA}" dt="2026-10-06T08:27:00.467" v="194" actId="255"/>
          <ac:spMkLst>
            <pc:docMk/>
            <pc:sldMk cId="1715209315" sldId="266"/>
            <ac:spMk id="24" creationId="{140BE432-BA6E-4653-8F52-552CD3135FDB}"/>
          </ac:spMkLst>
        </pc:spChg>
        <pc:graphicFrameChg chg="modGraphic">
          <ac:chgData name="Aswathy Mohan" userId="8ec7b060-ec9d-4a76-a81c-f80212d9386c" providerId="ADAL" clId="{A2D8F3F3-AB79-5800-97AF-2AFE679C11CA}" dt="2026-10-06T08:26:51.869" v="193" actId="2165"/>
          <ac:graphicFrameMkLst>
            <pc:docMk/>
            <pc:sldMk cId="1715209315" sldId="266"/>
            <ac:graphicFrameMk id="26" creationId="{0D1FED98-4A2D-41FE-9D36-561F22665EB6}"/>
          </ac:graphicFrameMkLst>
        </pc:graphicFrameChg>
      </pc:sldChg>
      <pc:sldChg chg="modSp mod">
        <pc:chgData name="Aswathy Mohan" userId="8ec7b060-ec9d-4a76-a81c-f80212d9386c" providerId="ADAL" clId="{A2D8F3F3-AB79-5800-97AF-2AFE679C11CA}" dt="2026-10-08T06:21:07.419" v="204" actId="1035"/>
        <pc:sldMkLst>
          <pc:docMk/>
          <pc:sldMk cId="660865431" sldId="267"/>
        </pc:sldMkLst>
        <pc:spChg chg="mod">
          <ac:chgData name="Aswathy Mohan" userId="8ec7b060-ec9d-4a76-a81c-f80212d9386c" providerId="ADAL" clId="{A2D8F3F3-AB79-5800-97AF-2AFE679C11CA}" dt="2026-10-06T08:27:53.053" v="199" actId="255"/>
          <ac:spMkLst>
            <pc:docMk/>
            <pc:sldMk cId="660865431" sldId="267"/>
            <ac:spMk id="3" creationId="{D3389B9F-0B3F-4538-9219-CA6ED4CFAE3F}"/>
          </ac:spMkLst>
        </pc:spChg>
        <pc:spChg chg="mod">
          <ac:chgData name="Aswathy Mohan" userId="8ec7b060-ec9d-4a76-a81c-f80212d9386c" providerId="ADAL" clId="{A2D8F3F3-AB79-5800-97AF-2AFE679C11CA}" dt="2026-10-06T08:27:22.626" v="196" actId="255"/>
          <ac:spMkLst>
            <pc:docMk/>
            <pc:sldMk cId="660865431" sldId="267"/>
            <ac:spMk id="6" creationId="{8C5FA1FB-7B82-450C-ACCE-B37E6E53A4EC}"/>
          </ac:spMkLst>
        </pc:spChg>
        <pc:spChg chg="mod">
          <ac:chgData name="Aswathy Mohan" userId="8ec7b060-ec9d-4a76-a81c-f80212d9386c" providerId="ADAL" clId="{A2D8F3F3-AB79-5800-97AF-2AFE679C11CA}" dt="2026-10-06T08:27:36.695" v="197" actId="14100"/>
          <ac:spMkLst>
            <pc:docMk/>
            <pc:sldMk cId="660865431" sldId="267"/>
            <ac:spMk id="7" creationId="{4E94A388-5012-436E-9A11-4341D8699D68}"/>
          </ac:spMkLst>
        </pc:spChg>
        <pc:spChg chg="mod">
          <ac:chgData name="Aswathy Mohan" userId="8ec7b060-ec9d-4a76-a81c-f80212d9386c" providerId="ADAL" clId="{A2D8F3F3-AB79-5800-97AF-2AFE679C11CA}" dt="2026-10-06T08:27:22.626" v="196" actId="255"/>
          <ac:spMkLst>
            <pc:docMk/>
            <pc:sldMk cId="660865431" sldId="267"/>
            <ac:spMk id="8" creationId="{3F0B3552-E130-449C-A97F-19783A7E7254}"/>
          </ac:spMkLst>
        </pc:spChg>
        <pc:spChg chg="mod">
          <ac:chgData name="Aswathy Mohan" userId="8ec7b060-ec9d-4a76-a81c-f80212d9386c" providerId="ADAL" clId="{A2D8F3F3-AB79-5800-97AF-2AFE679C11CA}" dt="2026-10-06T08:27:22.626" v="196" actId="255"/>
          <ac:spMkLst>
            <pc:docMk/>
            <pc:sldMk cId="660865431" sldId="267"/>
            <ac:spMk id="9" creationId="{070CA2FA-D551-4DCF-ACE0-4E2E55E123EC}"/>
          </ac:spMkLst>
        </pc:spChg>
        <pc:spChg chg="mod">
          <ac:chgData name="Aswathy Mohan" userId="8ec7b060-ec9d-4a76-a81c-f80212d9386c" providerId="ADAL" clId="{A2D8F3F3-AB79-5800-97AF-2AFE679C11CA}" dt="2026-10-06T08:27:39.673" v="198" actId="14100"/>
          <ac:spMkLst>
            <pc:docMk/>
            <pc:sldMk cId="660865431" sldId="267"/>
            <ac:spMk id="10" creationId="{980C7A8D-0213-4C68-A0B3-C4F779F56CF0}"/>
          </ac:spMkLst>
        </pc:spChg>
        <pc:spChg chg="mod">
          <ac:chgData name="Aswathy Mohan" userId="8ec7b060-ec9d-4a76-a81c-f80212d9386c" providerId="ADAL" clId="{A2D8F3F3-AB79-5800-97AF-2AFE679C11CA}" dt="2026-10-08T06:21:07.419" v="204" actId="1035"/>
          <ac:spMkLst>
            <pc:docMk/>
            <pc:sldMk cId="660865431" sldId="267"/>
            <ac:spMk id="11" creationId="{96EA6417-EADB-418D-A136-6AC2840D1221}"/>
          </ac:spMkLst>
        </pc:spChg>
        <pc:spChg chg="mod">
          <ac:chgData name="Aswathy Mohan" userId="8ec7b060-ec9d-4a76-a81c-f80212d9386c" providerId="ADAL" clId="{A2D8F3F3-AB79-5800-97AF-2AFE679C11CA}" dt="2026-10-06T08:27:22.626" v="196" actId="255"/>
          <ac:spMkLst>
            <pc:docMk/>
            <pc:sldMk cId="660865431" sldId="267"/>
            <ac:spMk id="12" creationId="{1CFBB369-DFF7-4B7D-BACA-9D30A5CD4349}"/>
          </ac:spMkLst>
        </pc:spChg>
        <pc:spChg chg="mod">
          <ac:chgData name="Aswathy Mohan" userId="8ec7b060-ec9d-4a76-a81c-f80212d9386c" providerId="ADAL" clId="{A2D8F3F3-AB79-5800-97AF-2AFE679C11CA}" dt="2026-10-06T08:27:22.626" v="196" actId="255"/>
          <ac:spMkLst>
            <pc:docMk/>
            <pc:sldMk cId="660865431" sldId="267"/>
            <ac:spMk id="13" creationId="{66EC5AF5-8B20-4E5D-9C71-86DFE47B7537}"/>
          </ac:spMkLst>
        </pc:spChg>
      </pc:sldChg>
      <pc:sldChg chg="addSp delSp modSp new mod">
        <pc:chgData name="Aswathy Mohan" userId="8ec7b060-ec9d-4a76-a81c-f80212d9386c" providerId="ADAL" clId="{A2D8F3F3-AB79-5800-97AF-2AFE679C11CA}" dt="2026-10-14T06:41:01.501" v="292"/>
        <pc:sldMkLst>
          <pc:docMk/>
          <pc:sldMk cId="432426138" sldId="268"/>
        </pc:sldMkLst>
        <pc:spChg chg="add mod">
          <ac:chgData name="Aswathy Mohan" userId="8ec7b060-ec9d-4a76-a81c-f80212d9386c" providerId="ADAL" clId="{A2D8F3F3-AB79-5800-97AF-2AFE679C11CA}" dt="2026-10-06T07:39:05.611" v="57"/>
          <ac:spMkLst>
            <pc:docMk/>
            <pc:sldMk cId="432426138" sldId="268"/>
            <ac:spMk id="3" creationId="{FDC2AFE7-BAAC-6F1E-5578-3C0331B083E6}"/>
          </ac:spMkLst>
        </pc:spChg>
        <pc:spChg chg="add mod">
          <ac:chgData name="Aswathy Mohan" userId="8ec7b060-ec9d-4a76-a81c-f80212d9386c" providerId="ADAL" clId="{A2D8F3F3-AB79-5800-97AF-2AFE679C11CA}" dt="2026-10-14T06:41:01.501" v="292"/>
          <ac:spMkLst>
            <pc:docMk/>
            <pc:sldMk cId="432426138" sldId="268"/>
            <ac:spMk id="4" creationId="{A98F6778-0C03-E169-E393-97BBCA0ACE27}"/>
          </ac:spMkLst>
        </pc:spChg>
        <pc:spChg chg="add mod">
          <ac:chgData name="Aswathy Mohan" userId="8ec7b060-ec9d-4a76-a81c-f80212d9386c" providerId="ADAL" clId="{A2D8F3F3-AB79-5800-97AF-2AFE679C11CA}" dt="2026-10-06T07:41:03.466" v="120" actId="1076"/>
          <ac:spMkLst>
            <pc:docMk/>
            <pc:sldMk cId="432426138" sldId="268"/>
            <ac:spMk id="7" creationId="{72DB55B0-57C1-64EC-B376-D806178E686A}"/>
          </ac:spMkLst>
        </pc:spChg>
        <pc:spChg chg="add mod">
          <ac:chgData name="Aswathy Mohan" userId="8ec7b060-ec9d-4a76-a81c-f80212d9386c" providerId="ADAL" clId="{A2D8F3F3-AB79-5800-97AF-2AFE679C11CA}" dt="2026-10-06T08:21:49.957" v="172" actId="1076"/>
          <ac:spMkLst>
            <pc:docMk/>
            <pc:sldMk cId="432426138" sldId="268"/>
            <ac:spMk id="8" creationId="{72DF234A-A121-A644-9294-027D1F4B4544}"/>
          </ac:spMkLst>
        </pc:spChg>
        <pc:picChg chg="add mod">
          <ac:chgData name="Aswathy Mohan" userId="8ec7b060-ec9d-4a76-a81c-f80212d9386c" providerId="ADAL" clId="{A2D8F3F3-AB79-5800-97AF-2AFE679C11CA}" dt="2026-10-06T08:21:44.633" v="171" actId="1076"/>
          <ac:picMkLst>
            <pc:docMk/>
            <pc:sldMk cId="432426138" sldId="268"/>
            <ac:picMk id="2" creationId="{6CC0DD61-6ED3-D695-CB7A-9D8B947598A2}"/>
          </ac:picMkLst>
        </pc:picChg>
      </pc:sldChg>
      <pc:sldChg chg="addSp delSp modSp add mod setBg">
        <pc:chgData name="Aswathy Mohan" userId="8ec7b060-ec9d-4a76-a81c-f80212d9386c" providerId="ADAL" clId="{A2D8F3F3-AB79-5800-97AF-2AFE679C11CA}" dt="2026-10-06T08:13:37.306" v="167" actId="14100"/>
        <pc:sldMkLst>
          <pc:docMk/>
          <pc:sldMk cId="1126741636" sldId="270"/>
        </pc:sldMkLst>
        <pc:spChg chg="mod">
          <ac:chgData name="Aswathy Mohan" userId="8ec7b060-ec9d-4a76-a81c-f80212d9386c" providerId="ADAL" clId="{A2D8F3F3-AB79-5800-97AF-2AFE679C11CA}" dt="2026-10-06T08:13:37.306" v="167" actId="14100"/>
          <ac:spMkLst>
            <pc:docMk/>
            <pc:sldMk cId="1126741636" sldId="270"/>
            <ac:spMk id="3" creationId="{3948837A-7F0F-4EBD-8011-4F7855D1112B}"/>
          </ac:spMkLst>
        </pc:spChg>
        <pc:spChg chg="add mod">
          <ac:chgData name="Aswathy Mohan" userId="8ec7b060-ec9d-4a76-a81c-f80212d9386c" providerId="ADAL" clId="{A2D8F3F3-AB79-5800-97AF-2AFE679C11CA}" dt="2026-10-06T08:12:30.343" v="165" actId="1076"/>
          <ac:spMkLst>
            <pc:docMk/>
            <pc:sldMk cId="1126741636" sldId="270"/>
            <ac:spMk id="7" creationId="{7AD9317B-6334-78F2-7E16-58180E55DE64}"/>
          </ac:spMkLst>
        </pc:spChg>
        <pc:spChg chg="mod">
          <ac:chgData name="Aswathy Mohan" userId="8ec7b060-ec9d-4a76-a81c-f80212d9386c" providerId="ADAL" clId="{A2D8F3F3-AB79-5800-97AF-2AFE679C11CA}" dt="2026-10-06T08:12:14.007" v="161" actId="1076"/>
          <ac:spMkLst>
            <pc:docMk/>
            <pc:sldMk cId="1126741636" sldId="270"/>
            <ac:spMk id="27" creationId="{7FB2088F-35FC-4D63-831D-D31141F192CE}"/>
          </ac:spMkLst>
        </pc:spChg>
      </pc:sldChg>
      <pc:sldChg chg="addSp modSp new mod">
        <pc:chgData name="Aswathy Mohan" userId="8ec7b060-ec9d-4a76-a81c-f80212d9386c" providerId="ADAL" clId="{A2D8F3F3-AB79-5800-97AF-2AFE679C11CA}" dt="2026-10-14T06:43:58.806" v="399" actId="207"/>
        <pc:sldMkLst>
          <pc:docMk/>
          <pc:sldMk cId="3820648096" sldId="271"/>
        </pc:sldMkLst>
        <pc:spChg chg="add mod">
          <ac:chgData name="Aswathy Mohan" userId="8ec7b060-ec9d-4a76-a81c-f80212d9386c" providerId="ADAL" clId="{A2D8F3F3-AB79-5800-97AF-2AFE679C11CA}" dt="2026-10-14T06:40:30.554" v="282" actId="1036"/>
          <ac:spMkLst>
            <pc:docMk/>
            <pc:sldMk cId="3820648096" sldId="271"/>
            <ac:spMk id="4" creationId="{F1DA6DF7-6456-7ECF-F05B-1440B9A6331C}"/>
          </ac:spMkLst>
        </pc:spChg>
        <pc:spChg chg="add mod">
          <ac:chgData name="Aswathy Mohan" userId="8ec7b060-ec9d-4a76-a81c-f80212d9386c" providerId="ADAL" clId="{A2D8F3F3-AB79-5800-97AF-2AFE679C11CA}" dt="2026-10-14T06:40:30.554" v="282" actId="1036"/>
          <ac:spMkLst>
            <pc:docMk/>
            <pc:sldMk cId="3820648096" sldId="271"/>
            <ac:spMk id="9" creationId="{A2346AE4-F398-902B-2113-83B4CD61741D}"/>
          </ac:spMkLst>
        </pc:spChg>
        <pc:spChg chg="mod">
          <ac:chgData name="Aswathy Mohan" userId="8ec7b060-ec9d-4a76-a81c-f80212d9386c" providerId="ADAL" clId="{A2D8F3F3-AB79-5800-97AF-2AFE679C11CA}" dt="2026-10-14T06:40:50.717" v="291" actId="1035"/>
          <ac:spMkLst>
            <pc:docMk/>
            <pc:sldMk cId="3820648096" sldId="271"/>
            <ac:spMk id="10" creationId="{02F5301F-F3EA-CB0C-3F54-026B9AC59DB6}"/>
          </ac:spMkLst>
        </pc:spChg>
        <pc:spChg chg="add mod">
          <ac:chgData name="Aswathy Mohan" userId="8ec7b060-ec9d-4a76-a81c-f80212d9386c" providerId="ADAL" clId="{A2D8F3F3-AB79-5800-97AF-2AFE679C11CA}" dt="2026-10-14T06:40:30.554" v="282" actId="1036"/>
          <ac:spMkLst>
            <pc:docMk/>
            <pc:sldMk cId="3820648096" sldId="271"/>
            <ac:spMk id="12" creationId="{090398BE-22AD-D94B-918B-4D5888211034}"/>
          </ac:spMkLst>
        </pc:spChg>
        <pc:spChg chg="add mod">
          <ac:chgData name="Aswathy Mohan" userId="8ec7b060-ec9d-4a76-a81c-f80212d9386c" providerId="ADAL" clId="{A2D8F3F3-AB79-5800-97AF-2AFE679C11CA}" dt="2026-10-14T06:40:30.554" v="282" actId="1036"/>
          <ac:spMkLst>
            <pc:docMk/>
            <pc:sldMk cId="3820648096" sldId="271"/>
            <ac:spMk id="13" creationId="{3934847D-77DD-C085-329B-F004E1BF8176}"/>
          </ac:spMkLst>
        </pc:spChg>
        <pc:spChg chg="add mod">
          <ac:chgData name="Aswathy Mohan" userId="8ec7b060-ec9d-4a76-a81c-f80212d9386c" providerId="ADAL" clId="{A2D8F3F3-AB79-5800-97AF-2AFE679C11CA}" dt="2026-10-14T06:40:30.554" v="282" actId="1036"/>
          <ac:spMkLst>
            <pc:docMk/>
            <pc:sldMk cId="3820648096" sldId="271"/>
            <ac:spMk id="16" creationId="{5FAB0FE1-CC7C-14CB-4247-8B9FCB41856D}"/>
          </ac:spMkLst>
        </pc:spChg>
        <pc:spChg chg="add mod">
          <ac:chgData name="Aswathy Mohan" userId="8ec7b060-ec9d-4a76-a81c-f80212d9386c" providerId="ADAL" clId="{A2D8F3F3-AB79-5800-97AF-2AFE679C11CA}" dt="2026-10-14T06:40:30.554" v="282" actId="1036"/>
          <ac:spMkLst>
            <pc:docMk/>
            <pc:sldMk cId="3820648096" sldId="271"/>
            <ac:spMk id="18" creationId="{88C2990A-8C57-EBDD-D783-3A1E7B1CF9A9}"/>
          </ac:spMkLst>
        </pc:spChg>
        <pc:spChg chg="add mod">
          <ac:chgData name="Aswathy Mohan" userId="8ec7b060-ec9d-4a76-a81c-f80212d9386c" providerId="ADAL" clId="{A2D8F3F3-AB79-5800-97AF-2AFE679C11CA}" dt="2026-10-14T06:40:30.554" v="282" actId="1036"/>
          <ac:spMkLst>
            <pc:docMk/>
            <pc:sldMk cId="3820648096" sldId="271"/>
            <ac:spMk id="24" creationId="{BBEB50AC-0084-272C-D05C-8BAE0DBF1241}"/>
          </ac:spMkLst>
        </pc:spChg>
        <pc:spChg chg="add mod">
          <ac:chgData name="Aswathy Mohan" userId="8ec7b060-ec9d-4a76-a81c-f80212d9386c" providerId="ADAL" clId="{A2D8F3F3-AB79-5800-97AF-2AFE679C11CA}" dt="2026-10-14T06:40:30.554" v="282" actId="1036"/>
          <ac:spMkLst>
            <pc:docMk/>
            <pc:sldMk cId="3820648096" sldId="271"/>
            <ac:spMk id="28" creationId="{8BB5FD54-908E-FE91-B831-EFC0019E66FC}"/>
          </ac:spMkLst>
        </pc:spChg>
        <pc:spChg chg="add mod">
          <ac:chgData name="Aswathy Mohan" userId="8ec7b060-ec9d-4a76-a81c-f80212d9386c" providerId="ADAL" clId="{A2D8F3F3-AB79-5800-97AF-2AFE679C11CA}" dt="2026-10-14T06:40:30.554" v="282" actId="1036"/>
          <ac:spMkLst>
            <pc:docMk/>
            <pc:sldMk cId="3820648096" sldId="271"/>
            <ac:spMk id="29" creationId="{E37E28AC-8CE0-1633-4391-EF983EFE86A2}"/>
          </ac:spMkLst>
        </pc:spChg>
        <pc:spChg chg="add mod">
          <ac:chgData name="Aswathy Mohan" userId="8ec7b060-ec9d-4a76-a81c-f80212d9386c" providerId="ADAL" clId="{A2D8F3F3-AB79-5800-97AF-2AFE679C11CA}" dt="2026-10-14T06:40:30.554" v="282" actId="1036"/>
          <ac:spMkLst>
            <pc:docMk/>
            <pc:sldMk cId="3820648096" sldId="271"/>
            <ac:spMk id="32" creationId="{2D1739AC-F6B3-55F4-9F88-2C17B4E6FDA1}"/>
          </ac:spMkLst>
        </pc:spChg>
        <pc:spChg chg="add mod">
          <ac:chgData name="Aswathy Mohan" userId="8ec7b060-ec9d-4a76-a81c-f80212d9386c" providerId="ADAL" clId="{A2D8F3F3-AB79-5800-97AF-2AFE679C11CA}" dt="2026-10-14T06:41:11.483" v="293"/>
          <ac:spMkLst>
            <pc:docMk/>
            <pc:sldMk cId="3820648096" sldId="271"/>
            <ac:spMk id="43" creationId="{6FD79A20-08D1-6538-96CE-9EC49F1CA778}"/>
          </ac:spMkLst>
        </pc:spChg>
        <pc:spChg chg="add mod">
          <ac:chgData name="Aswathy Mohan" userId="8ec7b060-ec9d-4a76-a81c-f80212d9386c" providerId="ADAL" clId="{A2D8F3F3-AB79-5800-97AF-2AFE679C11CA}" dt="2026-10-14T06:41:51.147" v="385" actId="20577"/>
          <ac:spMkLst>
            <pc:docMk/>
            <pc:sldMk cId="3820648096" sldId="271"/>
            <ac:spMk id="44" creationId="{3786DABC-F9A8-B482-F2A0-1BF22730E72E}"/>
          </ac:spMkLst>
        </pc:spChg>
        <pc:spChg chg="add mod">
          <ac:chgData name="Aswathy Mohan" userId="8ec7b060-ec9d-4a76-a81c-f80212d9386c" providerId="ADAL" clId="{A2D8F3F3-AB79-5800-97AF-2AFE679C11CA}" dt="2026-10-14T06:43:17.723" v="386"/>
          <ac:spMkLst>
            <pc:docMk/>
            <pc:sldMk cId="3820648096" sldId="271"/>
            <ac:spMk id="45" creationId="{B28179A0-3DB5-5767-EBE0-FA01476B5F5F}"/>
          </ac:spMkLst>
        </pc:spChg>
        <pc:spChg chg="add mod">
          <ac:chgData name="Aswathy Mohan" userId="8ec7b060-ec9d-4a76-a81c-f80212d9386c" providerId="ADAL" clId="{A2D8F3F3-AB79-5800-97AF-2AFE679C11CA}" dt="2026-10-14T06:43:17.723" v="386"/>
          <ac:spMkLst>
            <pc:docMk/>
            <pc:sldMk cId="3820648096" sldId="271"/>
            <ac:spMk id="46" creationId="{610AB6CB-C592-67C5-B042-687C74C7BA1E}"/>
          </ac:spMkLst>
        </pc:spChg>
        <pc:spChg chg="add mod">
          <ac:chgData name="Aswathy Mohan" userId="8ec7b060-ec9d-4a76-a81c-f80212d9386c" providerId="ADAL" clId="{A2D8F3F3-AB79-5800-97AF-2AFE679C11CA}" dt="2026-10-14T06:43:58.806" v="399" actId="207"/>
          <ac:spMkLst>
            <pc:docMk/>
            <pc:sldMk cId="3820648096" sldId="271"/>
            <ac:spMk id="48" creationId="{96359069-B7E6-88F1-B3C1-44AB8A9E6BE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GoF</a:t>
            </a:r>
            <a:r>
              <a:rPr dirty="0"/>
              <a:t> classification and intent: Gamma, Helm, Johnson and </a:t>
            </a:r>
            <a:r>
              <a:rPr dirty="0" err="1"/>
              <a:t>Vlissides</a:t>
            </a:r>
            <a:r>
              <a:rPr dirty="0"/>
              <a:t>, Design Patterns (1994). Teaching examples are illustrative. Factory Method structure: https://</a:t>
            </a:r>
            <a:r>
              <a:rPr dirty="0" err="1"/>
              <a:t>www.cs.up.ac.za</a:t>
            </a:r>
            <a:r>
              <a:rPr dirty="0"/>
              <a:t>/cs/</a:t>
            </a:r>
            <a:r>
              <a:rPr dirty="0" err="1"/>
              <a:t>lmarshall</a:t>
            </a:r>
            <a:r>
              <a:rPr dirty="0"/>
              <a:t>/TDP/Notes/_Chapter4_FactoryMethod.pdf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GoF</a:t>
            </a:r>
            <a:r>
              <a:rPr dirty="0"/>
              <a:t> classification and intent: Gamma, Helm, Johnson and </a:t>
            </a:r>
            <a:r>
              <a:rPr dirty="0" err="1"/>
              <a:t>Vlissides</a:t>
            </a:r>
            <a:r>
              <a:rPr dirty="0"/>
              <a:t>, Design Patterns (1994). Teaching examples are illustrative. Factory Method structure: https://</a:t>
            </a:r>
            <a:r>
              <a:rPr dirty="0" err="1"/>
              <a:t>www.cs.up.ac.za</a:t>
            </a:r>
            <a:r>
              <a:rPr dirty="0"/>
              <a:t>/cs/</a:t>
            </a:r>
            <a:r>
              <a:rPr dirty="0" err="1"/>
              <a:t>lmarshall</a:t>
            </a:r>
            <a:r>
              <a:rPr dirty="0"/>
              <a:t>/TDP/Notes/_Chapter4_FactoryMethod.pdf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createTransport</a:t>
            </a:r>
            <a:r>
              <a:rPr dirty="0"/>
              <a:t>() is the factory method. </a:t>
            </a:r>
            <a:r>
              <a:rPr dirty="0" err="1"/>
              <a:t>planDelivery</a:t>
            </a:r>
            <a:r>
              <a:rPr dirty="0"/>
              <a:t>() is the shared workflow. In the direct construction version, the workflow names the concrete product class. In the Factory Method version, subclasses override </a:t>
            </a:r>
            <a:r>
              <a:rPr dirty="0" err="1"/>
              <a:t>createTransport</a:t>
            </a:r>
            <a:r>
              <a:rPr dirty="0"/>
              <a:t>(). Client example: Logistics service = new </a:t>
            </a:r>
            <a:r>
              <a:rPr dirty="0" err="1"/>
              <a:t>SeaLogistics</a:t>
            </a:r>
            <a:r>
              <a:rPr dirty="0"/>
              <a:t>(); </a:t>
            </a:r>
            <a:r>
              <a:rPr dirty="0" err="1"/>
              <a:t>service.planDelivery</a:t>
            </a:r>
            <a:r>
              <a:rPr dirty="0"/>
              <a:t>(); This calls </a:t>
            </a:r>
            <a:r>
              <a:rPr dirty="0" err="1"/>
              <a:t>SeaLogistics.createTransport</a:t>
            </a:r>
            <a:r>
              <a:rPr dirty="0"/>
              <a:t>(), gets a Ship, and calls deliver(). Transport, Truck and Ship are defined on slide 6. </a:t>
            </a:r>
            <a:r>
              <a:rPr dirty="0" err="1"/>
              <a:t>GoF</a:t>
            </a:r>
            <a:r>
              <a:rPr dirty="0"/>
              <a:t> intent and structure: https://</a:t>
            </a:r>
            <a:r>
              <a:rPr dirty="0" err="1"/>
              <a:t>www.cs.up.ac.za</a:t>
            </a:r>
            <a:r>
              <a:rPr dirty="0"/>
              <a:t>/cs/</a:t>
            </a:r>
            <a:r>
              <a:rPr dirty="0" err="1"/>
              <a:t>lmarshall</a:t>
            </a:r>
            <a:r>
              <a:rPr dirty="0"/>
              <a:t>/TDP/Notes/_Chapter4_FactoryMethod.pdf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GoF</a:t>
            </a:r>
            <a:r>
              <a:rPr dirty="0"/>
              <a:t> classification and intent: Gamma, Helm, Johnson and </a:t>
            </a:r>
            <a:r>
              <a:rPr dirty="0" err="1"/>
              <a:t>Vlissides</a:t>
            </a:r>
            <a:r>
              <a:rPr dirty="0"/>
              <a:t>, Design Patterns (1994). Teaching examples are illustrative. Factory Method structure: https://</a:t>
            </a:r>
            <a:r>
              <a:rPr dirty="0" err="1"/>
              <a:t>www.cs.up.ac.za</a:t>
            </a:r>
            <a:r>
              <a:rPr dirty="0"/>
              <a:t>/cs/</a:t>
            </a:r>
            <a:r>
              <a:rPr dirty="0" err="1"/>
              <a:t>lmarshall</a:t>
            </a:r>
            <a:r>
              <a:rPr dirty="0"/>
              <a:t>/TDP/Notes/_Chapter4_FactoryMethod.pdf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GoF</a:t>
            </a:r>
            <a:r>
              <a:rPr dirty="0"/>
              <a:t> classification and intent: Gamma, Helm, Johnson and </a:t>
            </a:r>
            <a:r>
              <a:rPr dirty="0" err="1"/>
              <a:t>Vlissides</a:t>
            </a:r>
            <a:r>
              <a:rPr dirty="0"/>
              <a:t>, Design Patterns (1994). Teaching examples are illustrative. Factory Method structure: https://</a:t>
            </a:r>
            <a:r>
              <a:rPr dirty="0" err="1"/>
              <a:t>www.cs.up.ac.za</a:t>
            </a:r>
            <a:r>
              <a:rPr dirty="0"/>
              <a:t>/cs/</a:t>
            </a:r>
            <a:r>
              <a:rPr dirty="0" err="1"/>
              <a:t>lmarshall</a:t>
            </a:r>
            <a:r>
              <a:rPr dirty="0"/>
              <a:t>/TDP/Notes/_Chapter4_FactoryMethod.pdf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GoF</a:t>
            </a:r>
            <a:r>
              <a:rPr dirty="0"/>
              <a:t> classification and intent: Gamma, Helm, Johnson and </a:t>
            </a:r>
            <a:r>
              <a:rPr dirty="0" err="1"/>
              <a:t>Vlissides</a:t>
            </a:r>
            <a:r>
              <a:rPr dirty="0"/>
              <a:t>, Design Patterns (1994). Teaching examples are illustrative. Factory Method structure: https://</a:t>
            </a:r>
            <a:r>
              <a:rPr dirty="0" err="1"/>
              <a:t>www.cs.up.ac.za</a:t>
            </a:r>
            <a:r>
              <a:rPr dirty="0"/>
              <a:t>/cs/</a:t>
            </a:r>
            <a:r>
              <a:rPr dirty="0" err="1"/>
              <a:t>lmarshall</a:t>
            </a:r>
            <a:r>
              <a:rPr dirty="0"/>
              <a:t>/TDP/Notes/_Chapter4_FactoryMethod.pdf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GoF</a:t>
            </a:r>
            <a:r>
              <a:rPr dirty="0"/>
              <a:t> classification and intent: Gamma, Helm, Johnson and </a:t>
            </a:r>
            <a:r>
              <a:rPr dirty="0" err="1"/>
              <a:t>Vlissides</a:t>
            </a:r>
            <a:r>
              <a:rPr dirty="0"/>
              <a:t>, Design Patterns (1994). Teaching examples are illustrative. Factory Method structure: https://</a:t>
            </a:r>
            <a:r>
              <a:rPr dirty="0" err="1"/>
              <a:t>www.cs.up.ac.za</a:t>
            </a:r>
            <a:r>
              <a:rPr dirty="0"/>
              <a:t>/cs/</a:t>
            </a:r>
            <a:r>
              <a:rPr dirty="0" err="1"/>
              <a:t>lmarshall</a:t>
            </a:r>
            <a:r>
              <a:rPr dirty="0"/>
              <a:t>/TDP/Notes/_Chapter4_FactoryMethod.pdf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GoF</a:t>
            </a:r>
            <a:r>
              <a:rPr dirty="0"/>
              <a:t> classification and intent: Gamma, Helm, Johnson and </a:t>
            </a:r>
            <a:r>
              <a:rPr dirty="0" err="1"/>
              <a:t>Vlissides</a:t>
            </a:r>
            <a:r>
              <a:rPr dirty="0"/>
              <a:t>, Design Patterns (1994). Teaching examples are illustrative. Factory Method structure: https://</a:t>
            </a:r>
            <a:r>
              <a:rPr dirty="0" err="1"/>
              <a:t>www.cs.up.ac.za</a:t>
            </a:r>
            <a:r>
              <a:rPr dirty="0"/>
              <a:t>/cs/</a:t>
            </a:r>
            <a:r>
              <a:rPr dirty="0" err="1"/>
              <a:t>lmarshall</a:t>
            </a:r>
            <a:r>
              <a:rPr dirty="0"/>
              <a:t>/TDP/Notes/_Chapter4_FactoryMethod.pdf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GoF</a:t>
            </a:r>
            <a:r>
              <a:rPr dirty="0"/>
              <a:t> classification and intent: Gamma, Helm, Johnson and </a:t>
            </a:r>
            <a:r>
              <a:rPr dirty="0" err="1"/>
              <a:t>Vlissides</a:t>
            </a:r>
            <a:r>
              <a:rPr dirty="0"/>
              <a:t>, Design Patterns (1994). Teaching examples are illustrative. Factory Method structure: https://</a:t>
            </a:r>
            <a:r>
              <a:rPr dirty="0" err="1"/>
              <a:t>www.cs.up.ac.za</a:t>
            </a:r>
            <a:r>
              <a:rPr dirty="0"/>
              <a:t>/cs/</a:t>
            </a:r>
            <a:r>
              <a:rPr dirty="0" err="1"/>
              <a:t>lmarshall</a:t>
            </a:r>
            <a:r>
              <a:rPr dirty="0"/>
              <a:t>/TDP/Notes/_Chapter4_FactoryMethod.pdf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GoF</a:t>
            </a:r>
            <a:r>
              <a:rPr dirty="0"/>
              <a:t> classification and intent: Gamma, Helm, Johnson and </a:t>
            </a:r>
            <a:r>
              <a:rPr dirty="0" err="1"/>
              <a:t>Vlissides</a:t>
            </a:r>
            <a:r>
              <a:rPr dirty="0"/>
              <a:t>, Design Patterns (1994). Teaching examples are illustrative. Factory Method structure: https://</a:t>
            </a:r>
            <a:r>
              <a:rPr dirty="0" err="1"/>
              <a:t>www.cs.up.ac.za</a:t>
            </a:r>
            <a:r>
              <a:rPr dirty="0"/>
              <a:t>/cs/</a:t>
            </a:r>
            <a:r>
              <a:rPr dirty="0" err="1"/>
              <a:t>lmarshall</a:t>
            </a:r>
            <a:r>
              <a:rPr dirty="0"/>
              <a:t>/TDP/Notes/_Chapter4_FactoryMethod.pdf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GoF</a:t>
            </a:r>
            <a:r>
              <a:rPr dirty="0"/>
              <a:t> classification and intent: Gamma, Helm, Johnson and </a:t>
            </a:r>
            <a:r>
              <a:rPr dirty="0" err="1"/>
              <a:t>Vlissides</a:t>
            </a:r>
            <a:r>
              <a:rPr dirty="0"/>
              <a:t>, Design Patterns (1994). Teaching examples are illustrative. Factory Method structure: https://</a:t>
            </a:r>
            <a:r>
              <a:rPr dirty="0" err="1"/>
              <a:t>www.cs.up.ac.za</a:t>
            </a:r>
            <a:r>
              <a:rPr dirty="0"/>
              <a:t>/cs/</a:t>
            </a:r>
            <a:r>
              <a:rPr dirty="0" err="1"/>
              <a:t>lmarshall</a:t>
            </a:r>
            <a:r>
              <a:rPr dirty="0"/>
              <a:t>/TDP/Notes/_Chapter4_FactoryMethod.pdf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DA5D4F3E-5D1D-44F0-820B-A6933A526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54B98AEC-2B2C-4524-9005-DA34457997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AC14156C-BE49-42ED-B72E-ECBED3FCE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33772DB-AFA0-44BE-BB57-44094E66D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60120D2D-CA35-4511-8B1C-870244F043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D942AD5-C553-4529-8E4B-B211C7748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906761A-9A60-4715-AA9C-404738A3EF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0E9E1CE7-EE93-41EC-827B-F5FA1146EF1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E57479A-EF32-4FB1-86C0-CD152991C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BA452B3A-AA69-4348-A492-2A5304074E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C6561D4-E1E3-4251-A72F-7B5AC556377B}"/>
              </a:ext>
            </a:extLst>
          </p:cNvPr>
          <p:cNvSpPr>
            <a:spLocks noGrp="1"/>
          </p:cNvSpPr>
          <p:nvPr/>
        </p:nvSpPr>
        <p:spPr>
          <a:xfrm>
            <a:off x="2333625" y="2686050"/>
            <a:ext cx="9858375" cy="781050"/>
          </a:xfrm>
          <a:prstGeom prst="rect">
            <a:avLst/>
          </a:prstGeom>
          <a:solidFill>
            <a:srgbClr val="00206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4A65A22-F7A4-4BB3-9B59-85CA5ED08F0D}"/>
              </a:ext>
            </a:extLst>
          </p:cNvPr>
          <p:cNvSpPr>
            <a:spLocks noGrp="1"/>
          </p:cNvSpPr>
          <p:nvPr/>
        </p:nvSpPr>
        <p:spPr>
          <a:xfrm>
            <a:off x="2505075" y="2771775"/>
            <a:ext cx="390525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418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3418" b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418" b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Unit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1D8641E-E07B-46FF-8E37-A27A265E1A09}"/>
              </a:ext>
            </a:extLst>
          </p:cNvPr>
          <p:cNvSpPr>
            <a:spLocks noGrp="1"/>
          </p:cNvSpPr>
          <p:nvPr/>
        </p:nvSpPr>
        <p:spPr>
          <a:xfrm>
            <a:off x="1514475" y="800100"/>
            <a:ext cx="9382125" cy="8667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4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buNone/>
              <a:defRPr sz="420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20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Factory Method Design Pattern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74B4C5-BFF1-48A0-A0BF-48A2EAE117A2}"/>
              </a:ext>
            </a:extLst>
          </p:cNvPr>
          <p:cNvSpPr>
            <a:spLocks noGrp="1"/>
          </p:cNvSpPr>
          <p:nvPr/>
        </p:nvSpPr>
        <p:spPr>
          <a:xfrm>
            <a:off x="1381125" y="1790700"/>
            <a:ext cx="9429750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2175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buNone/>
              <a:defRPr sz="2175" b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Let subclasses choose the product used by a shared workflow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894E66-9BDF-43CF-9411-F0B25C16B16E}"/>
              </a:ext>
            </a:extLst>
          </p:cNvPr>
          <p:cNvSpPr>
            <a:spLocks noGrp="1"/>
          </p:cNvSpPr>
          <p:nvPr/>
        </p:nvSpPr>
        <p:spPr>
          <a:xfrm>
            <a:off x="2894670" y="4124325"/>
            <a:ext cx="68389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178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buNone/>
              <a:defRPr sz="1781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dirty="0" err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GoF</a:t>
            </a:r>
            <a:r>
              <a:rPr sz="2500" b="0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 creational pattern</a:t>
            </a:r>
          </a:p>
        </p:txBody>
      </p:sp>
    </p:spTree>
    <p:extLst>
      <p:ext uri="{BB962C8B-B14F-4D97-AF65-F5344CB8AC3E}">
        <p14:creationId xmlns:p14="http://schemas.microsoft.com/office/powerpoint/2010/main" val="21449417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E13F0F0-FD04-4338-A244-D3EBD3D0843E}"/>
              </a:ext>
            </a:extLst>
          </p:cNvPr>
          <p:cNvSpPr>
            <a:spLocks noGrp="1"/>
          </p:cNvSpPr>
          <p:nvPr/>
        </p:nvSpPr>
        <p:spPr>
          <a:xfrm>
            <a:off x="666750" y="0"/>
            <a:ext cx="10858500" cy="647700"/>
          </a:xfrm>
          <a:prstGeom prst="rect">
            <a:avLst/>
          </a:prstGeom>
          <a:solidFill>
            <a:srgbClr val="FFFFFF"/>
          </a:solidFill>
          <a:ln w="12383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45630E9-DE2C-4601-9657-C4A3CFAB51CA}"/>
              </a:ext>
            </a:extLst>
          </p:cNvPr>
          <p:cNvSpPr>
            <a:spLocks noGrp="1"/>
          </p:cNvSpPr>
          <p:nvPr/>
        </p:nvSpPr>
        <p:spPr>
          <a:xfrm>
            <a:off x="790575" y="66675"/>
            <a:ext cx="10601325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264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buNone/>
              <a:defRPr sz="264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4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Factory Method Design Pattern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FF021CD-B922-40CA-8357-918DDF03A024}"/>
              </a:ext>
            </a:extLst>
          </p:cNvPr>
          <p:cNvSpPr>
            <a:spLocks noGrp="1"/>
          </p:cNvSpPr>
          <p:nvPr/>
        </p:nvSpPr>
        <p:spPr>
          <a:xfrm>
            <a:off x="11258550" y="648652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968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968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68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5DC8C2-5C5F-46D7-B70F-19711A06E472}"/>
              </a:ext>
            </a:extLst>
          </p:cNvPr>
          <p:cNvSpPr>
            <a:spLocks noGrp="1"/>
          </p:cNvSpPr>
          <p:nvPr/>
        </p:nvSpPr>
        <p:spPr>
          <a:xfrm>
            <a:off x="628650" y="1104900"/>
            <a:ext cx="666750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34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34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Gang of Four intent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1059A4-6BF5-40FB-8E12-E68B74D1F48C}"/>
              </a:ext>
            </a:extLst>
          </p:cNvPr>
          <p:cNvSpPr>
            <a:spLocks noGrp="1"/>
          </p:cNvSpPr>
          <p:nvPr/>
        </p:nvSpPr>
        <p:spPr>
          <a:xfrm>
            <a:off x="628650" y="1485900"/>
            <a:ext cx="10925175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875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>
              <a:defRPr sz="1875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en-IN" sz="2400" dirty="0">
                <a:solidFill>
                  <a:srgbClr val="0000FF"/>
                </a:solidFill>
                <a:latin typeface="+mj-lt"/>
              </a:rPr>
              <a:t>Define an interface for creating an object, but let subclasses decide which class to instantiate.</a:t>
            </a:r>
            <a:endParaRPr sz="2400" dirty="0">
              <a:solidFill>
                <a:srgbClr val="0000FF"/>
              </a:solidFill>
              <a:latin typeface="+mj-lt"/>
              <a:ea typeface="Times New Roman"/>
              <a:cs typeface="Times New Roman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DCC8BB-0C52-48A2-A029-DC09A118A434}"/>
              </a:ext>
            </a:extLst>
          </p:cNvPr>
          <p:cNvSpPr>
            <a:spLocks noGrp="1"/>
          </p:cNvSpPr>
          <p:nvPr/>
        </p:nvSpPr>
        <p:spPr>
          <a:xfrm>
            <a:off x="628650" y="2676525"/>
            <a:ext cx="5095875" cy="2505075"/>
          </a:xfrm>
          <a:prstGeom prst="rect">
            <a:avLst/>
          </a:prstGeom>
          <a:solidFill>
            <a:srgbClr val="DDEBF3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84AF64-FDE1-4748-B4B3-30AA730AEBF6}"/>
              </a:ext>
            </a:extLst>
          </p:cNvPr>
          <p:cNvSpPr>
            <a:spLocks noGrp="1"/>
          </p:cNvSpPr>
          <p:nvPr/>
        </p:nvSpPr>
        <p:spPr>
          <a:xfrm>
            <a:off x="781050" y="2809875"/>
            <a:ext cx="457200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34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34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Simple definition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02F71B1-09F0-42A1-9A96-1AD9E216EF99}"/>
              </a:ext>
            </a:extLst>
          </p:cNvPr>
          <p:cNvSpPr>
            <a:spLocks noGrp="1"/>
          </p:cNvSpPr>
          <p:nvPr/>
        </p:nvSpPr>
        <p:spPr>
          <a:xfrm>
            <a:off x="781050" y="3276600"/>
            <a:ext cx="4695825" cy="144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875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A creator calls an overridable factory method. Concrete creators supply different products through the same product interface.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D93A5E-6E33-4E33-8B86-A8CD64BBB03C}"/>
              </a:ext>
            </a:extLst>
          </p:cNvPr>
          <p:cNvSpPr>
            <a:spLocks noGrp="1"/>
          </p:cNvSpPr>
          <p:nvPr/>
        </p:nvSpPr>
        <p:spPr>
          <a:xfrm>
            <a:off x="5981700" y="2676525"/>
            <a:ext cx="5562600" cy="2505075"/>
          </a:xfrm>
          <a:prstGeom prst="rect">
            <a:avLst/>
          </a:prstGeom>
          <a:solidFill>
            <a:srgbClr val="DDF2D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0987FF5-98FA-40CE-BE59-9351218F9D36}"/>
              </a:ext>
            </a:extLst>
          </p:cNvPr>
          <p:cNvSpPr>
            <a:spLocks noGrp="1"/>
          </p:cNvSpPr>
          <p:nvPr/>
        </p:nvSpPr>
        <p:spPr>
          <a:xfrm>
            <a:off x="6143625" y="2809875"/>
            <a:ext cx="5095875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34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34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Everyday analogy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37BC694-0F37-46FC-B050-EB71DBE01D75}"/>
              </a:ext>
            </a:extLst>
          </p:cNvPr>
          <p:cNvSpPr>
            <a:spLocks noGrp="1"/>
          </p:cNvSpPr>
          <p:nvPr/>
        </p:nvSpPr>
        <p:spPr>
          <a:xfrm>
            <a:off x="6143625" y="3276600"/>
            <a:ext cx="5105400" cy="14573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875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A delivery company follows one dispatch process. A road branch supplies a truck, while a sea branch supplies a ship.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A68E434-60BD-4B41-B928-9B62866E2E3D}"/>
              </a:ext>
            </a:extLst>
          </p:cNvPr>
          <p:cNvSpPr>
            <a:spLocks noGrp="1"/>
          </p:cNvSpPr>
          <p:nvPr/>
        </p:nvSpPr>
        <p:spPr>
          <a:xfrm>
            <a:off x="733425" y="5572125"/>
            <a:ext cx="10477500" cy="5810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0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20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Shared workflow calls a factory method, then uses the product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44089F-C149-B22D-E310-DF55C8C0FC2A}"/>
              </a:ext>
            </a:extLst>
          </p:cNvPr>
          <p:cNvSpPr txBox="1"/>
          <p:nvPr/>
        </p:nvSpPr>
        <p:spPr>
          <a:xfrm>
            <a:off x="4359965" y="127220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09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14931CA4-5B3D-4F3F-BBC5-65E009B30C90}"/>
              </a:ext>
            </a:extLst>
          </p:cNvPr>
          <p:cNvSpPr>
            <a:spLocks noGrp="1"/>
          </p:cNvSpPr>
          <p:nvPr/>
        </p:nvSpPr>
        <p:spPr>
          <a:xfrm>
            <a:off x="666750" y="0"/>
            <a:ext cx="10858500" cy="647700"/>
          </a:xfrm>
          <a:prstGeom prst="rect">
            <a:avLst/>
          </a:prstGeom>
          <a:solidFill>
            <a:srgbClr val="FFFFFF"/>
          </a:solidFill>
          <a:ln w="12383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8390BE-797E-4940-AA50-9EE2462DC766}"/>
              </a:ext>
            </a:extLst>
          </p:cNvPr>
          <p:cNvSpPr>
            <a:spLocks noGrp="1"/>
          </p:cNvSpPr>
          <p:nvPr/>
        </p:nvSpPr>
        <p:spPr>
          <a:xfrm>
            <a:off x="790575" y="66675"/>
            <a:ext cx="10601325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264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buNone/>
              <a:defRPr sz="264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4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Why Factory Method Is Needed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48837A-7F0F-4EBD-8011-4F7855D1112B}"/>
              </a:ext>
            </a:extLst>
          </p:cNvPr>
          <p:cNvSpPr>
            <a:spLocks noGrp="1"/>
          </p:cNvSpPr>
          <p:nvPr/>
        </p:nvSpPr>
        <p:spPr>
          <a:xfrm>
            <a:off x="552450" y="723900"/>
            <a:ext cx="476250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95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95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FACTORY METHOD PATTERN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4B7254-6F07-4122-9EBC-300BFD126621}"/>
              </a:ext>
            </a:extLst>
          </p:cNvPr>
          <p:cNvSpPr>
            <a:spLocks noGrp="1"/>
          </p:cNvSpPr>
          <p:nvPr/>
        </p:nvSpPr>
        <p:spPr>
          <a:xfrm>
            <a:off x="11258550" y="648652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968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968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68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6418F08-992B-4524-95BC-48040FDDF4D8}"/>
              </a:ext>
            </a:extLst>
          </p:cNvPr>
          <p:cNvSpPr>
            <a:spLocks noGrp="1"/>
          </p:cNvSpPr>
          <p:nvPr/>
        </p:nvSpPr>
        <p:spPr>
          <a:xfrm>
            <a:off x="619125" y="1238250"/>
            <a:ext cx="5210175" cy="4714875"/>
          </a:xfrm>
          <a:prstGeom prst="rect">
            <a:avLst/>
          </a:prstGeom>
          <a:solidFill>
            <a:srgbClr val="F6C6AD"/>
          </a:solidFill>
          <a:ln w="0">
            <a:noFill/>
          </a:ln>
        </p:spPr>
        <p:txBody>
          <a:bodyPr>
            <a:noAutofit/>
          </a:bodyPr>
          <a:lstStyle>
            <a:defPPr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E5CCCE9-A5B7-4B47-9908-F013CDE094EF}"/>
              </a:ext>
            </a:extLst>
          </p:cNvPr>
          <p:cNvSpPr>
            <a:spLocks noGrp="1"/>
          </p:cNvSpPr>
          <p:nvPr/>
        </p:nvSpPr>
        <p:spPr>
          <a:xfrm>
            <a:off x="6115050" y="1238250"/>
            <a:ext cx="5438775" cy="4714875"/>
          </a:xfrm>
          <a:prstGeom prst="rect">
            <a:avLst/>
          </a:prstGeom>
          <a:solidFill>
            <a:srgbClr val="DDF2D5"/>
          </a:solidFill>
          <a:ln w="0">
            <a:noFill/>
          </a:ln>
        </p:spPr>
        <p:txBody>
          <a:bodyPr>
            <a:noAutofit/>
          </a:bodyPr>
          <a:lstStyle>
            <a:defPPr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9162692-0CC7-4F90-9F03-36C1CC36A690}"/>
              </a:ext>
            </a:extLst>
          </p:cNvPr>
          <p:cNvSpPr>
            <a:spLocks noGrp="1"/>
          </p:cNvSpPr>
          <p:nvPr/>
        </p:nvSpPr>
        <p:spPr>
          <a:xfrm>
            <a:off x="781050" y="1381125"/>
            <a:ext cx="4905375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>
              <a:defRPr sz="18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WITHOUT Factory Method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12D3825-B942-4391-88B8-E048CD559369}"/>
              </a:ext>
            </a:extLst>
          </p:cNvPr>
          <p:cNvSpPr>
            <a:spLocks noGrp="1"/>
          </p:cNvSpPr>
          <p:nvPr/>
        </p:nvSpPr>
        <p:spPr>
          <a:xfrm>
            <a:off x="6276975" y="1381125"/>
            <a:ext cx="504825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00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>
              <a:defRPr sz="1800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WITH Factory Method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9F7E963-7930-4E26-9FA6-9D7F6EAF3DC0}"/>
              </a:ext>
            </a:extLst>
          </p:cNvPr>
          <p:cNvSpPr>
            <a:spLocks noGrp="1"/>
          </p:cNvSpPr>
          <p:nvPr/>
        </p:nvSpPr>
        <p:spPr>
          <a:xfrm>
            <a:off x="781050" y="1809750"/>
            <a:ext cx="4762500" cy="781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planDelivery() creates Truck directly.</a:t>
            </a:r>
          </a:p>
          <a:p>
            <a:pPr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For sea delivery, change the creation line inside this method.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720DFB7-A963-40B7-A060-4F9F67861EF2}"/>
              </a:ext>
            </a:extLst>
          </p:cNvPr>
          <p:cNvSpPr>
            <a:spLocks noGrp="1"/>
          </p:cNvSpPr>
          <p:nvPr/>
        </p:nvSpPr>
        <p:spPr>
          <a:xfrm>
            <a:off x="6276975" y="1809750"/>
            <a:ext cx="5048250" cy="781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>
              <a:defRPr sz="18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createTransport() is the FACTORY METHOD.</a:t>
            </a:r>
          </a:p>
          <a:p>
            <a:pPr>
              <a:defRPr sz="18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A subclass decides whether to create a Truck or Ship.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3DA3391-BC40-43F2-9620-91A815CE670A}"/>
              </a:ext>
            </a:extLst>
          </p:cNvPr>
          <p:cNvSpPr>
            <a:spLocks noGrp="1"/>
          </p:cNvSpPr>
          <p:nvPr/>
        </p:nvSpPr>
        <p:spPr>
          <a:xfrm>
            <a:off x="781050" y="2809875"/>
            <a:ext cx="4762500" cy="1571625"/>
          </a:xfrm>
          <a:prstGeom prst="rect">
            <a:avLst/>
          </a:prstGeom>
          <a:solidFill>
            <a:srgbClr val="F8FAFC"/>
          </a:solidFill>
          <a:ln w="9525">
            <a:solidFill>
              <a:srgbClr val="002060"/>
            </a:solidFill>
          </a:ln>
        </p:spPr>
        <p:txBody>
          <a:bodyPr>
            <a:noAutofit/>
          </a:bodyPr>
          <a:lstStyle>
            <a:defPPr>
              <a:defRPr sz="1575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>
              <a:defRPr sz="1575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class Logistics {</a:t>
            </a:r>
          </a:p>
          <a:p>
            <a:pPr>
              <a:defRPr sz="1575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void planDelivery() {</a:t>
            </a:r>
          </a:p>
          <a:p>
            <a:pPr>
              <a:defRPr sz="1575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  Transport t = new Truck();</a:t>
            </a:r>
          </a:p>
          <a:p>
            <a:pPr>
              <a:defRPr sz="1575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  t.deliver();</a:t>
            </a:r>
          </a:p>
          <a:p>
            <a:pPr>
              <a:defRPr sz="1575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}</a:t>
            </a:r>
          </a:p>
          <a:p>
            <a:pPr>
              <a:defRPr sz="1575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77B3B56-07E5-4F78-A309-2BC24463403C}"/>
              </a:ext>
            </a:extLst>
          </p:cNvPr>
          <p:cNvSpPr>
            <a:spLocks noGrp="1"/>
          </p:cNvSpPr>
          <p:nvPr/>
        </p:nvSpPr>
        <p:spPr>
          <a:xfrm>
            <a:off x="781050" y="4552950"/>
            <a:ext cx="47625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725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>
              <a:defRPr sz="1725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To support sea delivery, edit the workflow: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E0F3895-92C5-4D09-818A-0E94B90A0F19}"/>
              </a:ext>
            </a:extLst>
          </p:cNvPr>
          <p:cNvSpPr>
            <a:spLocks noGrp="1"/>
          </p:cNvSpPr>
          <p:nvPr/>
        </p:nvSpPr>
        <p:spPr>
          <a:xfrm>
            <a:off x="781050" y="4962525"/>
            <a:ext cx="4762500" cy="504825"/>
          </a:xfrm>
          <a:prstGeom prst="rect">
            <a:avLst/>
          </a:prstGeom>
          <a:solidFill>
            <a:srgbClr val="F8FAFC"/>
          </a:solidFill>
          <a:ln w="9525">
            <a:solidFill>
              <a:srgbClr val="002060"/>
            </a:solidFill>
          </a:ln>
        </p:spPr>
        <p:txBody>
          <a:bodyPr>
            <a:noAutofit/>
          </a:bodyPr>
          <a:lstStyle>
            <a:defPPr>
              <a:defRPr sz="1575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>
              <a:defRPr sz="1575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Transport t = new Ship();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3A85C9A-8360-4968-B3F2-F893DB4BECD9}"/>
              </a:ext>
            </a:extLst>
          </p:cNvPr>
          <p:cNvSpPr>
            <a:spLocks noGrp="1"/>
          </p:cNvSpPr>
          <p:nvPr/>
        </p:nvSpPr>
        <p:spPr>
          <a:xfrm>
            <a:off x="6276975" y="2695575"/>
            <a:ext cx="5048250" cy="3190875"/>
          </a:xfrm>
          <a:prstGeom prst="rect">
            <a:avLst/>
          </a:prstGeom>
          <a:solidFill>
            <a:srgbClr val="F8FAFC"/>
          </a:solidFill>
          <a:ln w="9525">
            <a:solidFill>
              <a:srgbClr val="002060"/>
            </a:solidFill>
          </a:ln>
        </p:spPr>
        <p:txBody>
          <a:bodyPr>
            <a:noAutofit/>
          </a:bodyPr>
          <a:lstStyle>
            <a:defPPr>
              <a:defRPr sz="1463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>
              <a:defRPr sz="1463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463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abstract class Logistics {</a:t>
            </a:r>
          </a:p>
          <a:p>
            <a:pPr>
              <a:defRPr sz="1463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463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// FACTORY METHOD</a:t>
            </a:r>
          </a:p>
          <a:p>
            <a:pPr>
              <a:defRPr sz="1463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463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abstract Transport </a:t>
            </a:r>
            <a:r>
              <a:rPr sz="1463" b="0" dirty="0" err="1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createTransport</a:t>
            </a:r>
            <a:r>
              <a:rPr sz="1463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();</a:t>
            </a:r>
          </a:p>
          <a:p>
            <a:pPr>
              <a:defRPr sz="1463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463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void </a:t>
            </a:r>
            <a:r>
              <a:rPr sz="1463" b="0" dirty="0" err="1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planDelivery</a:t>
            </a:r>
            <a:r>
              <a:rPr sz="1463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() {</a:t>
            </a:r>
          </a:p>
          <a:p>
            <a:pPr>
              <a:defRPr sz="1463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463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  Transport t = </a:t>
            </a:r>
            <a:r>
              <a:rPr sz="1463" b="0" dirty="0" err="1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createTransport</a:t>
            </a:r>
            <a:r>
              <a:rPr sz="1463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();</a:t>
            </a:r>
          </a:p>
          <a:p>
            <a:pPr>
              <a:defRPr sz="1463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463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1463" b="0" dirty="0" err="1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t.deliver</a:t>
            </a:r>
            <a:r>
              <a:rPr sz="1463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();</a:t>
            </a:r>
          </a:p>
          <a:p>
            <a:pPr>
              <a:defRPr sz="1463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463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}</a:t>
            </a:r>
          </a:p>
          <a:p>
            <a:pPr>
              <a:defRPr sz="1463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463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}</a:t>
            </a:r>
          </a:p>
          <a:p>
            <a:pPr>
              <a:defRPr sz="1463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463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class </a:t>
            </a:r>
            <a:r>
              <a:rPr sz="1463" b="0" dirty="0" err="1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SeaLogistics</a:t>
            </a:r>
            <a:r>
              <a:rPr sz="1463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extends Logistics {</a:t>
            </a:r>
          </a:p>
          <a:p>
            <a:pPr>
              <a:defRPr sz="1463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463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@Override</a:t>
            </a:r>
          </a:p>
          <a:p>
            <a:pPr>
              <a:defRPr sz="1463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463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Transport </a:t>
            </a:r>
            <a:r>
              <a:rPr sz="1463" b="0" dirty="0" err="1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createTransport</a:t>
            </a:r>
            <a:r>
              <a:rPr sz="1463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() {</a:t>
            </a:r>
          </a:p>
          <a:p>
            <a:pPr>
              <a:defRPr sz="1463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463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  return new Ship();</a:t>
            </a:r>
          </a:p>
          <a:p>
            <a:pPr>
              <a:defRPr sz="1463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463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}</a:t>
            </a:r>
          </a:p>
          <a:p>
            <a:pPr>
              <a:defRPr sz="1463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463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FB2088F-35FC-4D63-831D-D31141F192CE}"/>
              </a:ext>
            </a:extLst>
          </p:cNvPr>
          <p:cNvSpPr>
            <a:spLocks noGrp="1"/>
          </p:cNvSpPr>
          <p:nvPr/>
        </p:nvSpPr>
        <p:spPr>
          <a:xfrm>
            <a:off x="228600" y="6057900"/>
            <a:ext cx="5314950" cy="733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5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>
              <a:defRPr sz="15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 dirty="0" err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RoadLogistics</a:t>
            </a:r>
            <a:r>
              <a:rPr sz="1575" b="1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 returns a Truck. </a:t>
            </a:r>
            <a:r>
              <a:rPr sz="1575" b="1" dirty="0" err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SeaLogistics</a:t>
            </a:r>
            <a:r>
              <a:rPr sz="1575" b="1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 returns a Ship.</a:t>
            </a:r>
          </a:p>
          <a:p>
            <a:pPr>
              <a:defRPr sz="15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Both reuse the SAME </a:t>
            </a:r>
            <a:r>
              <a:rPr sz="1575" b="1" dirty="0" err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planDelivery</a:t>
            </a:r>
            <a:r>
              <a:rPr sz="1575" b="1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() method.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D9317B-6334-78F2-7E16-58180E55DE64}"/>
              </a:ext>
            </a:extLst>
          </p:cNvPr>
          <p:cNvSpPr txBox="1"/>
          <p:nvPr/>
        </p:nvSpPr>
        <p:spPr>
          <a:xfrm>
            <a:off x="6566647" y="6006852"/>
            <a:ext cx="3668805" cy="804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543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lang="en-IN" sz="1543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Logistics service =</a:t>
            </a:r>
          </a:p>
          <a:p>
            <a:pPr algn="l">
              <a:buNone/>
              <a:defRPr sz="1543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lang="en-IN" sz="1543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  new </a:t>
            </a:r>
            <a:r>
              <a:rPr lang="en-IN" sz="1543" b="0" dirty="0" err="1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SeaLogistics</a:t>
            </a:r>
            <a:r>
              <a:rPr lang="en-IN" sz="1543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();</a:t>
            </a:r>
          </a:p>
          <a:p>
            <a:pPr algn="l">
              <a:buNone/>
              <a:defRPr sz="1543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lang="en-IN" sz="1543" b="0" dirty="0" err="1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service.planDelivery</a:t>
            </a:r>
            <a:r>
              <a:rPr lang="en-IN" sz="1543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1126741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CC0DD61-6ED3-D695-CB7A-9D8B947598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842" y="977081"/>
            <a:ext cx="8225804" cy="312266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DC2AFE7-BAAC-6F1E-5578-3C0331B083E6}"/>
              </a:ext>
            </a:extLst>
          </p:cNvPr>
          <p:cNvSpPr>
            <a:spLocks noGrp="1"/>
          </p:cNvSpPr>
          <p:nvPr/>
        </p:nvSpPr>
        <p:spPr>
          <a:xfrm>
            <a:off x="666750" y="0"/>
            <a:ext cx="10858500" cy="647700"/>
          </a:xfrm>
          <a:prstGeom prst="rect">
            <a:avLst/>
          </a:prstGeom>
          <a:solidFill>
            <a:srgbClr val="FFFFFF"/>
          </a:solidFill>
          <a:ln w="12383">
            <a:solidFill>
              <a:srgbClr val="002060"/>
            </a:solidFill>
          </a:ln>
        </p:spPr>
        <p:txBody>
          <a:bodyPr/>
          <a:lstStyle/>
          <a:p>
            <a:pPr algn="ctr">
              <a:buNone/>
              <a:defRPr sz="264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en-IN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Structure and Participants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DB55B0-57C1-64EC-B376-D806178E686A}"/>
              </a:ext>
            </a:extLst>
          </p:cNvPr>
          <p:cNvSpPr>
            <a:spLocks noGrp="1"/>
          </p:cNvSpPr>
          <p:nvPr/>
        </p:nvSpPr>
        <p:spPr>
          <a:xfrm>
            <a:off x="1259842" y="4133849"/>
            <a:ext cx="2670576" cy="49526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34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34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Responsibilities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DF234A-A121-A644-9294-027D1F4B4544}"/>
              </a:ext>
            </a:extLst>
          </p:cNvPr>
          <p:cNvSpPr>
            <a:spLocks noGrp="1"/>
          </p:cNvSpPr>
          <p:nvPr/>
        </p:nvSpPr>
        <p:spPr>
          <a:xfrm>
            <a:off x="1259842" y="4605337"/>
            <a:ext cx="7576297" cy="225266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8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marL="285750" indent="-285750" algn="l">
              <a:buFont typeface="Arial" panose="020B0604020202020204" pitchFamily="34" charset="0"/>
              <a:buChar char="•"/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Creator declares the factory method and uses the product interface.</a:t>
            </a:r>
            <a:endParaRPr lang="en-US" sz="2200" b="0" dirty="0">
              <a:solidFill>
                <a:srgbClr val="171717"/>
              </a:solidFill>
              <a:latin typeface="Times New Roman"/>
              <a:ea typeface="Times New Roman"/>
              <a:cs typeface="Times New Roman"/>
            </a:endParaRPr>
          </a:p>
          <a:p>
            <a:pPr marL="285750" indent="-285750" algn="l">
              <a:buFont typeface="Arial" panose="020B0604020202020204" pitchFamily="34" charset="0"/>
              <a:buChar char="•"/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Concrete Creator overrides the method to supply a Concrete Product.</a:t>
            </a:r>
            <a:endParaRPr lang="en-US" sz="2200" b="0" dirty="0">
              <a:solidFill>
                <a:srgbClr val="171717"/>
              </a:solidFill>
              <a:latin typeface="Times New Roman"/>
              <a:ea typeface="Times New Roman"/>
              <a:cs typeface="Times New Roman"/>
            </a:endParaRPr>
          </a:p>
          <a:p>
            <a:pPr marL="285750" indent="-285750" algn="l">
              <a:buFont typeface="Arial" panose="020B0604020202020204" pitchFamily="34" charset="0"/>
              <a:buChar char="•"/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Product defines the operation all concrete products support. </a:t>
            </a:r>
            <a:endParaRPr lang="en-US" sz="2200" dirty="0">
              <a:solidFill>
                <a:srgbClr val="171717"/>
              </a:solidFill>
              <a:latin typeface="Times New Roman"/>
              <a:ea typeface="Times New Roman"/>
              <a:cs typeface="Times New Roman"/>
            </a:endParaRPr>
          </a:p>
          <a:p>
            <a:pPr marL="285750" indent="-285750" algn="l">
              <a:buFont typeface="Arial" panose="020B0604020202020204" pitchFamily="34" charset="0"/>
              <a:buChar char="•"/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The client chooses a concrete creator.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8F6778-0C03-E169-E393-97BBCA0ACE27}"/>
              </a:ext>
            </a:extLst>
          </p:cNvPr>
          <p:cNvSpPr>
            <a:spLocks noGrp="1"/>
          </p:cNvSpPr>
          <p:nvPr/>
        </p:nvSpPr>
        <p:spPr>
          <a:xfrm>
            <a:off x="552450" y="723900"/>
            <a:ext cx="476250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95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95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FACTORY METHOD PATTERN</a:t>
            </a:r>
          </a:p>
        </p:txBody>
      </p:sp>
    </p:spTree>
    <p:extLst>
      <p:ext uri="{BB962C8B-B14F-4D97-AF65-F5344CB8AC3E}">
        <p14:creationId xmlns:p14="http://schemas.microsoft.com/office/powerpoint/2010/main" val="4324261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AC3EB8C-5652-5063-9948-1E2D5EDB62CD}"/>
              </a:ext>
            </a:extLst>
          </p:cNvPr>
          <p:cNvCxnSpPr>
            <a:cxnSpLocks/>
          </p:cNvCxnSpPr>
          <p:nvPr/>
        </p:nvCxnSpPr>
        <p:spPr>
          <a:xfrm>
            <a:off x="5113427" y="4410992"/>
            <a:ext cx="1152427" cy="12156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E3589192-175F-E9B7-40E3-A0C326E68B42}"/>
              </a:ext>
            </a:extLst>
          </p:cNvPr>
          <p:cNvCxnSpPr/>
          <p:nvPr/>
        </p:nvCxnSpPr>
        <p:spPr>
          <a:xfrm>
            <a:off x="1498879" y="2243660"/>
            <a:ext cx="541799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F1DA6DF7-6456-7ECF-F05B-1440B9A6331C}"/>
              </a:ext>
            </a:extLst>
          </p:cNvPr>
          <p:cNvSpPr/>
          <p:nvPr/>
        </p:nvSpPr>
        <p:spPr>
          <a:xfrm>
            <a:off x="269265" y="1772044"/>
            <a:ext cx="1223633" cy="43732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Sylfaen" panose="010A0502050306030303" pitchFamily="18" charset="0"/>
                <a:cs typeface="Angsana New" panose="020B0502040204020203" pitchFamily="18" charset="-34"/>
              </a:rPr>
              <a:t> client  </a:t>
            </a:r>
            <a:endParaRPr lang="en-IN" sz="2000" b="1" dirty="0">
              <a:solidFill>
                <a:schemeClr val="tx1"/>
              </a:solidFill>
              <a:latin typeface="Sylfaen" panose="010A0502050306030303" pitchFamily="18" charset="0"/>
              <a:cs typeface="Angsana New" panose="020B0502040204020203" pitchFamily="18" charset="-3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CC7AD8-BEEE-46C6-D456-B2AF905959FC}"/>
              </a:ext>
            </a:extLst>
          </p:cNvPr>
          <p:cNvSpPr/>
          <p:nvPr/>
        </p:nvSpPr>
        <p:spPr>
          <a:xfrm>
            <a:off x="269266" y="2210547"/>
            <a:ext cx="1223632" cy="69834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000" dirty="0">
                <a:solidFill>
                  <a:schemeClr val="tx1"/>
                </a:solidFill>
                <a:latin typeface="Sylfaen" panose="010A0502050306030303" pitchFamily="18" charset="0"/>
                <a:cs typeface="Angsana New" panose="020B0502040204020203" pitchFamily="18" charset="-34"/>
              </a:rPr>
              <a:t>main(){ }</a:t>
            </a:r>
          </a:p>
          <a:p>
            <a:endParaRPr lang="en-IN" sz="2000" dirty="0">
              <a:solidFill>
                <a:schemeClr val="tx1"/>
              </a:solidFill>
              <a:latin typeface="Sylfaen" panose="010A0502050306030303" pitchFamily="18" charset="0"/>
              <a:cs typeface="Angsana New" panose="020B0502040204020203" pitchFamily="18" charset="-34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4C99F2-6002-E2DF-0104-3B605CBA50C2}"/>
              </a:ext>
            </a:extLst>
          </p:cNvPr>
          <p:cNvSpPr/>
          <p:nvPr/>
        </p:nvSpPr>
        <p:spPr>
          <a:xfrm>
            <a:off x="2026449" y="1700827"/>
            <a:ext cx="3142709" cy="56623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  <a:latin typeface="Sylfaen" panose="010A0502050306030303" pitchFamily="18" charset="0"/>
                <a:cs typeface="Angsana New" panose="020B0502040204020203" pitchFamily="18" charset="-34"/>
              </a:rPr>
              <a:t>Creator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0F800C-CEA9-E146-B3DA-4387812FE668}"/>
              </a:ext>
            </a:extLst>
          </p:cNvPr>
          <p:cNvSpPr/>
          <p:nvPr/>
        </p:nvSpPr>
        <p:spPr>
          <a:xfrm>
            <a:off x="2026449" y="2271371"/>
            <a:ext cx="3142710" cy="76409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000" dirty="0">
              <a:solidFill>
                <a:schemeClr val="tx1"/>
              </a:solidFill>
              <a:latin typeface="Sylfaen" panose="010A0502050306030303" pitchFamily="18" charset="0"/>
              <a:cs typeface="Angsana New" panose="020B0502040204020203" pitchFamily="18" charset="-34"/>
            </a:endParaRPr>
          </a:p>
          <a:p>
            <a:endParaRPr lang="en-US" sz="2000" dirty="0">
              <a:solidFill>
                <a:schemeClr val="tx1"/>
              </a:solidFill>
              <a:latin typeface="Sylfaen" panose="010A0502050306030303" pitchFamily="18" charset="0"/>
              <a:cs typeface="Angsana New" panose="020B0502040204020203" pitchFamily="18" charset="-34"/>
            </a:endParaRPr>
          </a:p>
          <a:p>
            <a:r>
              <a:rPr lang="en-US" sz="2000" dirty="0">
                <a:solidFill>
                  <a:schemeClr val="tx1"/>
                </a:solidFill>
                <a:latin typeface="Sylfaen" panose="010A0502050306030303" pitchFamily="18" charset="0"/>
                <a:cs typeface="Angsana New" panose="020B0502040204020203" pitchFamily="18" charset="-34"/>
              </a:rPr>
              <a:t>factoryMethodA(): Product</a:t>
            </a:r>
          </a:p>
          <a:p>
            <a:r>
              <a:rPr lang="en-US" sz="2000" dirty="0">
                <a:solidFill>
                  <a:schemeClr val="tx1"/>
                </a:solidFill>
                <a:latin typeface="Sylfaen" panose="010A0502050306030303" pitchFamily="18" charset="0"/>
                <a:cs typeface="Angsana New" panose="020B0502040204020203" pitchFamily="18" charset="-34"/>
              </a:rPr>
              <a:t>factoryMethodB(): Product</a:t>
            </a:r>
          </a:p>
          <a:p>
            <a:endParaRPr lang="en-US" sz="2000" dirty="0">
              <a:solidFill>
                <a:schemeClr val="tx1"/>
              </a:solidFill>
              <a:latin typeface="Sylfaen" panose="010A0502050306030303" pitchFamily="18" charset="0"/>
              <a:cs typeface="Angsana New" panose="020B0502040204020203" pitchFamily="18" charset="-34"/>
            </a:endParaRPr>
          </a:p>
          <a:p>
            <a:endParaRPr lang="en-US" sz="2000" dirty="0">
              <a:solidFill>
                <a:schemeClr val="tx1"/>
              </a:solidFill>
              <a:latin typeface="Sylfaen" panose="010A0502050306030303" pitchFamily="18" charset="0"/>
              <a:cs typeface="Angsana New" panose="020B0502040204020203" pitchFamily="18" charset="-34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8ADB4E2-73CD-C07F-3860-132EBB624434}"/>
              </a:ext>
            </a:extLst>
          </p:cNvPr>
          <p:cNvCxnSpPr>
            <a:cxnSpLocks/>
          </p:cNvCxnSpPr>
          <p:nvPr/>
        </p:nvCxnSpPr>
        <p:spPr>
          <a:xfrm flipV="1">
            <a:off x="4775300" y="3402110"/>
            <a:ext cx="0" cy="13718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A2346AE4-F398-902B-2113-83B4CD61741D}"/>
              </a:ext>
            </a:extLst>
          </p:cNvPr>
          <p:cNvSpPr/>
          <p:nvPr/>
        </p:nvSpPr>
        <p:spPr>
          <a:xfrm>
            <a:off x="2707760" y="3551401"/>
            <a:ext cx="2405663" cy="56623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  <a:latin typeface="Sylfaen" panose="010A0502050306030303" pitchFamily="18" charset="0"/>
                <a:cs typeface="Angsana New" panose="020B0502040204020203" pitchFamily="18" charset="-34"/>
              </a:rPr>
              <a:t>ConcreteCreator2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2F5301F-F3EA-CB0C-3F54-026B9AC59DB6}"/>
              </a:ext>
            </a:extLst>
          </p:cNvPr>
          <p:cNvSpPr/>
          <p:nvPr/>
        </p:nvSpPr>
        <p:spPr>
          <a:xfrm>
            <a:off x="2709230" y="4122410"/>
            <a:ext cx="2404197" cy="76409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Sylfaen" panose="010A0502050306030303" pitchFamily="18" charset="0"/>
                <a:cs typeface="Angsana New" panose="020B0502040204020203" pitchFamily="18" charset="-34"/>
              </a:rPr>
              <a:t>factoryMethodA(){..}</a:t>
            </a:r>
          </a:p>
          <a:p>
            <a:r>
              <a:rPr lang="en-US" sz="2000" dirty="0">
                <a:solidFill>
                  <a:schemeClr val="tx1"/>
                </a:solidFill>
                <a:latin typeface="Sylfaen" panose="010A0502050306030303" pitchFamily="18" charset="0"/>
                <a:cs typeface="Angsana New" panose="020B0502040204020203" pitchFamily="18" charset="-34"/>
              </a:rPr>
              <a:t>factoryMethodB(){..}</a:t>
            </a:r>
          </a:p>
          <a:p>
            <a:endParaRPr lang="en-US" sz="2000" dirty="0">
              <a:solidFill>
                <a:schemeClr val="tx1"/>
              </a:solidFill>
              <a:latin typeface="Sylfaen" panose="010A0502050306030303" pitchFamily="18" charset="0"/>
              <a:cs typeface="Angsana New" panose="020B0502040204020203" pitchFamily="18" charset="-34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53F026-06FF-F18B-6350-26BE89BFA21C}"/>
              </a:ext>
            </a:extLst>
          </p:cNvPr>
          <p:cNvSpPr/>
          <p:nvPr/>
        </p:nvSpPr>
        <p:spPr>
          <a:xfrm>
            <a:off x="6205529" y="1849105"/>
            <a:ext cx="2413089" cy="56623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  <a:latin typeface="Sylfaen" panose="010A0502050306030303" pitchFamily="18" charset="0"/>
                <a:cs typeface="Angsana New" panose="020B0502040204020203" pitchFamily="18" charset="-34"/>
              </a:rPr>
              <a:t>Product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90398BE-22AD-D94B-918B-4D5888211034}"/>
              </a:ext>
            </a:extLst>
          </p:cNvPr>
          <p:cNvSpPr/>
          <p:nvPr/>
        </p:nvSpPr>
        <p:spPr>
          <a:xfrm>
            <a:off x="6201416" y="2418705"/>
            <a:ext cx="2413089" cy="54464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Sylfaen" panose="010A0502050306030303" pitchFamily="18" charset="0"/>
                <a:cs typeface="Angsana New" panose="020B0502040204020203" pitchFamily="18" charset="-34"/>
              </a:rPr>
              <a:t>operation();</a:t>
            </a:r>
          </a:p>
        </p:txBody>
      </p:sp>
      <p:sp>
        <p:nvSpPr>
          <p:cNvPr id="13" name="Flowchart: Extract 71">
            <a:extLst>
              <a:ext uri="{FF2B5EF4-FFF2-40B4-BE49-F238E27FC236}">
                <a16:creationId xmlns:a16="http://schemas.microsoft.com/office/drawing/2014/main" id="{3934847D-77DD-C085-329B-F004E1BF8176}"/>
              </a:ext>
            </a:extLst>
          </p:cNvPr>
          <p:cNvSpPr/>
          <p:nvPr/>
        </p:nvSpPr>
        <p:spPr>
          <a:xfrm>
            <a:off x="7338265" y="2985775"/>
            <a:ext cx="172278" cy="159029"/>
          </a:xfrm>
          <a:prstGeom prst="flowChartExtra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1AD55E7-B13B-59F2-3C2B-A624A2B22DFE}"/>
              </a:ext>
            </a:extLst>
          </p:cNvPr>
          <p:cNvCxnSpPr>
            <a:cxnSpLocks/>
          </p:cNvCxnSpPr>
          <p:nvPr/>
        </p:nvCxnSpPr>
        <p:spPr>
          <a:xfrm flipV="1">
            <a:off x="7415293" y="3159423"/>
            <a:ext cx="0" cy="430535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CADE91B3-81BF-2A80-AA11-C86E9EFF415E}"/>
              </a:ext>
            </a:extLst>
          </p:cNvPr>
          <p:cNvSpPr/>
          <p:nvPr/>
        </p:nvSpPr>
        <p:spPr>
          <a:xfrm>
            <a:off x="6404216" y="3613265"/>
            <a:ext cx="2210285" cy="59771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  <a:latin typeface="Sylfaen" panose="010A0502050306030303" pitchFamily="18" charset="0"/>
                <a:cs typeface="Angsana New" panose="020B0502040204020203" pitchFamily="18" charset="-34"/>
              </a:rPr>
              <a:t>ConcreteProductA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FAB0FE1-CC7C-14CB-4247-8B9FCB41856D}"/>
              </a:ext>
            </a:extLst>
          </p:cNvPr>
          <p:cNvSpPr/>
          <p:nvPr/>
        </p:nvSpPr>
        <p:spPr>
          <a:xfrm>
            <a:off x="6402753" y="4205665"/>
            <a:ext cx="2210284" cy="59484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000" dirty="0">
              <a:solidFill>
                <a:schemeClr val="tx1"/>
              </a:solidFill>
              <a:latin typeface="Sylfaen" panose="010A0502050306030303" pitchFamily="18" charset="0"/>
              <a:cs typeface="Angsana New" panose="020B0502040204020203" pitchFamily="18" charset="-34"/>
            </a:endParaRPr>
          </a:p>
          <a:p>
            <a:r>
              <a:rPr lang="en-US" sz="2000" dirty="0">
                <a:solidFill>
                  <a:schemeClr val="tx1"/>
                </a:solidFill>
                <a:latin typeface="Sylfaen" panose="010A0502050306030303" pitchFamily="18" charset="0"/>
                <a:cs typeface="Angsana New" panose="020B0502040204020203" pitchFamily="18" charset="-34"/>
              </a:rPr>
              <a:t>operation(){ …}</a:t>
            </a:r>
          </a:p>
          <a:p>
            <a:endParaRPr lang="en-US" sz="2000" dirty="0">
              <a:solidFill>
                <a:schemeClr val="tx1"/>
              </a:solidFill>
              <a:latin typeface="Sylfaen" panose="010A0502050306030303" pitchFamily="18" charset="0"/>
              <a:cs typeface="Angsana New" panose="020B0502040204020203" pitchFamily="18" charset="-34"/>
            </a:endParaRPr>
          </a:p>
        </p:txBody>
      </p:sp>
      <p:sp>
        <p:nvSpPr>
          <p:cNvPr id="17" name="Flowchart: Extract 76">
            <a:extLst>
              <a:ext uri="{FF2B5EF4-FFF2-40B4-BE49-F238E27FC236}">
                <a16:creationId xmlns:a16="http://schemas.microsoft.com/office/drawing/2014/main" id="{0BD40C2D-78AE-FA0E-B7CA-F58D75E64758}"/>
              </a:ext>
            </a:extLst>
          </p:cNvPr>
          <p:cNvSpPr/>
          <p:nvPr/>
        </p:nvSpPr>
        <p:spPr>
          <a:xfrm rot="5400000">
            <a:off x="6264480" y="4355394"/>
            <a:ext cx="161778" cy="159029"/>
          </a:xfrm>
          <a:prstGeom prst="flowChartExtra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Flowchart: Extract 37">
            <a:extLst>
              <a:ext uri="{FF2B5EF4-FFF2-40B4-BE49-F238E27FC236}">
                <a16:creationId xmlns:a16="http://schemas.microsoft.com/office/drawing/2014/main" id="{88C2990A-8C57-EBDD-D783-3A1E7B1CF9A9}"/>
              </a:ext>
            </a:extLst>
          </p:cNvPr>
          <p:cNvSpPr/>
          <p:nvPr/>
        </p:nvSpPr>
        <p:spPr>
          <a:xfrm>
            <a:off x="3035496" y="3027963"/>
            <a:ext cx="172278" cy="159029"/>
          </a:xfrm>
          <a:prstGeom prst="flowChartExtra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CA93719-9C13-124C-6CC4-4621E30CD50C}"/>
              </a:ext>
            </a:extLst>
          </p:cNvPr>
          <p:cNvCxnSpPr>
            <a:cxnSpLocks/>
          </p:cNvCxnSpPr>
          <p:nvPr/>
        </p:nvCxnSpPr>
        <p:spPr>
          <a:xfrm>
            <a:off x="3114470" y="3186992"/>
            <a:ext cx="0" cy="22528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DABF825-83DF-ED88-1130-C78A3074538E}"/>
              </a:ext>
            </a:extLst>
          </p:cNvPr>
          <p:cNvCxnSpPr>
            <a:cxnSpLocks/>
          </p:cNvCxnSpPr>
          <p:nvPr/>
        </p:nvCxnSpPr>
        <p:spPr>
          <a:xfrm>
            <a:off x="1165275" y="3412278"/>
            <a:ext cx="360692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F170F90F-226F-52B8-9A8D-0742588E2524}"/>
              </a:ext>
            </a:extLst>
          </p:cNvPr>
          <p:cNvSpPr/>
          <p:nvPr/>
        </p:nvSpPr>
        <p:spPr>
          <a:xfrm>
            <a:off x="199039" y="3562581"/>
            <a:ext cx="2404197" cy="56623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  <a:latin typeface="Sylfaen" panose="010A0502050306030303" pitchFamily="18" charset="0"/>
                <a:cs typeface="Angsana New" panose="020B0502040204020203" pitchFamily="18" charset="-34"/>
              </a:rPr>
              <a:t>ConcreteCreator1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DE04A32-217A-1D4E-30C6-4D7AACEABCAA}"/>
              </a:ext>
            </a:extLst>
          </p:cNvPr>
          <p:cNvSpPr/>
          <p:nvPr/>
        </p:nvSpPr>
        <p:spPr>
          <a:xfrm>
            <a:off x="197577" y="4126813"/>
            <a:ext cx="2405663" cy="76409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Sylfaen" panose="010A0502050306030303" pitchFamily="18" charset="0"/>
                <a:cs typeface="Angsana New" panose="020B0502040204020203" pitchFamily="18" charset="-34"/>
              </a:rPr>
              <a:t>factoryMethodA(){..}</a:t>
            </a:r>
          </a:p>
          <a:p>
            <a:r>
              <a:rPr lang="en-US" sz="2000" dirty="0">
                <a:solidFill>
                  <a:schemeClr val="tx1"/>
                </a:solidFill>
                <a:latin typeface="Sylfaen" panose="010A0502050306030303" pitchFamily="18" charset="0"/>
                <a:cs typeface="Angsana New" panose="020B0502040204020203" pitchFamily="18" charset="-34"/>
              </a:rPr>
              <a:t>factoryMethodB(){..}</a:t>
            </a:r>
          </a:p>
          <a:p>
            <a:endParaRPr lang="en-US" sz="2000" dirty="0">
              <a:solidFill>
                <a:schemeClr val="tx1"/>
              </a:solidFill>
              <a:latin typeface="Sylfaen" panose="010A0502050306030303" pitchFamily="18" charset="0"/>
              <a:cs typeface="Angsana New" panose="020B0502040204020203" pitchFamily="18" charset="-34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4D1AC64-5A94-39E2-ADF0-5DBDEC3A3F98}"/>
              </a:ext>
            </a:extLst>
          </p:cNvPr>
          <p:cNvCxnSpPr>
            <a:cxnSpLocks/>
          </p:cNvCxnSpPr>
          <p:nvPr/>
        </p:nvCxnSpPr>
        <p:spPr>
          <a:xfrm>
            <a:off x="1167464" y="3396733"/>
            <a:ext cx="0" cy="15483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BBEB50AC-0084-272C-D05C-8BAE0DBF1241}"/>
              </a:ext>
            </a:extLst>
          </p:cNvPr>
          <p:cNvSpPr/>
          <p:nvPr/>
        </p:nvSpPr>
        <p:spPr>
          <a:xfrm>
            <a:off x="9241089" y="1805562"/>
            <a:ext cx="2413089" cy="56623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  <a:latin typeface="Sylfaen" panose="010A0502050306030303" pitchFamily="18" charset="0"/>
                <a:cs typeface="Angsana New" panose="020B0502040204020203" pitchFamily="18" charset="-34"/>
              </a:rPr>
              <a:t>Product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B6FFE34-0DC5-4E99-1DCE-509956B01C63}"/>
              </a:ext>
            </a:extLst>
          </p:cNvPr>
          <p:cNvSpPr/>
          <p:nvPr/>
        </p:nvSpPr>
        <p:spPr>
          <a:xfrm>
            <a:off x="9236976" y="2375162"/>
            <a:ext cx="2413089" cy="54464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Sylfaen" panose="010A0502050306030303" pitchFamily="18" charset="0"/>
                <a:cs typeface="Angsana New" panose="020B0502040204020203" pitchFamily="18" charset="-34"/>
              </a:rPr>
              <a:t>operation();</a:t>
            </a:r>
          </a:p>
        </p:txBody>
      </p:sp>
      <p:sp>
        <p:nvSpPr>
          <p:cNvPr id="26" name="Flowchart: Extract 52">
            <a:extLst>
              <a:ext uri="{FF2B5EF4-FFF2-40B4-BE49-F238E27FC236}">
                <a16:creationId xmlns:a16="http://schemas.microsoft.com/office/drawing/2014/main" id="{FE043CDD-E2F6-AF89-02FC-5CF94C3C6C5B}"/>
              </a:ext>
            </a:extLst>
          </p:cNvPr>
          <p:cNvSpPr/>
          <p:nvPr/>
        </p:nvSpPr>
        <p:spPr>
          <a:xfrm>
            <a:off x="10373825" y="2942232"/>
            <a:ext cx="172278" cy="159029"/>
          </a:xfrm>
          <a:prstGeom prst="flowChartExtra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5DCE45A-210B-9DC2-FB31-7249B2D3B3FD}"/>
              </a:ext>
            </a:extLst>
          </p:cNvPr>
          <p:cNvCxnSpPr>
            <a:cxnSpLocks/>
          </p:cNvCxnSpPr>
          <p:nvPr/>
        </p:nvCxnSpPr>
        <p:spPr>
          <a:xfrm flipV="1">
            <a:off x="10450853" y="3115880"/>
            <a:ext cx="0" cy="430535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8BB5FD54-908E-FE91-B831-EFC0019E66FC}"/>
              </a:ext>
            </a:extLst>
          </p:cNvPr>
          <p:cNvSpPr/>
          <p:nvPr/>
        </p:nvSpPr>
        <p:spPr>
          <a:xfrm>
            <a:off x="9439776" y="3569722"/>
            <a:ext cx="2210285" cy="59771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  <a:latin typeface="Sylfaen" panose="010A0502050306030303" pitchFamily="18" charset="0"/>
                <a:cs typeface="Angsana New" panose="020B0502040204020203" pitchFamily="18" charset="-34"/>
              </a:rPr>
              <a:t>ConcreteProductB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37E28AC-8CE0-1633-4391-EF983EFE86A2}"/>
              </a:ext>
            </a:extLst>
          </p:cNvPr>
          <p:cNvSpPr/>
          <p:nvPr/>
        </p:nvSpPr>
        <p:spPr>
          <a:xfrm>
            <a:off x="9438313" y="4162122"/>
            <a:ext cx="2210284" cy="59484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000" dirty="0">
              <a:solidFill>
                <a:schemeClr val="tx1"/>
              </a:solidFill>
              <a:latin typeface="Sylfaen" panose="010A0502050306030303" pitchFamily="18" charset="0"/>
              <a:cs typeface="Angsana New" panose="020B0502040204020203" pitchFamily="18" charset="-34"/>
            </a:endParaRPr>
          </a:p>
          <a:p>
            <a:r>
              <a:rPr lang="en-US" sz="2000" dirty="0">
                <a:solidFill>
                  <a:schemeClr val="tx1"/>
                </a:solidFill>
                <a:latin typeface="Sylfaen" panose="010A0502050306030303" pitchFamily="18" charset="0"/>
                <a:cs typeface="Angsana New" panose="020B0502040204020203" pitchFamily="18" charset="-34"/>
              </a:rPr>
              <a:t>operation(){ …}</a:t>
            </a:r>
          </a:p>
          <a:p>
            <a:endParaRPr lang="en-US" sz="2000" dirty="0">
              <a:solidFill>
                <a:schemeClr val="tx1"/>
              </a:solidFill>
              <a:latin typeface="Sylfaen" panose="010A0502050306030303" pitchFamily="18" charset="0"/>
              <a:cs typeface="Angsana New" panose="020B0502040204020203" pitchFamily="18" charset="-34"/>
            </a:endParaRPr>
          </a:p>
        </p:txBody>
      </p:sp>
      <p:sp>
        <p:nvSpPr>
          <p:cNvPr id="30" name="Flowchart: Extract 62">
            <a:extLst>
              <a:ext uri="{FF2B5EF4-FFF2-40B4-BE49-F238E27FC236}">
                <a16:creationId xmlns:a16="http://schemas.microsoft.com/office/drawing/2014/main" id="{B634A7B1-0D66-6A77-A0D9-323BA4A26D98}"/>
              </a:ext>
            </a:extLst>
          </p:cNvPr>
          <p:cNvSpPr/>
          <p:nvPr/>
        </p:nvSpPr>
        <p:spPr>
          <a:xfrm rot="5400000">
            <a:off x="9300040" y="4311852"/>
            <a:ext cx="161778" cy="159029"/>
          </a:xfrm>
          <a:prstGeom prst="flowChartExtra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DE16596-B43F-722E-F386-66B5598DC9B8}"/>
              </a:ext>
            </a:extLst>
          </p:cNvPr>
          <p:cNvCxnSpPr>
            <a:cxnSpLocks/>
          </p:cNvCxnSpPr>
          <p:nvPr/>
        </p:nvCxnSpPr>
        <p:spPr>
          <a:xfrm>
            <a:off x="1586438" y="5030295"/>
            <a:ext cx="7650538" cy="18769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Flowchart: Extract 75">
            <a:extLst>
              <a:ext uri="{FF2B5EF4-FFF2-40B4-BE49-F238E27FC236}">
                <a16:creationId xmlns:a16="http://schemas.microsoft.com/office/drawing/2014/main" id="{2D1739AC-F6B3-55F4-9F88-2C17B4E6FDA1}"/>
              </a:ext>
            </a:extLst>
          </p:cNvPr>
          <p:cNvSpPr/>
          <p:nvPr/>
        </p:nvSpPr>
        <p:spPr>
          <a:xfrm>
            <a:off x="7407960" y="4756970"/>
            <a:ext cx="161778" cy="159029"/>
          </a:xfrm>
          <a:prstGeom prst="flowChartExtra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B1CAE99-77C0-C408-30FE-29E3B2630FCB}"/>
              </a:ext>
            </a:extLst>
          </p:cNvPr>
          <p:cNvCxnSpPr>
            <a:cxnSpLocks/>
          </p:cNvCxnSpPr>
          <p:nvPr/>
        </p:nvCxnSpPr>
        <p:spPr>
          <a:xfrm flipV="1">
            <a:off x="9236976" y="4335339"/>
            <a:ext cx="0" cy="657632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1CFF066-5BE5-D408-5E29-D572FDE6AC78}"/>
              </a:ext>
            </a:extLst>
          </p:cNvPr>
          <p:cNvCxnSpPr>
            <a:cxnSpLocks/>
          </p:cNvCxnSpPr>
          <p:nvPr/>
        </p:nvCxnSpPr>
        <p:spPr>
          <a:xfrm>
            <a:off x="9210416" y="4395436"/>
            <a:ext cx="191277" cy="178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39382E1-AA26-330C-9332-C90D09CF1AAF}"/>
              </a:ext>
            </a:extLst>
          </p:cNvPr>
          <p:cNvCxnSpPr>
            <a:cxnSpLocks/>
          </p:cNvCxnSpPr>
          <p:nvPr/>
        </p:nvCxnSpPr>
        <p:spPr>
          <a:xfrm flipV="1">
            <a:off x="1623758" y="4885691"/>
            <a:ext cx="2780" cy="176597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40996D1-4593-B7F6-ED91-C9F5FC0C63E8}"/>
              </a:ext>
            </a:extLst>
          </p:cNvPr>
          <p:cNvCxnSpPr>
            <a:cxnSpLocks/>
          </p:cNvCxnSpPr>
          <p:nvPr/>
        </p:nvCxnSpPr>
        <p:spPr>
          <a:xfrm flipV="1">
            <a:off x="998376" y="3297339"/>
            <a:ext cx="9104795" cy="37114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Flowchart: Extract 93">
            <a:extLst>
              <a:ext uri="{FF2B5EF4-FFF2-40B4-BE49-F238E27FC236}">
                <a16:creationId xmlns:a16="http://schemas.microsoft.com/office/drawing/2014/main" id="{9510D993-87DD-8375-1EB8-F26F49252AC5}"/>
              </a:ext>
            </a:extLst>
          </p:cNvPr>
          <p:cNvSpPr/>
          <p:nvPr/>
        </p:nvSpPr>
        <p:spPr>
          <a:xfrm rot="10800000">
            <a:off x="10034345" y="3434292"/>
            <a:ext cx="161778" cy="159029"/>
          </a:xfrm>
          <a:prstGeom prst="flowChartExtra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B690A89-8738-4BD4-8B2C-739A9287642A}"/>
              </a:ext>
            </a:extLst>
          </p:cNvPr>
          <p:cNvCxnSpPr>
            <a:cxnSpLocks/>
          </p:cNvCxnSpPr>
          <p:nvPr/>
        </p:nvCxnSpPr>
        <p:spPr>
          <a:xfrm flipV="1">
            <a:off x="10071071" y="3339913"/>
            <a:ext cx="2780" cy="176597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2DD73C4-A822-F282-C9AB-936A62929FB6}"/>
              </a:ext>
            </a:extLst>
          </p:cNvPr>
          <p:cNvCxnSpPr>
            <a:cxnSpLocks/>
          </p:cNvCxnSpPr>
          <p:nvPr/>
        </p:nvCxnSpPr>
        <p:spPr>
          <a:xfrm flipV="1">
            <a:off x="1011049" y="3330583"/>
            <a:ext cx="2780" cy="176597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724A96E-4C9A-2175-5D5D-4C44CBD55A79}"/>
              </a:ext>
            </a:extLst>
          </p:cNvPr>
          <p:cNvCxnSpPr>
            <a:cxnSpLocks/>
          </p:cNvCxnSpPr>
          <p:nvPr/>
        </p:nvCxnSpPr>
        <p:spPr>
          <a:xfrm flipV="1">
            <a:off x="7477161" y="4823482"/>
            <a:ext cx="2780" cy="176597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FC12F5A-951C-FDA0-586D-B46CA0D2567A}"/>
              </a:ext>
            </a:extLst>
          </p:cNvPr>
          <p:cNvCxnSpPr>
            <a:cxnSpLocks/>
          </p:cNvCxnSpPr>
          <p:nvPr/>
        </p:nvCxnSpPr>
        <p:spPr>
          <a:xfrm>
            <a:off x="3461657" y="4940677"/>
            <a:ext cx="4046238" cy="25631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1EAB4DE-99D9-2C73-10C6-5525C2A09FA9}"/>
              </a:ext>
            </a:extLst>
          </p:cNvPr>
          <p:cNvCxnSpPr>
            <a:cxnSpLocks/>
          </p:cNvCxnSpPr>
          <p:nvPr/>
        </p:nvCxnSpPr>
        <p:spPr>
          <a:xfrm flipV="1">
            <a:off x="3492991" y="4842148"/>
            <a:ext cx="2780" cy="120618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6FD79A20-08D1-6538-96CE-9EC49F1CA778}"/>
              </a:ext>
            </a:extLst>
          </p:cNvPr>
          <p:cNvSpPr>
            <a:spLocks noGrp="1"/>
          </p:cNvSpPr>
          <p:nvPr/>
        </p:nvSpPr>
        <p:spPr>
          <a:xfrm>
            <a:off x="666750" y="0"/>
            <a:ext cx="10858500" cy="647700"/>
          </a:xfrm>
          <a:prstGeom prst="rect">
            <a:avLst/>
          </a:prstGeom>
          <a:solidFill>
            <a:srgbClr val="FFFFFF"/>
          </a:solidFill>
          <a:ln w="12383">
            <a:solidFill>
              <a:srgbClr val="002060"/>
            </a:solidFill>
          </a:ln>
        </p:spPr>
        <p:txBody>
          <a:bodyPr/>
          <a:lstStyle/>
          <a:p>
            <a:pPr algn="ctr">
              <a:buNone/>
              <a:defRPr sz="264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en-IN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Structure and Participants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786DABC-F9A8-B482-F2A0-1BF22730E72E}"/>
              </a:ext>
            </a:extLst>
          </p:cNvPr>
          <p:cNvSpPr>
            <a:spLocks noGrp="1"/>
          </p:cNvSpPr>
          <p:nvPr/>
        </p:nvSpPr>
        <p:spPr>
          <a:xfrm>
            <a:off x="552450" y="723900"/>
            <a:ext cx="476250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95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95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en-US" sz="2200" b="1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Abstract Factory Pattern</a:t>
            </a:r>
            <a:endParaRPr sz="2200" b="1" dirty="0">
              <a:solidFill>
                <a:srgbClr val="0000FF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6359069-B7E6-88F1-B3C1-44AB8A9E6BE7}"/>
              </a:ext>
            </a:extLst>
          </p:cNvPr>
          <p:cNvSpPr txBox="1"/>
          <p:nvPr/>
        </p:nvSpPr>
        <p:spPr>
          <a:xfrm>
            <a:off x="1051028" y="5391651"/>
            <a:ext cx="1047422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u="none" strike="noStrike" dirty="0">
                <a:solidFill>
                  <a:srgbClr val="002060"/>
                </a:solidFill>
                <a:effectLst/>
                <a:latin typeface="+mn-lt"/>
              </a:rPr>
              <a:t>Abstract Factory</a:t>
            </a:r>
            <a:r>
              <a:rPr lang="en-IN" sz="2000" b="0" u="none" strike="noStrike" dirty="0">
                <a:solidFill>
                  <a:srgbClr val="002060"/>
                </a:solidFill>
                <a:effectLst/>
                <a:latin typeface="+mn-lt"/>
              </a:rPr>
              <a:t> pattern is a creational software design pattern that provides an interface for creating families of related or dependent objects without specifying their concrete classes.</a:t>
            </a:r>
            <a:endParaRPr lang="en-US" sz="20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06480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7EF64591-6CA0-4E50-87DC-F33748D930E9}"/>
              </a:ext>
            </a:extLst>
          </p:cNvPr>
          <p:cNvSpPr>
            <a:spLocks noGrp="1"/>
          </p:cNvSpPr>
          <p:nvPr/>
        </p:nvSpPr>
        <p:spPr>
          <a:xfrm>
            <a:off x="666750" y="11151"/>
            <a:ext cx="10858500" cy="647700"/>
          </a:xfrm>
          <a:prstGeom prst="rect">
            <a:avLst/>
          </a:prstGeom>
          <a:solidFill>
            <a:srgbClr val="FFFFFF"/>
          </a:solidFill>
          <a:ln w="12383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FE8DF31-93E7-4223-9D9D-D8563CCB4F4E}"/>
              </a:ext>
            </a:extLst>
          </p:cNvPr>
          <p:cNvSpPr>
            <a:spLocks noGrp="1"/>
          </p:cNvSpPr>
          <p:nvPr/>
        </p:nvSpPr>
        <p:spPr>
          <a:xfrm>
            <a:off x="790575" y="66675"/>
            <a:ext cx="10601325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264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buNone/>
              <a:defRPr sz="264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4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Factory Method: Creation and Use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4676EF-3B8B-4B45-986E-06CD08CB9587}"/>
              </a:ext>
            </a:extLst>
          </p:cNvPr>
          <p:cNvSpPr>
            <a:spLocks noGrp="1"/>
          </p:cNvSpPr>
          <p:nvPr/>
        </p:nvSpPr>
        <p:spPr>
          <a:xfrm>
            <a:off x="552449" y="723900"/>
            <a:ext cx="7688301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95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95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FACTORY METHOD PATTERN</a:t>
            </a:r>
            <a:r>
              <a:rPr lang="en-US" sz="2000" b="1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 (Based on example)</a:t>
            </a:r>
            <a:endParaRPr sz="2000" b="1" dirty="0">
              <a:solidFill>
                <a:srgbClr val="0000FF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F658A9-F80F-48CC-8C94-18C0CCAC7091}"/>
              </a:ext>
            </a:extLst>
          </p:cNvPr>
          <p:cNvSpPr>
            <a:spLocks noGrp="1"/>
          </p:cNvSpPr>
          <p:nvPr/>
        </p:nvSpPr>
        <p:spPr>
          <a:xfrm>
            <a:off x="11258550" y="648652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968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968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68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05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045ECD-A898-443F-9E82-776E0C395D87}"/>
              </a:ext>
            </a:extLst>
          </p:cNvPr>
          <p:cNvSpPr>
            <a:spLocks noGrp="1"/>
          </p:cNvSpPr>
          <p:nvPr/>
        </p:nvSpPr>
        <p:spPr>
          <a:xfrm>
            <a:off x="619125" y="1247775"/>
            <a:ext cx="10934700" cy="2333625"/>
          </a:xfrm>
          <a:prstGeom prst="rect">
            <a:avLst/>
          </a:prstGeom>
          <a:solidFill>
            <a:srgbClr val="DDEBF3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1693D6-C27A-4556-90BE-01DB87E8A804}"/>
              </a:ext>
            </a:extLst>
          </p:cNvPr>
          <p:cNvSpPr>
            <a:spLocks noGrp="1"/>
          </p:cNvSpPr>
          <p:nvPr/>
        </p:nvSpPr>
        <p:spPr>
          <a:xfrm>
            <a:off x="790575" y="1390650"/>
            <a:ext cx="990600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34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34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One delivery request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C86D02-9649-490E-986B-20643A55EC40}"/>
              </a:ext>
            </a:extLst>
          </p:cNvPr>
          <p:cNvSpPr>
            <a:spLocks noGrp="1"/>
          </p:cNvSpPr>
          <p:nvPr/>
        </p:nvSpPr>
        <p:spPr>
          <a:xfrm>
            <a:off x="809625" y="2124075"/>
            <a:ext cx="2524125" cy="981075"/>
          </a:xfrm>
          <a:prstGeom prst="rect">
            <a:avLst/>
          </a:prstGeom>
          <a:solidFill>
            <a:srgbClr val="DDF2D5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A02F6E-1BB6-495E-8464-2370ED8695B0}"/>
              </a:ext>
            </a:extLst>
          </p:cNvPr>
          <p:cNvSpPr>
            <a:spLocks noGrp="1"/>
          </p:cNvSpPr>
          <p:nvPr/>
        </p:nvSpPr>
        <p:spPr>
          <a:xfrm>
            <a:off x="885825" y="2181225"/>
            <a:ext cx="2371725" cy="8667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15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buNone/>
              <a:defRPr sz="15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Client</a:t>
            </a:r>
          </a:p>
          <a:p>
            <a:pPr algn="ctr">
              <a:buNone/>
              <a:defRPr sz="15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planDelivery()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09B65C0-7CED-4FBC-BAE3-DB993BC33AA4}"/>
              </a:ext>
            </a:extLst>
          </p:cNvPr>
          <p:cNvSpPr>
            <a:spLocks noGrp="1"/>
          </p:cNvSpPr>
          <p:nvPr/>
        </p:nvSpPr>
        <p:spPr>
          <a:xfrm>
            <a:off x="4695825" y="2124075"/>
            <a:ext cx="2628900" cy="981075"/>
          </a:xfrm>
          <a:prstGeom prst="rect">
            <a:avLst/>
          </a:prstGeom>
          <a:solidFill>
            <a:srgbClr val="F6C6AD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2E0DDB3-DC24-4928-BF6D-230B4FC8C072}"/>
              </a:ext>
            </a:extLst>
          </p:cNvPr>
          <p:cNvSpPr>
            <a:spLocks noGrp="1"/>
          </p:cNvSpPr>
          <p:nvPr/>
        </p:nvSpPr>
        <p:spPr>
          <a:xfrm>
            <a:off x="4772025" y="2181225"/>
            <a:ext cx="2476500" cy="8667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15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buNone/>
              <a:defRPr sz="15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RoadLogistics</a:t>
            </a:r>
          </a:p>
          <a:p>
            <a:pPr algn="ctr">
              <a:buNone/>
              <a:defRPr sz="15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createTransport()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52A54A-ACAF-4911-A286-1280B14ED075}"/>
              </a:ext>
            </a:extLst>
          </p:cNvPr>
          <p:cNvSpPr>
            <a:spLocks noGrp="1"/>
          </p:cNvSpPr>
          <p:nvPr/>
        </p:nvSpPr>
        <p:spPr>
          <a:xfrm>
            <a:off x="8667750" y="2124075"/>
            <a:ext cx="2533650" cy="981075"/>
          </a:xfrm>
          <a:prstGeom prst="rect">
            <a:avLst/>
          </a:prstGeom>
          <a:solidFill>
            <a:srgbClr val="DDF2D5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309498-5480-4042-A7C9-1AEC88CCE166}"/>
              </a:ext>
            </a:extLst>
          </p:cNvPr>
          <p:cNvSpPr>
            <a:spLocks noGrp="1"/>
          </p:cNvSpPr>
          <p:nvPr/>
        </p:nvSpPr>
        <p:spPr>
          <a:xfrm>
            <a:off x="8743950" y="2181225"/>
            <a:ext cx="2381250" cy="8667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15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buNone/>
              <a:defRPr sz="15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Truck</a:t>
            </a:r>
          </a:p>
          <a:p>
            <a:pPr algn="ctr">
              <a:buNone/>
              <a:defRPr sz="15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deliver()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E0AFCF2-D109-4691-9967-A499ACCDCBF3}"/>
              </a:ext>
            </a:extLst>
          </p:cNvPr>
          <p:cNvSpPr>
            <a:spLocks noGrp="1"/>
          </p:cNvSpPr>
          <p:nvPr/>
        </p:nvSpPr>
        <p:spPr>
          <a:xfrm>
            <a:off x="3333750" y="2600325"/>
            <a:ext cx="1362075" cy="28575"/>
          </a:xfrm>
          <a:prstGeom prst="rect">
            <a:avLst/>
          </a:prstGeom>
          <a:solidFill>
            <a:srgbClr val="00206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4333839-9DD9-4B84-82D2-ABA14D4C8D4D}"/>
              </a:ext>
            </a:extLst>
          </p:cNvPr>
          <p:cNvSpPr>
            <a:spLocks noGrp="1"/>
          </p:cNvSpPr>
          <p:nvPr/>
        </p:nvSpPr>
        <p:spPr>
          <a:xfrm>
            <a:off x="7324725" y="2600325"/>
            <a:ext cx="1343025" cy="28575"/>
          </a:xfrm>
          <a:prstGeom prst="rect">
            <a:avLst/>
          </a:prstGeom>
          <a:solidFill>
            <a:srgbClr val="00206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B56CED1-E2D7-43D7-BDBE-FD565C5ACA75}"/>
              </a:ext>
            </a:extLst>
          </p:cNvPr>
          <p:cNvSpPr>
            <a:spLocks noGrp="1"/>
          </p:cNvSpPr>
          <p:nvPr/>
        </p:nvSpPr>
        <p:spPr>
          <a:xfrm>
            <a:off x="619125" y="3867150"/>
            <a:ext cx="5248275" cy="2019300"/>
          </a:xfrm>
          <a:prstGeom prst="rect">
            <a:avLst/>
          </a:prstGeom>
          <a:solidFill>
            <a:srgbClr val="DDF2D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ECB8F7-6AF3-4BE6-985B-B4D2F76AEA8E}"/>
              </a:ext>
            </a:extLst>
          </p:cNvPr>
          <p:cNvSpPr>
            <a:spLocks noGrp="1"/>
          </p:cNvSpPr>
          <p:nvPr/>
        </p:nvSpPr>
        <p:spPr>
          <a:xfrm>
            <a:off x="781050" y="4019550"/>
            <a:ext cx="485775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34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34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Creation step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838D69D-543A-4BE4-85C3-895A19EEA396}"/>
              </a:ext>
            </a:extLst>
          </p:cNvPr>
          <p:cNvSpPr>
            <a:spLocks noGrp="1"/>
          </p:cNvSpPr>
          <p:nvPr/>
        </p:nvSpPr>
        <p:spPr>
          <a:xfrm>
            <a:off x="781050" y="4486275"/>
            <a:ext cx="4819650" cy="1095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8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 dirty="0" err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RoadLogistics</a:t>
            </a:r>
            <a:r>
              <a:rPr sz="2000" b="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 overrides </a:t>
            </a:r>
            <a:r>
              <a:rPr sz="2000" b="0" dirty="0" err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createTransport</a:t>
            </a:r>
            <a:r>
              <a:rPr sz="2000" b="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() and returns a Truck as a Transport. </a:t>
            </a:r>
            <a:r>
              <a:rPr sz="2000" b="0" dirty="0" err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SeaLogistics</a:t>
            </a:r>
            <a:r>
              <a:rPr sz="2000" b="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 returns a Ship.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87F762A-2A13-42E8-AE9E-FB1D66849E16}"/>
              </a:ext>
            </a:extLst>
          </p:cNvPr>
          <p:cNvSpPr>
            <a:spLocks noGrp="1"/>
          </p:cNvSpPr>
          <p:nvPr/>
        </p:nvSpPr>
        <p:spPr>
          <a:xfrm>
            <a:off x="6124575" y="3867150"/>
            <a:ext cx="5429250" cy="2019300"/>
          </a:xfrm>
          <a:prstGeom prst="rect">
            <a:avLst/>
          </a:prstGeom>
          <a:solidFill>
            <a:srgbClr val="F6C6A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E980423-4CC9-468B-A587-F8F1A65F0999}"/>
              </a:ext>
            </a:extLst>
          </p:cNvPr>
          <p:cNvSpPr>
            <a:spLocks noGrp="1"/>
          </p:cNvSpPr>
          <p:nvPr/>
        </p:nvSpPr>
        <p:spPr>
          <a:xfrm>
            <a:off x="6286500" y="4019550"/>
            <a:ext cx="4962525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397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397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Shared workflow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4D11CF9-6E48-4B15-B190-656865115DBE}"/>
              </a:ext>
            </a:extLst>
          </p:cNvPr>
          <p:cNvSpPr>
            <a:spLocks noGrp="1"/>
          </p:cNvSpPr>
          <p:nvPr/>
        </p:nvSpPr>
        <p:spPr>
          <a:xfrm>
            <a:off x="6286500" y="4486275"/>
            <a:ext cx="4962525" cy="1095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8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 dirty="0" err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Logistics.planDelivery</a:t>
            </a:r>
            <a:r>
              <a:rPr sz="2000" b="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() calls the factory method, then invokes deliver() on the product. </a:t>
            </a:r>
            <a:endParaRPr lang="en-US" sz="2000" b="0" dirty="0">
              <a:solidFill>
                <a:srgbClr val="171717"/>
              </a:solidFill>
              <a:latin typeface="Times New Roman"/>
              <a:ea typeface="Times New Roman"/>
              <a:cs typeface="Times New Roman"/>
            </a:endParaRPr>
          </a:p>
          <a:p>
            <a:pPr algn="l">
              <a:buNone/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The workflow stays the same.</a:t>
            </a:r>
          </a:p>
        </p:txBody>
      </p:sp>
    </p:spTree>
    <p:extLst>
      <p:ext uri="{BB962C8B-B14F-4D97-AF65-F5344CB8AC3E}">
        <p14:creationId xmlns:p14="http://schemas.microsoft.com/office/powerpoint/2010/main" val="20957915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0207529-0B2B-4E38-9E8C-50B5E786B309}"/>
              </a:ext>
            </a:extLst>
          </p:cNvPr>
          <p:cNvSpPr>
            <a:spLocks noGrp="1"/>
          </p:cNvSpPr>
          <p:nvPr/>
        </p:nvSpPr>
        <p:spPr>
          <a:xfrm>
            <a:off x="666750" y="0"/>
            <a:ext cx="10858500" cy="647700"/>
          </a:xfrm>
          <a:prstGeom prst="rect">
            <a:avLst/>
          </a:prstGeom>
          <a:solidFill>
            <a:srgbClr val="FFFFFF"/>
          </a:solidFill>
          <a:ln w="12383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3AD7B4-835F-408D-A1B0-EAD2797EB32B}"/>
              </a:ext>
            </a:extLst>
          </p:cNvPr>
          <p:cNvSpPr>
            <a:spLocks noGrp="1"/>
          </p:cNvSpPr>
          <p:nvPr/>
        </p:nvSpPr>
        <p:spPr>
          <a:xfrm>
            <a:off x="790575" y="66675"/>
            <a:ext cx="10601325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264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buNone/>
              <a:defRPr sz="264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4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Java: Product Interface and Products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120B23-9E64-4711-BA97-4A8871ED83BF}"/>
              </a:ext>
            </a:extLst>
          </p:cNvPr>
          <p:cNvSpPr>
            <a:spLocks noGrp="1"/>
          </p:cNvSpPr>
          <p:nvPr/>
        </p:nvSpPr>
        <p:spPr>
          <a:xfrm>
            <a:off x="552450" y="723900"/>
            <a:ext cx="47625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95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95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FACTORY METHOD PATTERN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000A15-C680-4916-A83B-1F6FF6D3592A}"/>
              </a:ext>
            </a:extLst>
          </p:cNvPr>
          <p:cNvSpPr>
            <a:spLocks noGrp="1"/>
          </p:cNvSpPr>
          <p:nvPr/>
        </p:nvSpPr>
        <p:spPr>
          <a:xfrm>
            <a:off x="11258550" y="648652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968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968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68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06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01AF97-CB72-4A8A-B8CF-8B8E9EEB966C}"/>
              </a:ext>
            </a:extLst>
          </p:cNvPr>
          <p:cNvSpPr>
            <a:spLocks noGrp="1"/>
          </p:cNvSpPr>
          <p:nvPr/>
        </p:nvSpPr>
        <p:spPr>
          <a:xfrm>
            <a:off x="638175" y="1219200"/>
            <a:ext cx="5438775" cy="4514850"/>
          </a:xfrm>
          <a:prstGeom prst="rect">
            <a:avLst/>
          </a:prstGeom>
          <a:solidFill>
            <a:srgbClr val="F8FAFC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1B3403-2406-49DA-97CF-481C75902D1C}"/>
              </a:ext>
            </a:extLst>
          </p:cNvPr>
          <p:cNvSpPr>
            <a:spLocks noGrp="1"/>
          </p:cNvSpPr>
          <p:nvPr/>
        </p:nvSpPr>
        <p:spPr>
          <a:xfrm>
            <a:off x="809625" y="1323975"/>
            <a:ext cx="5095875" cy="430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463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 algn="l">
              <a:buNone/>
              <a:defRPr sz="1463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463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interface Transport {</a:t>
            </a:r>
          </a:p>
          <a:p>
            <a:pPr algn="l">
              <a:buNone/>
              <a:defRPr sz="1463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463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void deliver();</a:t>
            </a:r>
          </a:p>
          <a:p>
            <a:pPr algn="l">
              <a:buNone/>
              <a:defRPr sz="1463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463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}</a:t>
            </a:r>
          </a:p>
          <a:p>
            <a:pPr algn="l">
              <a:defRPr sz="1463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463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class Truck implements Transport {</a:t>
            </a:r>
          </a:p>
          <a:p>
            <a:pPr algn="l">
              <a:buNone/>
              <a:defRPr sz="1463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463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public void deliver() {</a:t>
            </a:r>
          </a:p>
          <a:p>
            <a:pPr algn="l">
              <a:buNone/>
              <a:defRPr sz="1463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463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  System.out.println("By road");</a:t>
            </a:r>
          </a:p>
          <a:p>
            <a:pPr algn="l">
              <a:buNone/>
              <a:defRPr sz="1463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463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}</a:t>
            </a:r>
          </a:p>
          <a:p>
            <a:pPr algn="l">
              <a:buNone/>
              <a:defRPr sz="1463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463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}</a:t>
            </a:r>
          </a:p>
          <a:p>
            <a:pPr algn="l">
              <a:buNone/>
              <a:defRPr sz="1463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463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class Ship implements Transport {</a:t>
            </a:r>
          </a:p>
          <a:p>
            <a:pPr algn="l">
              <a:buNone/>
              <a:defRPr sz="1463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463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public void deliver() {</a:t>
            </a:r>
          </a:p>
          <a:p>
            <a:pPr algn="l">
              <a:buNone/>
              <a:defRPr sz="1463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463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  System.out.println("By sea");</a:t>
            </a:r>
          </a:p>
          <a:p>
            <a:pPr algn="l">
              <a:buNone/>
              <a:defRPr sz="1463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463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}</a:t>
            </a:r>
          </a:p>
          <a:p>
            <a:pPr algn="l">
              <a:buNone/>
              <a:defRPr sz="1463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463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B48C56-6939-4A0A-B389-2DCCECF58EB9}"/>
              </a:ext>
            </a:extLst>
          </p:cNvPr>
          <p:cNvSpPr>
            <a:spLocks noGrp="1"/>
          </p:cNvSpPr>
          <p:nvPr/>
        </p:nvSpPr>
        <p:spPr>
          <a:xfrm>
            <a:off x="6334125" y="1232647"/>
            <a:ext cx="5191125" cy="4514850"/>
          </a:xfrm>
          <a:prstGeom prst="rect">
            <a:avLst/>
          </a:prstGeom>
          <a:solidFill>
            <a:srgbClr val="DDF2D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3F83012-79DB-475B-9E05-50E27192B644}"/>
              </a:ext>
            </a:extLst>
          </p:cNvPr>
          <p:cNvSpPr>
            <a:spLocks noGrp="1"/>
          </p:cNvSpPr>
          <p:nvPr/>
        </p:nvSpPr>
        <p:spPr>
          <a:xfrm>
            <a:off x="6496050" y="1381125"/>
            <a:ext cx="4810125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34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34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Product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AA7FDC-15FC-4486-B073-C8BCF27D3CBB}"/>
              </a:ext>
            </a:extLst>
          </p:cNvPr>
          <p:cNvSpPr>
            <a:spLocks noGrp="1"/>
          </p:cNvSpPr>
          <p:nvPr/>
        </p:nvSpPr>
        <p:spPr>
          <a:xfrm>
            <a:off x="6496050" y="1924050"/>
            <a:ext cx="4762500" cy="1057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875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Transport defines deliver(), the common operation the delivery workflow needs.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2C4C0E6-C228-4B40-A8E3-2E072843148B}"/>
              </a:ext>
            </a:extLst>
          </p:cNvPr>
          <p:cNvSpPr>
            <a:spLocks noGrp="1"/>
          </p:cNvSpPr>
          <p:nvPr/>
        </p:nvSpPr>
        <p:spPr>
          <a:xfrm>
            <a:off x="6496050" y="3314700"/>
            <a:ext cx="4810125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34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34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Concrete products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B430869-4F10-4B39-A353-A611256CA4CD}"/>
              </a:ext>
            </a:extLst>
          </p:cNvPr>
          <p:cNvSpPr>
            <a:spLocks noGrp="1"/>
          </p:cNvSpPr>
          <p:nvPr/>
        </p:nvSpPr>
        <p:spPr>
          <a:xfrm>
            <a:off x="6496050" y="3857625"/>
            <a:ext cx="4762500" cy="1238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875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Truck and Ship implement Transport. Each product supplies its own delivery behavior.</a:t>
            </a:r>
          </a:p>
        </p:txBody>
      </p:sp>
    </p:spTree>
    <p:extLst>
      <p:ext uri="{BB962C8B-B14F-4D97-AF65-F5344CB8AC3E}">
        <p14:creationId xmlns:p14="http://schemas.microsoft.com/office/powerpoint/2010/main" val="5541943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1694AE1-F50A-404F-91D6-9425B220CA4B}"/>
              </a:ext>
            </a:extLst>
          </p:cNvPr>
          <p:cNvSpPr>
            <a:spLocks noGrp="1"/>
          </p:cNvSpPr>
          <p:nvPr/>
        </p:nvSpPr>
        <p:spPr>
          <a:xfrm>
            <a:off x="666750" y="0"/>
            <a:ext cx="10858500" cy="647700"/>
          </a:xfrm>
          <a:prstGeom prst="rect">
            <a:avLst/>
          </a:prstGeom>
          <a:solidFill>
            <a:srgbClr val="FFFFFF"/>
          </a:solidFill>
          <a:ln w="12383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7D647A1-83FB-4A76-8396-016AC3780AE4}"/>
              </a:ext>
            </a:extLst>
          </p:cNvPr>
          <p:cNvSpPr>
            <a:spLocks noGrp="1"/>
          </p:cNvSpPr>
          <p:nvPr/>
        </p:nvSpPr>
        <p:spPr>
          <a:xfrm>
            <a:off x="790575" y="66675"/>
            <a:ext cx="10601325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264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buNone/>
              <a:defRPr sz="264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4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Java: Creator and Concrete Creators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CAEA10-4D53-43E1-91B6-7650886A4ED7}"/>
              </a:ext>
            </a:extLst>
          </p:cNvPr>
          <p:cNvSpPr>
            <a:spLocks noGrp="1"/>
          </p:cNvSpPr>
          <p:nvPr/>
        </p:nvSpPr>
        <p:spPr>
          <a:xfrm>
            <a:off x="552450" y="723900"/>
            <a:ext cx="47625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95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95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FACTORY METHOD PATTERN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0DEC359-4615-4A46-99A3-18B691660A96}"/>
              </a:ext>
            </a:extLst>
          </p:cNvPr>
          <p:cNvSpPr>
            <a:spLocks noGrp="1"/>
          </p:cNvSpPr>
          <p:nvPr/>
        </p:nvSpPr>
        <p:spPr>
          <a:xfrm>
            <a:off x="11258550" y="648652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968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968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68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07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003A3D-278C-46DD-8B87-E00D20FA61CF}"/>
              </a:ext>
            </a:extLst>
          </p:cNvPr>
          <p:cNvSpPr>
            <a:spLocks noGrp="1"/>
          </p:cNvSpPr>
          <p:nvPr/>
        </p:nvSpPr>
        <p:spPr>
          <a:xfrm>
            <a:off x="647700" y="1238250"/>
            <a:ext cx="10887075" cy="4295775"/>
          </a:xfrm>
          <a:prstGeom prst="rect">
            <a:avLst/>
          </a:prstGeom>
          <a:solidFill>
            <a:srgbClr val="F8FAFC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AB3884-6631-4F48-9FB7-CF665E178C09}"/>
              </a:ext>
            </a:extLst>
          </p:cNvPr>
          <p:cNvSpPr>
            <a:spLocks noGrp="1"/>
          </p:cNvSpPr>
          <p:nvPr/>
        </p:nvSpPr>
        <p:spPr>
          <a:xfrm>
            <a:off x="819150" y="1343025"/>
            <a:ext cx="10544175" cy="40862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613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 algn="l">
              <a:buNone/>
              <a:defRPr sz="1613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613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abstract class Logistics {</a:t>
            </a:r>
          </a:p>
          <a:p>
            <a:pPr algn="l">
              <a:buNone/>
              <a:defRPr sz="1613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613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abstract Transport </a:t>
            </a:r>
            <a:r>
              <a:rPr sz="1613" b="0" dirty="0" err="1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createTransport</a:t>
            </a:r>
            <a:r>
              <a:rPr sz="1613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();</a:t>
            </a:r>
          </a:p>
          <a:p>
            <a:pPr algn="l">
              <a:defRPr sz="1613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613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void </a:t>
            </a:r>
            <a:r>
              <a:rPr sz="1613" dirty="0" err="1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planDelivery</a:t>
            </a:r>
            <a:r>
              <a:rPr sz="1613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() {</a:t>
            </a:r>
          </a:p>
          <a:p>
            <a:pPr algn="l">
              <a:buNone/>
              <a:defRPr sz="1613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613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  Transport t = </a:t>
            </a:r>
            <a:r>
              <a:rPr sz="1613" b="0" dirty="0" err="1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createTransport</a:t>
            </a:r>
            <a:r>
              <a:rPr sz="1613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();</a:t>
            </a:r>
          </a:p>
          <a:p>
            <a:pPr algn="l">
              <a:buNone/>
              <a:defRPr sz="1613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613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1613" b="0" dirty="0" err="1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t.deliver</a:t>
            </a:r>
            <a:r>
              <a:rPr sz="1613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();</a:t>
            </a:r>
          </a:p>
          <a:p>
            <a:pPr algn="l">
              <a:buNone/>
              <a:defRPr sz="1613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613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}</a:t>
            </a:r>
          </a:p>
          <a:p>
            <a:pPr algn="l">
              <a:defRPr sz="1613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613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}</a:t>
            </a:r>
          </a:p>
          <a:p>
            <a:pPr algn="l">
              <a:buNone/>
              <a:defRPr sz="1613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613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class </a:t>
            </a:r>
            <a:r>
              <a:rPr sz="1613" b="0" dirty="0" err="1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RoadLogistics</a:t>
            </a:r>
            <a:r>
              <a:rPr sz="1613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extends Logistics {</a:t>
            </a:r>
          </a:p>
          <a:p>
            <a:pPr algn="l">
              <a:buNone/>
              <a:defRPr sz="1613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613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Transport </a:t>
            </a:r>
            <a:r>
              <a:rPr sz="1613" b="0" dirty="0" err="1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createTransport</a:t>
            </a:r>
            <a:r>
              <a:rPr sz="1613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() { return new Truck(); }</a:t>
            </a:r>
          </a:p>
          <a:p>
            <a:pPr algn="l">
              <a:buNone/>
              <a:defRPr sz="1613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613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}</a:t>
            </a:r>
          </a:p>
          <a:p>
            <a:pPr algn="l">
              <a:buNone/>
              <a:defRPr sz="1613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613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class </a:t>
            </a:r>
            <a:r>
              <a:rPr sz="1613" b="0" dirty="0" err="1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SeaLogistics</a:t>
            </a:r>
            <a:r>
              <a:rPr sz="1613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extends Logistics {</a:t>
            </a:r>
          </a:p>
          <a:p>
            <a:pPr algn="l">
              <a:buNone/>
              <a:defRPr sz="1613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613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Transport </a:t>
            </a:r>
            <a:r>
              <a:rPr sz="1613" b="0" dirty="0" err="1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createTransport</a:t>
            </a:r>
            <a:r>
              <a:rPr sz="1613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() { return new Ship(); }</a:t>
            </a:r>
          </a:p>
          <a:p>
            <a:pPr algn="l">
              <a:buNone/>
              <a:defRPr sz="1613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613" b="0" dirty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ED0ECE-F77D-4F48-B4C3-650A01C55313}"/>
              </a:ext>
            </a:extLst>
          </p:cNvPr>
          <p:cNvSpPr>
            <a:spLocks noGrp="1"/>
          </p:cNvSpPr>
          <p:nvPr/>
        </p:nvSpPr>
        <p:spPr>
          <a:xfrm>
            <a:off x="647700" y="5743575"/>
            <a:ext cx="10887075" cy="609600"/>
          </a:xfrm>
          <a:prstGeom prst="rect">
            <a:avLst/>
          </a:prstGeom>
          <a:solidFill>
            <a:srgbClr val="DDEBF3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9B18341-8DCE-49B8-9BAD-1FE19BE4DEB5}"/>
              </a:ext>
            </a:extLst>
          </p:cNvPr>
          <p:cNvSpPr>
            <a:spLocks noGrp="1"/>
          </p:cNvSpPr>
          <p:nvPr/>
        </p:nvSpPr>
        <p:spPr>
          <a:xfrm>
            <a:off x="800100" y="5800725"/>
            <a:ext cx="104203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7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7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The inherited workflow calls the overridden creation method and uses the returned Transport.</a:t>
            </a:r>
          </a:p>
        </p:txBody>
      </p:sp>
    </p:spTree>
    <p:extLst>
      <p:ext uri="{BB962C8B-B14F-4D97-AF65-F5344CB8AC3E}">
        <p14:creationId xmlns:p14="http://schemas.microsoft.com/office/powerpoint/2010/main" val="6759746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FAD67CC-829E-448A-A546-E68ECB3B8012}"/>
              </a:ext>
            </a:extLst>
          </p:cNvPr>
          <p:cNvSpPr>
            <a:spLocks noGrp="1"/>
          </p:cNvSpPr>
          <p:nvPr/>
        </p:nvSpPr>
        <p:spPr>
          <a:xfrm>
            <a:off x="666750" y="0"/>
            <a:ext cx="10858500" cy="647700"/>
          </a:xfrm>
          <a:prstGeom prst="rect">
            <a:avLst/>
          </a:prstGeom>
          <a:solidFill>
            <a:srgbClr val="FFFFFF"/>
          </a:solidFill>
          <a:ln w="12383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68530FD-94B0-417A-B00A-4E608EDE4350}"/>
              </a:ext>
            </a:extLst>
          </p:cNvPr>
          <p:cNvSpPr>
            <a:spLocks noGrp="1"/>
          </p:cNvSpPr>
          <p:nvPr/>
        </p:nvSpPr>
        <p:spPr>
          <a:xfrm>
            <a:off x="790575" y="66675"/>
            <a:ext cx="10601325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264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buNone/>
              <a:defRPr sz="264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4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Java: Client Code and Output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F3B36E2-24C4-4C47-9C71-13597FDCEC75}"/>
              </a:ext>
            </a:extLst>
          </p:cNvPr>
          <p:cNvSpPr>
            <a:spLocks noGrp="1"/>
          </p:cNvSpPr>
          <p:nvPr/>
        </p:nvSpPr>
        <p:spPr>
          <a:xfrm>
            <a:off x="552450" y="723900"/>
            <a:ext cx="47625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95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95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FACTORY METHOD PATTERN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AB2384-2CC1-4A8C-9096-D34E8B19C5AC}"/>
              </a:ext>
            </a:extLst>
          </p:cNvPr>
          <p:cNvSpPr>
            <a:spLocks noGrp="1"/>
          </p:cNvSpPr>
          <p:nvPr/>
        </p:nvSpPr>
        <p:spPr>
          <a:xfrm>
            <a:off x="11258550" y="648652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968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968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68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08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B9DB0D-79B0-4CAC-9D90-23948508348C}"/>
              </a:ext>
            </a:extLst>
          </p:cNvPr>
          <p:cNvSpPr>
            <a:spLocks noGrp="1"/>
          </p:cNvSpPr>
          <p:nvPr/>
        </p:nvSpPr>
        <p:spPr>
          <a:xfrm>
            <a:off x="628650" y="1333500"/>
            <a:ext cx="10906125" cy="2019300"/>
          </a:xfrm>
          <a:prstGeom prst="rect">
            <a:avLst/>
          </a:prstGeom>
          <a:solidFill>
            <a:srgbClr val="F8FAFC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90EBED-51A0-4C48-846A-76A84B5EAE93}"/>
              </a:ext>
            </a:extLst>
          </p:cNvPr>
          <p:cNvSpPr>
            <a:spLocks noGrp="1"/>
          </p:cNvSpPr>
          <p:nvPr/>
        </p:nvSpPr>
        <p:spPr>
          <a:xfrm>
            <a:off x="800100" y="1438275"/>
            <a:ext cx="10563225" cy="1809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65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 algn="l">
              <a:buNone/>
              <a:defRPr sz="1650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Logistics road = new RoadLogistics();</a:t>
            </a:r>
          </a:p>
          <a:p>
            <a:pPr algn="l">
              <a:buNone/>
              <a:defRPr sz="1650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Logistics sea = new SeaLogistics();</a:t>
            </a:r>
          </a:p>
          <a:p>
            <a:pPr algn="l">
              <a:defRPr sz="165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65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road.planDelivery();</a:t>
            </a:r>
          </a:p>
          <a:p>
            <a:pPr algn="l">
              <a:buNone/>
              <a:defRPr sz="1650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sea.planDelivery();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CACA0B-9D02-4C6A-BC52-F494B7FF2EEC}"/>
              </a:ext>
            </a:extLst>
          </p:cNvPr>
          <p:cNvSpPr>
            <a:spLocks noGrp="1"/>
          </p:cNvSpPr>
          <p:nvPr/>
        </p:nvSpPr>
        <p:spPr>
          <a:xfrm>
            <a:off x="628650" y="3638550"/>
            <a:ext cx="5057775" cy="2095500"/>
          </a:xfrm>
          <a:prstGeom prst="rect">
            <a:avLst/>
          </a:prstGeom>
          <a:solidFill>
            <a:srgbClr val="DDF2D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A9CDFC5-27B3-4513-A8B9-DE72259DD703}"/>
              </a:ext>
            </a:extLst>
          </p:cNvPr>
          <p:cNvSpPr>
            <a:spLocks noGrp="1"/>
          </p:cNvSpPr>
          <p:nvPr/>
        </p:nvSpPr>
        <p:spPr>
          <a:xfrm>
            <a:off x="800100" y="3781425"/>
            <a:ext cx="457200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34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34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4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Output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933D06E-2BCC-4340-A811-20C77154985C}"/>
              </a:ext>
            </a:extLst>
          </p:cNvPr>
          <p:cNvSpPr>
            <a:spLocks noGrp="1"/>
          </p:cNvSpPr>
          <p:nvPr/>
        </p:nvSpPr>
        <p:spPr>
          <a:xfrm>
            <a:off x="809625" y="4352925"/>
            <a:ext cx="4552950" cy="866775"/>
          </a:xfrm>
          <a:prstGeom prst="rect">
            <a:avLst/>
          </a:prstGeom>
          <a:solidFill>
            <a:srgbClr val="F8FAFC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 sz="2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5355B91-E279-4BA8-BE91-5B3DC26D1681}"/>
              </a:ext>
            </a:extLst>
          </p:cNvPr>
          <p:cNvSpPr>
            <a:spLocks noGrp="1"/>
          </p:cNvSpPr>
          <p:nvPr/>
        </p:nvSpPr>
        <p:spPr>
          <a:xfrm>
            <a:off x="981075" y="4457700"/>
            <a:ext cx="4210050" cy="6572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75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 algn="l">
              <a:buNone/>
              <a:defRPr sz="1575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By road</a:t>
            </a:r>
          </a:p>
          <a:p>
            <a:pPr algn="l">
              <a:buNone/>
              <a:defRPr sz="1575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By sea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BEAA09-23CB-4D10-A1AA-33DDED860781}"/>
              </a:ext>
            </a:extLst>
          </p:cNvPr>
          <p:cNvSpPr>
            <a:spLocks noGrp="1"/>
          </p:cNvSpPr>
          <p:nvPr/>
        </p:nvSpPr>
        <p:spPr>
          <a:xfrm>
            <a:off x="5962650" y="3638550"/>
            <a:ext cx="5581650" cy="2095500"/>
          </a:xfrm>
          <a:prstGeom prst="rect">
            <a:avLst/>
          </a:prstGeom>
          <a:solidFill>
            <a:srgbClr val="F6C6A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30ACBD2-3F4B-4FEE-B76E-8FD5D6C85463}"/>
              </a:ext>
            </a:extLst>
          </p:cNvPr>
          <p:cNvSpPr>
            <a:spLocks noGrp="1"/>
          </p:cNvSpPr>
          <p:nvPr/>
        </p:nvSpPr>
        <p:spPr>
          <a:xfrm>
            <a:off x="6134100" y="3781425"/>
            <a:ext cx="5095875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18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518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What the client knows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2A96704-608F-42C1-92AE-67BB61CD6918}"/>
              </a:ext>
            </a:extLst>
          </p:cNvPr>
          <p:cNvSpPr>
            <a:spLocks noGrp="1"/>
          </p:cNvSpPr>
          <p:nvPr/>
        </p:nvSpPr>
        <p:spPr>
          <a:xfrm>
            <a:off x="6134100" y="4305300"/>
            <a:ext cx="5095875" cy="11334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8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The setup chooses concrete creators. Code that runs delivery needs only </a:t>
            </a:r>
            <a:r>
              <a:rPr sz="2200" b="0" dirty="0" err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Logistics.planDelivery</a:t>
            </a:r>
            <a:r>
              <a:rPr sz="2200" b="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().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100F767-8D82-4EF0-BBED-0A0D6026C332}"/>
              </a:ext>
            </a:extLst>
          </p:cNvPr>
          <p:cNvSpPr>
            <a:spLocks noGrp="1"/>
          </p:cNvSpPr>
          <p:nvPr/>
        </p:nvSpPr>
        <p:spPr>
          <a:xfrm>
            <a:off x="781050" y="5905500"/>
            <a:ext cx="10477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7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7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A new creator can supply a new Transport without changing the shared workflow.</a:t>
            </a:r>
          </a:p>
        </p:txBody>
      </p:sp>
    </p:spTree>
    <p:extLst>
      <p:ext uri="{BB962C8B-B14F-4D97-AF65-F5344CB8AC3E}">
        <p14:creationId xmlns:p14="http://schemas.microsoft.com/office/powerpoint/2010/main" val="11939808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BAA61EFB-494E-45EE-9815-C36C3D6611EC}"/>
              </a:ext>
            </a:extLst>
          </p:cNvPr>
          <p:cNvSpPr>
            <a:spLocks noGrp="1"/>
          </p:cNvSpPr>
          <p:nvPr/>
        </p:nvSpPr>
        <p:spPr>
          <a:xfrm>
            <a:off x="666750" y="0"/>
            <a:ext cx="10858500" cy="647700"/>
          </a:xfrm>
          <a:prstGeom prst="rect">
            <a:avLst/>
          </a:prstGeom>
          <a:solidFill>
            <a:srgbClr val="FFFFFF"/>
          </a:solidFill>
          <a:ln w="12383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04037A-4FA1-4565-85A7-8B48CA294C32}"/>
              </a:ext>
            </a:extLst>
          </p:cNvPr>
          <p:cNvSpPr>
            <a:spLocks noGrp="1"/>
          </p:cNvSpPr>
          <p:nvPr/>
        </p:nvSpPr>
        <p:spPr>
          <a:xfrm>
            <a:off x="790575" y="66675"/>
            <a:ext cx="10601325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264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buNone/>
              <a:defRPr sz="264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4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Another Example: Document Export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EC4885-92B4-4E7C-A30B-E544EAD72B46}"/>
              </a:ext>
            </a:extLst>
          </p:cNvPr>
          <p:cNvSpPr>
            <a:spLocks noGrp="1"/>
          </p:cNvSpPr>
          <p:nvPr/>
        </p:nvSpPr>
        <p:spPr>
          <a:xfrm>
            <a:off x="552449" y="723900"/>
            <a:ext cx="7721755" cy="34850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95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95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FACTORY METHOD PATTERN</a:t>
            </a:r>
            <a:r>
              <a:rPr lang="en-US" sz="2200" b="1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 (Based on example)</a:t>
            </a:r>
            <a:endParaRPr sz="2200" b="1" dirty="0">
              <a:solidFill>
                <a:srgbClr val="0000FF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DA34254-FC02-45AB-B9A0-35F7F1124BD7}"/>
              </a:ext>
            </a:extLst>
          </p:cNvPr>
          <p:cNvSpPr>
            <a:spLocks noGrp="1"/>
          </p:cNvSpPr>
          <p:nvPr/>
        </p:nvSpPr>
        <p:spPr>
          <a:xfrm>
            <a:off x="11258550" y="648652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968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968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68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09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895F32-0082-4796-8FBC-130C76CA3518}"/>
              </a:ext>
            </a:extLst>
          </p:cNvPr>
          <p:cNvSpPr>
            <a:spLocks noGrp="1"/>
          </p:cNvSpPr>
          <p:nvPr/>
        </p:nvSpPr>
        <p:spPr>
          <a:xfrm>
            <a:off x="676275" y="1724025"/>
            <a:ext cx="2438400" cy="1066800"/>
          </a:xfrm>
          <a:prstGeom prst="rect">
            <a:avLst/>
          </a:prstGeom>
          <a:solidFill>
            <a:srgbClr val="DDEBF3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409391-6233-4DF4-9698-07AE83204958}"/>
              </a:ext>
            </a:extLst>
          </p:cNvPr>
          <p:cNvSpPr>
            <a:spLocks noGrp="1"/>
          </p:cNvSpPr>
          <p:nvPr/>
        </p:nvSpPr>
        <p:spPr>
          <a:xfrm>
            <a:off x="752475" y="1781175"/>
            <a:ext cx="22860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165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buNone/>
              <a:defRPr sz="165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Export workflow</a:t>
            </a:r>
          </a:p>
          <a:p>
            <a:pPr algn="ctr">
              <a:buNone/>
              <a:defRPr sz="165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createDocument()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DCDB96-FF48-48F9-8B02-49F865DF62C6}"/>
              </a:ext>
            </a:extLst>
          </p:cNvPr>
          <p:cNvSpPr>
            <a:spLocks noGrp="1"/>
          </p:cNvSpPr>
          <p:nvPr/>
        </p:nvSpPr>
        <p:spPr>
          <a:xfrm>
            <a:off x="4076700" y="1724025"/>
            <a:ext cx="2628900" cy="1066800"/>
          </a:xfrm>
          <a:prstGeom prst="rect">
            <a:avLst/>
          </a:prstGeom>
          <a:solidFill>
            <a:srgbClr val="F6C6AD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846081-182D-44BB-86F2-A4C026368EED}"/>
              </a:ext>
            </a:extLst>
          </p:cNvPr>
          <p:cNvSpPr>
            <a:spLocks noGrp="1"/>
          </p:cNvSpPr>
          <p:nvPr/>
        </p:nvSpPr>
        <p:spPr>
          <a:xfrm>
            <a:off x="4152900" y="1781175"/>
            <a:ext cx="24765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15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buNone/>
              <a:defRPr sz="15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PDF exporter</a:t>
            </a:r>
          </a:p>
          <a:p>
            <a:pPr algn="ctr">
              <a:buNone/>
              <a:defRPr sz="15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supplies PDFDocument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AC0EBEB-5E46-487B-BE58-2EBA81AD8473}"/>
              </a:ext>
            </a:extLst>
          </p:cNvPr>
          <p:cNvSpPr>
            <a:spLocks noGrp="1"/>
          </p:cNvSpPr>
          <p:nvPr/>
        </p:nvSpPr>
        <p:spPr>
          <a:xfrm>
            <a:off x="7772400" y="1724025"/>
            <a:ext cx="2981325" cy="1066800"/>
          </a:xfrm>
          <a:prstGeom prst="rect">
            <a:avLst/>
          </a:prstGeom>
          <a:solidFill>
            <a:srgbClr val="DDF2D5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C70B477-08C1-4261-BE18-AC718AE309C1}"/>
              </a:ext>
            </a:extLst>
          </p:cNvPr>
          <p:cNvSpPr>
            <a:spLocks noGrp="1"/>
          </p:cNvSpPr>
          <p:nvPr/>
        </p:nvSpPr>
        <p:spPr>
          <a:xfrm>
            <a:off x="7848600" y="1781175"/>
            <a:ext cx="2828925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165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buNone/>
              <a:defRPr sz="165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Document</a:t>
            </a:r>
          </a:p>
          <a:p>
            <a:pPr algn="ctr">
              <a:buNone/>
              <a:defRPr sz="165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render()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AA5828-D4B6-4C59-8B8B-B30170C73114}"/>
              </a:ext>
            </a:extLst>
          </p:cNvPr>
          <p:cNvSpPr>
            <a:spLocks noGrp="1"/>
          </p:cNvSpPr>
          <p:nvPr/>
        </p:nvSpPr>
        <p:spPr>
          <a:xfrm>
            <a:off x="3114675" y="2257425"/>
            <a:ext cx="962025" cy="28575"/>
          </a:xfrm>
          <a:prstGeom prst="rect">
            <a:avLst/>
          </a:prstGeom>
          <a:solidFill>
            <a:srgbClr val="00206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1BB0268-4C93-44E1-97C4-2ECFBDF69540}"/>
              </a:ext>
            </a:extLst>
          </p:cNvPr>
          <p:cNvSpPr>
            <a:spLocks noGrp="1"/>
          </p:cNvSpPr>
          <p:nvPr/>
        </p:nvSpPr>
        <p:spPr>
          <a:xfrm>
            <a:off x="6705600" y="2257425"/>
            <a:ext cx="1066800" cy="28575"/>
          </a:xfrm>
          <a:prstGeom prst="rect">
            <a:avLst/>
          </a:prstGeom>
          <a:solidFill>
            <a:srgbClr val="00206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5DD00A-8921-4E36-8793-C279868789F8}"/>
              </a:ext>
            </a:extLst>
          </p:cNvPr>
          <p:cNvSpPr>
            <a:spLocks noGrp="1"/>
          </p:cNvSpPr>
          <p:nvPr/>
        </p:nvSpPr>
        <p:spPr>
          <a:xfrm>
            <a:off x="628650" y="3423397"/>
            <a:ext cx="10906125" cy="2362200"/>
          </a:xfrm>
          <a:prstGeom prst="rect">
            <a:avLst/>
          </a:prstGeom>
          <a:solidFill>
            <a:srgbClr val="DDEBF3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28FCC33-E706-4301-B614-CCDBA0D36970}"/>
              </a:ext>
            </a:extLst>
          </p:cNvPr>
          <p:cNvSpPr>
            <a:spLocks noGrp="1"/>
          </p:cNvSpPr>
          <p:nvPr/>
        </p:nvSpPr>
        <p:spPr>
          <a:xfrm>
            <a:off x="790575" y="3562350"/>
            <a:ext cx="1009650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34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34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Creation within an export workflow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0166B3F-59D3-4005-9FB6-9EAF7FD007A6}"/>
              </a:ext>
            </a:extLst>
          </p:cNvPr>
          <p:cNvSpPr>
            <a:spLocks noGrp="1"/>
          </p:cNvSpPr>
          <p:nvPr/>
        </p:nvSpPr>
        <p:spPr>
          <a:xfrm>
            <a:off x="790575" y="4029075"/>
            <a:ext cx="8958543" cy="1323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8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An abstract exporter defines export() and calls </a:t>
            </a:r>
            <a:r>
              <a:rPr sz="2200" b="0" dirty="0" err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createDocument</a:t>
            </a:r>
            <a:r>
              <a:rPr sz="2200" b="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(). </a:t>
            </a:r>
            <a:endParaRPr lang="en-US" sz="2200" b="0" dirty="0">
              <a:solidFill>
                <a:srgbClr val="171717"/>
              </a:solidFill>
              <a:latin typeface="Times New Roman"/>
              <a:ea typeface="Times New Roman"/>
              <a:cs typeface="Times New Roman"/>
            </a:endParaRPr>
          </a:p>
          <a:p>
            <a:pPr algn="l">
              <a:buNone/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 dirty="0" err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PDFExporter</a:t>
            </a:r>
            <a:r>
              <a:rPr sz="2200" b="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 returns a </a:t>
            </a:r>
            <a:r>
              <a:rPr sz="2200" b="0" dirty="0" err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PDFDocument</a:t>
            </a:r>
            <a:r>
              <a:rPr sz="2200" b="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, while </a:t>
            </a:r>
            <a:r>
              <a:rPr sz="2200" b="0" dirty="0" err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HTMLExporter</a:t>
            </a:r>
            <a:r>
              <a:rPr sz="2200" b="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 returns an </a:t>
            </a:r>
            <a:r>
              <a:rPr sz="2200" b="0" dirty="0" err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HTMLDocument</a:t>
            </a:r>
            <a:r>
              <a:rPr sz="2200" b="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. The export workflow calls </a:t>
            </a:r>
            <a:r>
              <a:rPr sz="2200" b="0" dirty="0" err="1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Document.render</a:t>
            </a:r>
            <a:r>
              <a:rPr sz="2200" b="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().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F7D6436-0AC9-4D7E-82E9-2DF4AD6DFAC0}"/>
              </a:ext>
            </a:extLst>
          </p:cNvPr>
          <p:cNvSpPr>
            <a:spLocks noGrp="1"/>
          </p:cNvSpPr>
          <p:nvPr/>
        </p:nvSpPr>
        <p:spPr>
          <a:xfrm>
            <a:off x="790575" y="6096560"/>
            <a:ext cx="10906125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3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53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The concrete exporter determines the format. The shared workflow uses the document interface.</a:t>
            </a:r>
          </a:p>
        </p:txBody>
      </p:sp>
    </p:spTree>
    <p:extLst>
      <p:ext uri="{BB962C8B-B14F-4D97-AF65-F5344CB8AC3E}">
        <p14:creationId xmlns:p14="http://schemas.microsoft.com/office/powerpoint/2010/main" val="14980010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39D0D3A-4F58-482B-AFEC-A416728DD278}"/>
              </a:ext>
            </a:extLst>
          </p:cNvPr>
          <p:cNvSpPr>
            <a:spLocks noGrp="1"/>
          </p:cNvSpPr>
          <p:nvPr/>
        </p:nvSpPr>
        <p:spPr>
          <a:xfrm>
            <a:off x="666750" y="0"/>
            <a:ext cx="10858500" cy="647700"/>
          </a:xfrm>
          <a:prstGeom prst="rect">
            <a:avLst/>
          </a:prstGeom>
          <a:solidFill>
            <a:srgbClr val="FFFFFF"/>
          </a:solidFill>
          <a:ln w="12383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91F1FA3-2812-4144-960B-041E1A97A2B5}"/>
              </a:ext>
            </a:extLst>
          </p:cNvPr>
          <p:cNvSpPr>
            <a:spLocks noGrp="1"/>
          </p:cNvSpPr>
          <p:nvPr/>
        </p:nvSpPr>
        <p:spPr>
          <a:xfrm>
            <a:off x="790575" y="66675"/>
            <a:ext cx="10601325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264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buNone/>
              <a:defRPr sz="264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4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Factory Method and Simple Factory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CDA60FE-5E49-43A1-8F17-CD13C0BD7B3F}"/>
              </a:ext>
            </a:extLst>
          </p:cNvPr>
          <p:cNvSpPr>
            <a:spLocks noGrp="1"/>
          </p:cNvSpPr>
          <p:nvPr/>
        </p:nvSpPr>
        <p:spPr>
          <a:xfrm>
            <a:off x="552450" y="723900"/>
            <a:ext cx="47625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95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95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FACTORY METHOD PATTERN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7CF1C1-4702-49E5-90F4-EF19C096C7C0}"/>
              </a:ext>
            </a:extLst>
          </p:cNvPr>
          <p:cNvSpPr>
            <a:spLocks noGrp="1"/>
          </p:cNvSpPr>
          <p:nvPr/>
        </p:nvSpPr>
        <p:spPr>
          <a:xfrm>
            <a:off x="11258550" y="648652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968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968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68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10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086FC1-0634-4A71-96D0-00625FAACF06}"/>
              </a:ext>
            </a:extLst>
          </p:cNvPr>
          <p:cNvSpPr>
            <a:spLocks noGrp="1"/>
          </p:cNvSpPr>
          <p:nvPr/>
        </p:nvSpPr>
        <p:spPr>
          <a:xfrm>
            <a:off x="619125" y="1257300"/>
            <a:ext cx="5200650" cy="4067175"/>
          </a:xfrm>
          <a:prstGeom prst="rect">
            <a:avLst/>
          </a:prstGeom>
          <a:solidFill>
            <a:srgbClr val="DDF2D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A24146-3FAD-4EDA-9F9D-C90DD5E3FD18}"/>
              </a:ext>
            </a:extLst>
          </p:cNvPr>
          <p:cNvSpPr>
            <a:spLocks noGrp="1"/>
          </p:cNvSpPr>
          <p:nvPr/>
        </p:nvSpPr>
        <p:spPr>
          <a:xfrm>
            <a:off x="781050" y="1409700"/>
            <a:ext cx="485775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34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34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Factory Method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7AAA26-DDD8-4E47-A8C3-63616BFD1D72}"/>
              </a:ext>
            </a:extLst>
          </p:cNvPr>
          <p:cNvSpPr>
            <a:spLocks noGrp="1"/>
          </p:cNvSpPr>
          <p:nvPr/>
        </p:nvSpPr>
        <p:spPr>
          <a:xfrm>
            <a:off x="781050" y="1990725"/>
            <a:ext cx="4829175" cy="26003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725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7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• Subclasses override a creation method</a:t>
            </a:r>
          </a:p>
          <a:p>
            <a:pPr algn="l">
              <a:buNone/>
              <a:defRPr sz="17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• Uses a creator hierarchy</a:t>
            </a:r>
          </a:p>
          <a:p>
            <a:pPr algn="l">
              <a:buNone/>
              <a:defRPr sz="17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• Shared workflow calls the method</a:t>
            </a:r>
          </a:p>
          <a:p>
            <a:pPr algn="l">
              <a:buNone/>
              <a:defRPr sz="17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• New creators supply new products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DA3146-C2BD-4F24-A8AC-D00F4C0C2CE2}"/>
              </a:ext>
            </a:extLst>
          </p:cNvPr>
          <p:cNvSpPr>
            <a:spLocks noGrp="1"/>
          </p:cNvSpPr>
          <p:nvPr/>
        </p:nvSpPr>
        <p:spPr>
          <a:xfrm>
            <a:off x="6086475" y="1257300"/>
            <a:ext cx="5467350" cy="4067175"/>
          </a:xfrm>
          <a:prstGeom prst="rect">
            <a:avLst/>
          </a:prstGeom>
          <a:solidFill>
            <a:srgbClr val="F6C6A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8A8B40E-0EB3-4362-A35B-F97C18E7D776}"/>
              </a:ext>
            </a:extLst>
          </p:cNvPr>
          <p:cNvSpPr>
            <a:spLocks noGrp="1"/>
          </p:cNvSpPr>
          <p:nvPr/>
        </p:nvSpPr>
        <p:spPr>
          <a:xfrm>
            <a:off x="6248400" y="1409700"/>
            <a:ext cx="5038725" cy="3143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466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466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Simple Factory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1E3D569-D2C9-4672-A8DD-6F52933FCFBC}"/>
              </a:ext>
            </a:extLst>
          </p:cNvPr>
          <p:cNvSpPr>
            <a:spLocks noGrp="1"/>
          </p:cNvSpPr>
          <p:nvPr/>
        </p:nvSpPr>
        <p:spPr>
          <a:xfrm>
            <a:off x="6248400" y="1990725"/>
            <a:ext cx="5029200" cy="26003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725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7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• A helper selects a concrete class</a:t>
            </a:r>
          </a:p>
          <a:p>
            <a:pPr algn="l">
              <a:buNone/>
              <a:defRPr sz="17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• Often uses a switch or if statement</a:t>
            </a:r>
          </a:p>
          <a:p>
            <a:pPr algn="l">
              <a:buNone/>
              <a:defRPr sz="17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• Needs no creator hierarchy</a:t>
            </a:r>
          </a:p>
          <a:p>
            <a:pPr algn="l">
              <a:buNone/>
              <a:defRPr sz="172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• Adding a case changes the helper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AE9ACF9-287E-4EE5-9484-D8C9DFFCC1C5}"/>
              </a:ext>
            </a:extLst>
          </p:cNvPr>
          <p:cNvSpPr>
            <a:spLocks noGrp="1"/>
          </p:cNvSpPr>
          <p:nvPr/>
        </p:nvSpPr>
        <p:spPr>
          <a:xfrm>
            <a:off x="742950" y="5629275"/>
            <a:ext cx="10572750" cy="600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8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8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Both encapsulate object creation. The </a:t>
            </a:r>
            <a:r>
              <a:rPr sz="2000" b="1" dirty="0" err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GoF</a:t>
            </a:r>
            <a:r>
              <a:rPr sz="2000" b="1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 Factory Method relies on subclass overrides.</a:t>
            </a:r>
          </a:p>
        </p:txBody>
      </p:sp>
    </p:spTree>
    <p:extLst>
      <p:ext uri="{BB962C8B-B14F-4D97-AF65-F5344CB8AC3E}">
        <p14:creationId xmlns:p14="http://schemas.microsoft.com/office/powerpoint/2010/main" val="2229683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37B79F9C-355A-42E3-B817-6019607B9AC8}"/>
              </a:ext>
            </a:extLst>
          </p:cNvPr>
          <p:cNvSpPr>
            <a:spLocks noGrp="1"/>
          </p:cNvSpPr>
          <p:nvPr/>
        </p:nvSpPr>
        <p:spPr>
          <a:xfrm>
            <a:off x="666750" y="0"/>
            <a:ext cx="10858500" cy="647700"/>
          </a:xfrm>
          <a:prstGeom prst="rect">
            <a:avLst/>
          </a:prstGeom>
          <a:solidFill>
            <a:srgbClr val="FFFFFF"/>
          </a:solidFill>
          <a:ln w="12383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4238917-A968-418A-8F37-8503954AA9BA}"/>
              </a:ext>
            </a:extLst>
          </p:cNvPr>
          <p:cNvSpPr>
            <a:spLocks noGrp="1"/>
          </p:cNvSpPr>
          <p:nvPr/>
        </p:nvSpPr>
        <p:spPr>
          <a:xfrm>
            <a:off x="790575" y="66675"/>
            <a:ext cx="10601325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264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buNone/>
              <a:defRPr sz="264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4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Factory Method Compared with Related Patterns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2E76735-5F15-44F7-B782-651553765A32}"/>
              </a:ext>
            </a:extLst>
          </p:cNvPr>
          <p:cNvSpPr>
            <a:spLocks noGrp="1"/>
          </p:cNvSpPr>
          <p:nvPr/>
        </p:nvSpPr>
        <p:spPr>
          <a:xfrm>
            <a:off x="552450" y="723900"/>
            <a:ext cx="47625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95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95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FACTORY METHOD PATTERN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842DAB-ACA3-4112-B764-AC01F00CF8D3}"/>
              </a:ext>
            </a:extLst>
          </p:cNvPr>
          <p:cNvSpPr>
            <a:spLocks noGrp="1"/>
          </p:cNvSpPr>
          <p:nvPr/>
        </p:nvSpPr>
        <p:spPr>
          <a:xfrm>
            <a:off x="11258550" y="648652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968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968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68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11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40BE432-BA6E-4653-8F52-552CD3135FDB}"/>
              </a:ext>
            </a:extLst>
          </p:cNvPr>
          <p:cNvSpPr>
            <a:spLocks noGrp="1"/>
          </p:cNvSpPr>
          <p:nvPr/>
        </p:nvSpPr>
        <p:spPr>
          <a:xfrm>
            <a:off x="742950" y="5772150"/>
            <a:ext cx="10477500" cy="4667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7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7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Factory Method focuses on the product supplied by a creator subclass.</a:t>
            </a:r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0D1FED98-4A2D-41FE-9D36-561F22665E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21295908"/>
              </p:ext>
            </p:extLst>
          </p:nvPr>
        </p:nvGraphicFramePr>
        <p:xfrm>
          <a:off x="723900" y="1238250"/>
          <a:ext cx="10620375" cy="2486025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62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286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Pattern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171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Main purpose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171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Creation mechanism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86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Factory Method</a:t>
                      </a:r>
                    </a:p>
                  </a:txBody>
                  <a:tcPr>
                    <a:solidFill>
                      <a:srgbClr val="DDF2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171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Vary a workflow’s product</a:t>
                      </a:r>
                    </a:p>
                  </a:txBody>
                  <a:tcPr>
                    <a:solidFill>
                      <a:srgbClr val="DDF2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171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Subclass overrides a creation method</a:t>
                      </a:r>
                    </a:p>
                  </a:txBody>
                  <a:tcPr>
                    <a:solidFill>
                      <a:srgbClr val="DDF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86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Abstract Factory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171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Create a related product family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 dirty="0">
                          <a:solidFill>
                            <a:srgbClr val="17171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Factory object exposes creation operations</a:t>
                      </a:r>
                    </a:p>
                  </a:txBody>
                  <a:tcPr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52093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C16FA00-D5E8-42B6-ACCF-D550A27498AA}"/>
              </a:ext>
            </a:extLst>
          </p:cNvPr>
          <p:cNvSpPr>
            <a:spLocks noGrp="1"/>
          </p:cNvSpPr>
          <p:nvPr/>
        </p:nvSpPr>
        <p:spPr>
          <a:xfrm>
            <a:off x="666750" y="0"/>
            <a:ext cx="10858500" cy="647700"/>
          </a:xfrm>
          <a:prstGeom prst="rect">
            <a:avLst/>
          </a:prstGeom>
          <a:solidFill>
            <a:srgbClr val="FFFFFF"/>
          </a:solidFill>
          <a:ln w="12383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840CB62-7A0B-4516-9BF3-1194D4D1AD1F}"/>
              </a:ext>
            </a:extLst>
          </p:cNvPr>
          <p:cNvSpPr>
            <a:spLocks noGrp="1"/>
          </p:cNvSpPr>
          <p:nvPr/>
        </p:nvSpPr>
        <p:spPr>
          <a:xfrm>
            <a:off x="790575" y="66675"/>
            <a:ext cx="10601325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264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buNone/>
              <a:defRPr sz="264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4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Applicability and Consequences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389B9F-0B3F-4538-9219-CA6ED4CFAE3F}"/>
              </a:ext>
            </a:extLst>
          </p:cNvPr>
          <p:cNvSpPr>
            <a:spLocks noGrp="1"/>
          </p:cNvSpPr>
          <p:nvPr/>
        </p:nvSpPr>
        <p:spPr>
          <a:xfrm>
            <a:off x="552450" y="723900"/>
            <a:ext cx="47625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95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95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FACTORY METHOD PATTERN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8D84E9-E435-4C51-ABB9-7A2076AD7EFF}"/>
              </a:ext>
            </a:extLst>
          </p:cNvPr>
          <p:cNvSpPr>
            <a:spLocks noGrp="1"/>
          </p:cNvSpPr>
          <p:nvPr/>
        </p:nvSpPr>
        <p:spPr>
          <a:xfrm>
            <a:off x="11258550" y="648652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968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968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68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12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B4096E9-6BBE-4F9D-80BF-F2E0E1D1DB9F}"/>
              </a:ext>
            </a:extLst>
          </p:cNvPr>
          <p:cNvSpPr>
            <a:spLocks noGrp="1"/>
          </p:cNvSpPr>
          <p:nvPr/>
        </p:nvSpPr>
        <p:spPr>
          <a:xfrm>
            <a:off x="619125" y="1238250"/>
            <a:ext cx="5219700" cy="3276600"/>
          </a:xfrm>
          <a:prstGeom prst="rect">
            <a:avLst/>
          </a:prstGeom>
          <a:solidFill>
            <a:srgbClr val="DDF2D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C5FA1FB-7B82-450C-ACCE-B37E6E53A4EC}"/>
              </a:ext>
            </a:extLst>
          </p:cNvPr>
          <p:cNvSpPr>
            <a:spLocks noGrp="1"/>
          </p:cNvSpPr>
          <p:nvPr/>
        </p:nvSpPr>
        <p:spPr>
          <a:xfrm>
            <a:off x="771525" y="1390650"/>
            <a:ext cx="485775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34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34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00" b="1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Use Factory Method when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94A388-5012-436E-9A11-4341D8699D68}"/>
              </a:ext>
            </a:extLst>
          </p:cNvPr>
          <p:cNvSpPr>
            <a:spLocks noGrp="1"/>
          </p:cNvSpPr>
          <p:nvPr/>
        </p:nvSpPr>
        <p:spPr>
          <a:xfrm>
            <a:off x="771524" y="1876425"/>
            <a:ext cx="4970369" cy="2324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65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00" b="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• A workflow needs different products</a:t>
            </a:r>
          </a:p>
          <a:p>
            <a:pPr algn="l">
              <a:buNone/>
              <a:def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00" b="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• Subclasses should control creation</a:t>
            </a:r>
          </a:p>
          <a:p>
            <a:pPr algn="l">
              <a:buNone/>
              <a:def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00" b="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• Products share a stable interface</a:t>
            </a:r>
          </a:p>
          <a:p>
            <a:pPr algn="l">
              <a:buNone/>
              <a:def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00" b="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• New variants should extend the design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F0B3552-E130-449C-A97F-19783A7E7254}"/>
              </a:ext>
            </a:extLst>
          </p:cNvPr>
          <p:cNvSpPr>
            <a:spLocks noGrp="1"/>
          </p:cNvSpPr>
          <p:nvPr/>
        </p:nvSpPr>
        <p:spPr>
          <a:xfrm>
            <a:off x="6105525" y="1238250"/>
            <a:ext cx="5438775" cy="3276600"/>
          </a:xfrm>
          <a:prstGeom prst="rect">
            <a:avLst/>
          </a:prstGeom>
          <a:solidFill>
            <a:srgbClr val="F6C6AD"/>
          </a:solidFill>
          <a:ln w="0">
            <a:noFill/>
          </a:ln>
        </p:spPr>
        <p:txBody>
          <a:bodyPr/>
          <a:lstStyle/>
          <a:p>
            <a:endParaRPr lang="en-US" sz="23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70CA2FA-D551-4DCF-ACE0-4E2E55E123EC}"/>
              </a:ext>
            </a:extLst>
          </p:cNvPr>
          <p:cNvSpPr>
            <a:spLocks noGrp="1"/>
          </p:cNvSpPr>
          <p:nvPr/>
        </p:nvSpPr>
        <p:spPr>
          <a:xfrm>
            <a:off x="6257925" y="1390650"/>
            <a:ext cx="5048250" cy="3143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466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466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Benefits and limits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0C7A8D-0213-4C68-A0B3-C4F779F56CF0}"/>
              </a:ext>
            </a:extLst>
          </p:cNvPr>
          <p:cNvSpPr>
            <a:spLocks noGrp="1"/>
          </p:cNvSpPr>
          <p:nvPr/>
        </p:nvSpPr>
        <p:spPr>
          <a:xfrm>
            <a:off x="6257924" y="1876425"/>
            <a:ext cx="5286375" cy="2324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65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00" b="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• Separates creation from product use</a:t>
            </a:r>
          </a:p>
          <a:p>
            <a:pPr algn="l">
              <a:buNone/>
              <a:def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00" b="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• Reuses the common workflow</a:t>
            </a:r>
          </a:p>
          <a:p>
            <a:pPr algn="l">
              <a:buNone/>
              <a:def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00" b="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• Supports new creators and products</a:t>
            </a:r>
          </a:p>
          <a:p>
            <a:pPr algn="l">
              <a:buNone/>
              <a:def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00" b="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• Adds classes and inheritance complexity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EA6417-EADB-418D-A136-6AC2840D1221}"/>
              </a:ext>
            </a:extLst>
          </p:cNvPr>
          <p:cNvSpPr>
            <a:spLocks noGrp="1"/>
          </p:cNvSpPr>
          <p:nvPr/>
        </p:nvSpPr>
        <p:spPr>
          <a:xfrm>
            <a:off x="628650" y="4737477"/>
            <a:ext cx="10915650" cy="1362075"/>
          </a:xfrm>
          <a:prstGeom prst="rect">
            <a:avLst/>
          </a:prstGeom>
          <a:solidFill>
            <a:srgbClr val="DDEBF3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CFBB369-DFF7-4B7D-BACA-9D30A5CD4349}"/>
              </a:ext>
            </a:extLst>
          </p:cNvPr>
          <p:cNvSpPr>
            <a:spLocks noGrp="1"/>
          </p:cNvSpPr>
          <p:nvPr/>
        </p:nvSpPr>
        <p:spPr>
          <a:xfrm>
            <a:off x="790575" y="4876800"/>
            <a:ext cx="1019175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34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34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00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Key lesson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6EC5AF5-8B20-4E5D-9C71-86DFE47B7537}"/>
              </a:ext>
            </a:extLst>
          </p:cNvPr>
          <p:cNvSpPr>
            <a:spLocks noGrp="1"/>
          </p:cNvSpPr>
          <p:nvPr/>
        </p:nvSpPr>
        <p:spPr>
          <a:xfrm>
            <a:off x="790575" y="5257800"/>
            <a:ext cx="10363200" cy="7334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8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The creator controls the workflow, while its subclasses control the product it uses. When one fixed product is enough, a constructor may be simpler.</a:t>
            </a:r>
          </a:p>
        </p:txBody>
      </p:sp>
    </p:spTree>
    <p:extLst>
      <p:ext uri="{BB962C8B-B14F-4D97-AF65-F5344CB8AC3E}">
        <p14:creationId xmlns:p14="http://schemas.microsoft.com/office/powerpoint/2010/main" val="66086543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1624</Words>
  <Application>Microsoft Macintosh PowerPoint</Application>
  <DocSecurity>0</DocSecurity>
  <PresentationFormat>Widescreen</PresentationFormat>
  <Paragraphs>213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Arial</vt:lpstr>
      <vt:lpstr>Courier New</vt:lpstr>
      <vt:lpstr>Sylfaen</vt:lpstr>
      <vt:lpstr>Times New Roman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Aswathy Mohan</cp:lastModifiedBy>
  <cp:revision>1</cp:revision>
  <dcterms:created xsi:type="dcterms:W3CDTF">2026-10-06T05:23:34Z</dcterms:created>
  <dcterms:modified xsi:type="dcterms:W3CDTF">2026-10-14T06:43:59Z</dcterms:modified>
</cp:coreProperties>
</file>