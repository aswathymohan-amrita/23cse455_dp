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6" r:id="rId2"/>
    <p:sldId id="280" r:id="rId3"/>
    <p:sldId id="282" r:id="rId4"/>
    <p:sldId id="281" r:id="rId5"/>
    <p:sldId id="283" r:id="rId6"/>
    <p:sldId id="285" r:id="rId7"/>
    <p:sldId id="284" r:id="rId8"/>
    <p:sldId id="287" r:id="rId9"/>
    <p:sldId id="286" r:id="rId10"/>
    <p:sldId id="288" r:id="rId11"/>
    <p:sldId id="289" r:id="rId12"/>
    <p:sldId id="29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7A645E-130D-4880-AF35-12DBCBD16532}" v="123" dt="2026-08-04T08:36:42.237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317" y="82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wathy Mohan" userId="8ec7b060-ec9d-4a76-a81c-f80212d9386c" providerId="ADAL" clId="{148F012C-E039-419C-A523-3EB066B9FD4E}"/>
    <pc:docChg chg="addSld delSld modSld sldOrd">
      <pc:chgData name="Aswathy Mohan" userId="8ec7b060-ec9d-4a76-a81c-f80212d9386c" providerId="ADAL" clId="{148F012C-E039-419C-A523-3EB066B9FD4E}" dt="2026-08-04T08:36:42.237" v="120"/>
      <pc:docMkLst>
        <pc:docMk/>
      </pc:docMkLst>
      <pc:sldChg chg="addSp modSp modAnim">
        <pc:chgData name="Aswathy Mohan" userId="8ec7b060-ec9d-4a76-a81c-f80212d9386c" providerId="ADAL" clId="{148F012C-E039-419C-A523-3EB066B9FD4E}" dt="2026-08-04T08:36:42.237" v="120"/>
        <pc:sldMkLst>
          <pc:docMk/>
          <pc:sldMk cId="3246638297" sldId="280"/>
        </pc:sldMkLst>
        <pc:spChg chg="mod">
          <ac:chgData name="Aswathy Mohan" userId="8ec7b060-ec9d-4a76-a81c-f80212d9386c" providerId="ADAL" clId="{148F012C-E039-419C-A523-3EB066B9FD4E}" dt="2026-08-03T05:19:30.508" v="26"/>
          <ac:spMkLst>
            <pc:docMk/>
            <pc:sldMk cId="3246638297" sldId="280"/>
            <ac:spMk id="5" creationId="{68BF1AFB-340D-917A-D7FE-B07A352AC5CB}"/>
          </ac:spMkLst>
        </pc:spChg>
        <pc:spChg chg="add mod">
          <ac:chgData name="Aswathy Mohan" userId="8ec7b060-ec9d-4a76-a81c-f80212d9386c" providerId="ADAL" clId="{148F012C-E039-419C-A523-3EB066B9FD4E}" dt="2026-08-03T05:35:23.928" v="83" actId="255"/>
          <ac:spMkLst>
            <pc:docMk/>
            <pc:sldMk cId="3246638297" sldId="280"/>
            <ac:spMk id="15" creationId="{64257252-631F-96C2-385B-2124DBFBFC66}"/>
          </ac:spMkLst>
        </pc:spChg>
        <pc:spChg chg="add mod">
          <ac:chgData name="Aswathy Mohan" userId="8ec7b060-ec9d-4a76-a81c-f80212d9386c" providerId="ADAL" clId="{148F012C-E039-419C-A523-3EB066B9FD4E}" dt="2026-08-03T05:35:30.600" v="84" actId="255"/>
          <ac:spMkLst>
            <pc:docMk/>
            <pc:sldMk cId="3246638297" sldId="280"/>
            <ac:spMk id="16" creationId="{2A3383B2-596D-537A-B81D-20D73D3178FD}"/>
          </ac:spMkLst>
        </pc:spChg>
        <pc:spChg chg="add mod">
          <ac:chgData name="Aswathy Mohan" userId="8ec7b060-ec9d-4a76-a81c-f80212d9386c" providerId="ADAL" clId="{148F012C-E039-419C-A523-3EB066B9FD4E}" dt="2026-08-03T05:35:49.160" v="85" actId="255"/>
          <ac:spMkLst>
            <pc:docMk/>
            <pc:sldMk cId="3246638297" sldId="280"/>
            <ac:spMk id="17" creationId="{23CE17E5-70C7-6381-671D-B3DD17BD3DB2}"/>
          </ac:spMkLst>
        </pc:spChg>
        <pc:spChg chg="add mod">
          <ac:chgData name="Aswathy Mohan" userId="8ec7b060-ec9d-4a76-a81c-f80212d9386c" providerId="ADAL" clId="{148F012C-E039-419C-A523-3EB066B9FD4E}" dt="2026-08-03T05:23:10.443" v="33" actId="20577"/>
          <ac:spMkLst>
            <pc:docMk/>
            <pc:sldMk cId="3246638297" sldId="280"/>
            <ac:spMk id="18" creationId="{E64E4799-2582-A81A-BCE1-0DCD2E2FC45C}"/>
          </ac:spMkLst>
        </pc:spChg>
        <pc:spChg chg="add mod">
          <ac:chgData name="Aswathy Mohan" userId="8ec7b060-ec9d-4a76-a81c-f80212d9386c" providerId="ADAL" clId="{148F012C-E039-419C-A523-3EB066B9FD4E}" dt="2026-08-03T05:18:21.373" v="19"/>
          <ac:spMkLst>
            <pc:docMk/>
            <pc:sldMk cId="3246638297" sldId="280"/>
            <ac:spMk id="19" creationId="{3EDB67D6-8ADF-50A6-7BC3-C44CE0CC0F65}"/>
          </ac:spMkLst>
        </pc:spChg>
        <pc:spChg chg="add mod">
          <ac:chgData name="Aswathy Mohan" userId="8ec7b060-ec9d-4a76-a81c-f80212d9386c" providerId="ADAL" clId="{148F012C-E039-419C-A523-3EB066B9FD4E}" dt="2026-08-03T05:18:21.373" v="19"/>
          <ac:spMkLst>
            <pc:docMk/>
            <pc:sldMk cId="3246638297" sldId="280"/>
            <ac:spMk id="20" creationId="{84EE95B9-3E0E-5B2C-BB0E-4A1FEF6A169A}"/>
          </ac:spMkLst>
        </pc:spChg>
        <pc:spChg chg="add mod">
          <ac:chgData name="Aswathy Mohan" userId="8ec7b060-ec9d-4a76-a81c-f80212d9386c" providerId="ADAL" clId="{148F012C-E039-419C-A523-3EB066B9FD4E}" dt="2026-08-03T05:18:21.373" v="19"/>
          <ac:spMkLst>
            <pc:docMk/>
            <pc:sldMk cId="3246638297" sldId="280"/>
            <ac:spMk id="21" creationId="{99CAC966-2096-496F-D448-CAC6BFC4A492}"/>
          </ac:spMkLst>
        </pc:spChg>
        <pc:spChg chg="add mod">
          <ac:chgData name="Aswathy Mohan" userId="8ec7b060-ec9d-4a76-a81c-f80212d9386c" providerId="ADAL" clId="{148F012C-E039-419C-A523-3EB066B9FD4E}" dt="2026-08-03T05:18:21.373" v="19"/>
          <ac:spMkLst>
            <pc:docMk/>
            <pc:sldMk cId="3246638297" sldId="280"/>
            <ac:spMk id="22" creationId="{E32A7E7E-D361-4052-CED7-DDFCFFC6AD44}"/>
          </ac:spMkLst>
        </pc:spChg>
      </pc:sldChg>
      <pc:sldChg chg="ord modAnim">
        <pc:chgData name="Aswathy Mohan" userId="8ec7b060-ec9d-4a76-a81c-f80212d9386c" providerId="ADAL" clId="{148F012C-E039-419C-A523-3EB066B9FD4E}" dt="2026-08-03T05:37:49.434" v="90"/>
        <pc:sldMkLst>
          <pc:docMk/>
          <pc:sldMk cId="2751905883" sldId="281"/>
        </pc:sldMkLst>
      </pc:sldChg>
      <pc:sldChg chg="modSp add ord modAnim">
        <pc:chgData name="Aswathy Mohan" userId="8ec7b060-ec9d-4a76-a81c-f80212d9386c" providerId="ADAL" clId="{148F012C-E039-419C-A523-3EB066B9FD4E}" dt="2026-08-03T05:38:09.822" v="94"/>
        <pc:sldMkLst>
          <pc:docMk/>
          <pc:sldMk cId="876332490" sldId="282"/>
        </pc:sldMkLst>
        <pc:spChg chg="mod">
          <ac:chgData name="Aswathy Mohan" userId="8ec7b060-ec9d-4a76-a81c-f80212d9386c" providerId="ADAL" clId="{148F012C-E039-419C-A523-3EB066B9FD4E}" dt="2026-08-03T05:29:19.038" v="43"/>
          <ac:spMkLst>
            <pc:docMk/>
            <pc:sldMk cId="876332490" sldId="282"/>
            <ac:spMk id="7" creationId="{88B8161F-7B1E-DBF9-F5C2-66D736DF48A4}"/>
          </ac:spMkLst>
        </pc:spChg>
        <pc:spChg chg="mod">
          <ac:chgData name="Aswathy Mohan" userId="8ec7b060-ec9d-4a76-a81c-f80212d9386c" providerId="ADAL" clId="{148F012C-E039-419C-A523-3EB066B9FD4E}" dt="2026-08-03T05:31:50.712" v="77" actId="207"/>
          <ac:spMkLst>
            <pc:docMk/>
            <pc:sldMk cId="876332490" sldId="282"/>
            <ac:spMk id="9" creationId="{94FEFDF0-4E95-AEB1-FD86-67BAB8CF40C3}"/>
          </ac:spMkLst>
        </pc:spChg>
        <pc:spChg chg="mod">
          <ac:chgData name="Aswathy Mohan" userId="8ec7b060-ec9d-4a76-a81c-f80212d9386c" providerId="ADAL" clId="{148F012C-E039-419C-A523-3EB066B9FD4E}" dt="2026-08-03T05:32:14.655" v="78"/>
          <ac:spMkLst>
            <pc:docMk/>
            <pc:sldMk cId="876332490" sldId="282"/>
            <ac:spMk id="12" creationId="{DAEA721F-08A8-E558-8854-74EB4F73D01F}"/>
          </ac:spMkLst>
        </pc:spChg>
      </pc:sldChg>
      <pc:sldChg chg="add del">
        <pc:chgData name="Aswathy Mohan" userId="8ec7b060-ec9d-4a76-a81c-f80212d9386c" providerId="ADAL" clId="{148F012C-E039-419C-A523-3EB066B9FD4E}" dt="2026-08-03T05:15:54.775" v="3"/>
        <pc:sldMkLst>
          <pc:docMk/>
          <pc:sldMk cId="376122198" sldId="283"/>
        </pc:sldMkLst>
      </pc:sldChg>
      <pc:sldChg chg="addSp modSp modAnim">
        <pc:chgData name="Aswathy Mohan" userId="8ec7b060-ec9d-4a76-a81c-f80212d9386c" providerId="ADAL" clId="{148F012C-E039-419C-A523-3EB066B9FD4E}" dt="2026-08-03T06:02:41.014" v="106"/>
        <pc:sldMkLst>
          <pc:docMk/>
          <pc:sldMk cId="1577159192" sldId="283"/>
        </pc:sldMkLst>
        <pc:spChg chg="mod">
          <ac:chgData name="Aswathy Mohan" userId="8ec7b060-ec9d-4a76-a81c-f80212d9386c" providerId="ADAL" clId="{148F012C-E039-419C-A523-3EB066B9FD4E}" dt="2026-08-03T05:53:53.585" v="96"/>
          <ac:spMkLst>
            <pc:docMk/>
            <pc:sldMk cId="1577159192" sldId="283"/>
            <ac:spMk id="3" creationId="{5ED077D0-B26D-DBE1-B357-A71A29A48252}"/>
          </ac:spMkLst>
        </pc:spChg>
        <pc:spChg chg="add mod">
          <ac:chgData name="Aswathy Mohan" userId="8ec7b060-ec9d-4a76-a81c-f80212d9386c" providerId="ADAL" clId="{148F012C-E039-419C-A523-3EB066B9FD4E}" dt="2026-08-03T05:41:00.163" v="95"/>
          <ac:spMkLst>
            <pc:docMk/>
            <pc:sldMk cId="1577159192" sldId="283"/>
            <ac:spMk id="5" creationId="{55992694-8D77-036A-8305-B9C8F6247745}"/>
          </ac:spMkLst>
        </pc:spChg>
        <pc:spChg chg="add mod">
          <ac:chgData name="Aswathy Mohan" userId="8ec7b060-ec9d-4a76-a81c-f80212d9386c" providerId="ADAL" clId="{148F012C-E039-419C-A523-3EB066B9FD4E}" dt="2026-08-03T05:41:00.163" v="95"/>
          <ac:spMkLst>
            <pc:docMk/>
            <pc:sldMk cId="1577159192" sldId="283"/>
            <ac:spMk id="6" creationId="{5469EEE1-9FAD-FD1C-6797-405280AFAB11}"/>
          </ac:spMkLst>
        </pc:spChg>
        <pc:spChg chg="add mod">
          <ac:chgData name="Aswathy Mohan" userId="8ec7b060-ec9d-4a76-a81c-f80212d9386c" providerId="ADAL" clId="{148F012C-E039-419C-A523-3EB066B9FD4E}" dt="2026-08-03T05:41:00.163" v="95"/>
          <ac:spMkLst>
            <pc:docMk/>
            <pc:sldMk cId="1577159192" sldId="283"/>
            <ac:spMk id="7" creationId="{052B8952-A929-52B9-62F5-A25201B20F14}"/>
          </ac:spMkLst>
        </pc:spChg>
        <pc:spChg chg="add mod">
          <ac:chgData name="Aswathy Mohan" userId="8ec7b060-ec9d-4a76-a81c-f80212d9386c" providerId="ADAL" clId="{148F012C-E039-419C-A523-3EB066B9FD4E}" dt="2026-08-03T05:41:00.163" v="95"/>
          <ac:spMkLst>
            <pc:docMk/>
            <pc:sldMk cId="1577159192" sldId="283"/>
            <ac:spMk id="8" creationId="{B73959C1-66A6-5372-E326-6B259C52CB50}"/>
          </ac:spMkLst>
        </pc:spChg>
        <pc:spChg chg="add mod">
          <ac:chgData name="Aswathy Mohan" userId="8ec7b060-ec9d-4a76-a81c-f80212d9386c" providerId="ADAL" clId="{148F012C-E039-419C-A523-3EB066B9FD4E}" dt="2026-08-03T05:41:00.163" v="95"/>
          <ac:spMkLst>
            <pc:docMk/>
            <pc:sldMk cId="1577159192" sldId="283"/>
            <ac:spMk id="9" creationId="{39FD0FD8-A170-8D6C-7455-3EA2845E3164}"/>
          </ac:spMkLst>
        </pc:spChg>
        <pc:spChg chg="add mod">
          <ac:chgData name="Aswathy Mohan" userId="8ec7b060-ec9d-4a76-a81c-f80212d9386c" providerId="ADAL" clId="{148F012C-E039-419C-A523-3EB066B9FD4E}" dt="2026-08-03T05:41:00.163" v="95"/>
          <ac:spMkLst>
            <pc:docMk/>
            <pc:sldMk cId="1577159192" sldId="283"/>
            <ac:spMk id="11" creationId="{68382F13-B816-BECC-645A-24DE9201DF53}"/>
          </ac:spMkLst>
        </pc:spChg>
        <pc:spChg chg="add mod">
          <ac:chgData name="Aswathy Mohan" userId="8ec7b060-ec9d-4a76-a81c-f80212d9386c" providerId="ADAL" clId="{148F012C-E039-419C-A523-3EB066B9FD4E}" dt="2026-08-03T05:41:00.163" v="95"/>
          <ac:spMkLst>
            <pc:docMk/>
            <pc:sldMk cId="1577159192" sldId="283"/>
            <ac:spMk id="12" creationId="{E117C72E-B07D-29D4-22A6-5AD071B686F5}"/>
          </ac:spMkLst>
        </pc:spChg>
        <pc:spChg chg="add mod">
          <ac:chgData name="Aswathy Mohan" userId="8ec7b060-ec9d-4a76-a81c-f80212d9386c" providerId="ADAL" clId="{148F012C-E039-419C-A523-3EB066B9FD4E}" dt="2026-08-03T05:41:00.163" v="95"/>
          <ac:spMkLst>
            <pc:docMk/>
            <pc:sldMk cId="1577159192" sldId="283"/>
            <ac:spMk id="17" creationId="{27A65599-31FC-D720-DD68-FBF64B35D19C}"/>
          </ac:spMkLst>
        </pc:spChg>
        <pc:spChg chg="add mod">
          <ac:chgData name="Aswathy Mohan" userId="8ec7b060-ec9d-4a76-a81c-f80212d9386c" providerId="ADAL" clId="{148F012C-E039-419C-A523-3EB066B9FD4E}" dt="2026-08-03T05:41:00.163" v="95"/>
          <ac:spMkLst>
            <pc:docMk/>
            <pc:sldMk cId="1577159192" sldId="283"/>
            <ac:spMk id="19" creationId="{050C3067-0689-3AA9-D432-72E2F6A8BF04}"/>
          </ac:spMkLst>
        </pc:spChg>
        <pc:spChg chg="add mod">
          <ac:chgData name="Aswathy Mohan" userId="8ec7b060-ec9d-4a76-a81c-f80212d9386c" providerId="ADAL" clId="{148F012C-E039-419C-A523-3EB066B9FD4E}" dt="2026-08-03T05:41:00.163" v="95"/>
          <ac:spMkLst>
            <pc:docMk/>
            <pc:sldMk cId="1577159192" sldId="283"/>
            <ac:spMk id="20" creationId="{C2235D5F-2AD2-83F6-92FD-AE045ABCD1C8}"/>
          </ac:spMkLst>
        </pc:spChg>
        <pc:spChg chg="mod">
          <ac:chgData name="Aswathy Mohan" userId="8ec7b060-ec9d-4a76-a81c-f80212d9386c" providerId="ADAL" clId="{148F012C-E039-419C-A523-3EB066B9FD4E}" dt="2026-08-03T06:01:30.974" v="104" actId="20577"/>
          <ac:spMkLst>
            <pc:docMk/>
            <pc:sldMk cId="1577159192" sldId="283"/>
            <ac:spMk id="28" creationId="{06FCB12D-2483-7EF8-46B7-22BBC786AF25}"/>
          </ac:spMkLst>
        </pc:spChg>
        <pc:spChg chg="mod">
          <ac:chgData name="Aswathy Mohan" userId="8ec7b060-ec9d-4a76-a81c-f80212d9386c" providerId="ADAL" clId="{148F012C-E039-419C-A523-3EB066B9FD4E}" dt="2026-08-03T06:01:37.409" v="105" actId="20577"/>
          <ac:spMkLst>
            <pc:docMk/>
            <pc:sldMk cId="1577159192" sldId="283"/>
            <ac:spMk id="30" creationId="{276F3555-DCF3-0277-E819-6A1FB66270DE}"/>
          </ac:spMkLst>
        </pc:spChg>
      </pc:sldChg>
      <pc:sldChg chg="modSp">
        <pc:chgData name="Aswathy Mohan" userId="8ec7b060-ec9d-4a76-a81c-f80212d9386c" providerId="ADAL" clId="{148F012C-E039-419C-A523-3EB066B9FD4E}" dt="2026-08-03T05:59:15.565" v="101"/>
        <pc:sldMkLst>
          <pc:docMk/>
          <pc:sldMk cId="352927461" sldId="285"/>
        </pc:sldMkLst>
        <pc:spChg chg="mod">
          <ac:chgData name="Aswathy Mohan" userId="8ec7b060-ec9d-4a76-a81c-f80212d9386c" providerId="ADAL" clId="{148F012C-E039-419C-A523-3EB066B9FD4E}" dt="2026-08-03T05:59:15.565" v="101"/>
          <ac:spMkLst>
            <pc:docMk/>
            <pc:sldMk cId="352927461" sldId="285"/>
            <ac:spMk id="7" creationId="{7ADAD391-3C7F-444A-FD11-135EB4F22896}"/>
          </ac:spMkLst>
        </pc:spChg>
      </pc:sldChg>
      <pc:sldChg chg="modSp">
        <pc:chgData name="Aswathy Mohan" userId="8ec7b060-ec9d-4a76-a81c-f80212d9386c" providerId="ADAL" clId="{148F012C-E039-419C-A523-3EB066B9FD4E}" dt="2026-08-03T06:14:19.311" v="107"/>
        <pc:sldMkLst>
          <pc:docMk/>
          <pc:sldMk cId="2650544246" sldId="286"/>
        </pc:sldMkLst>
        <pc:spChg chg="mod">
          <ac:chgData name="Aswathy Mohan" userId="8ec7b060-ec9d-4a76-a81c-f80212d9386c" providerId="ADAL" clId="{148F012C-E039-419C-A523-3EB066B9FD4E}" dt="2026-08-03T06:14:19.311" v="107"/>
          <ac:spMkLst>
            <pc:docMk/>
            <pc:sldMk cId="2650544246" sldId="286"/>
            <ac:spMk id="5" creationId="{7A5F9194-D3E7-0670-6343-2301BDAB6D82}"/>
          </ac:spMkLst>
        </pc:spChg>
      </pc:sldChg>
      <pc:sldChg chg="modSp">
        <pc:chgData name="Aswathy Mohan" userId="8ec7b060-ec9d-4a76-a81c-f80212d9386c" providerId="ADAL" clId="{148F012C-E039-419C-A523-3EB066B9FD4E}" dt="2026-08-03T06:36:24.612" v="108"/>
        <pc:sldMkLst>
          <pc:docMk/>
          <pc:sldMk cId="2509764062" sldId="289"/>
        </pc:sldMkLst>
        <pc:spChg chg="mod">
          <ac:chgData name="Aswathy Mohan" userId="8ec7b060-ec9d-4a76-a81c-f80212d9386c" providerId="ADAL" clId="{148F012C-E039-419C-A523-3EB066B9FD4E}" dt="2026-08-03T06:36:24.612" v="108"/>
          <ac:spMkLst>
            <pc:docMk/>
            <pc:sldMk cId="2509764062" sldId="289"/>
            <ac:spMk id="5" creationId="{E2A710B7-811F-7936-0126-6C01EB316253}"/>
          </ac:spMkLst>
        </pc:spChg>
      </pc:sldChg>
      <pc:sldChg chg="addSp modSp">
        <pc:chgData name="Aswathy Mohan" userId="8ec7b060-ec9d-4a76-a81c-f80212d9386c" providerId="ADAL" clId="{148F012C-E039-419C-A523-3EB066B9FD4E}" dt="2026-08-03T06:39:58.743" v="112"/>
        <pc:sldMkLst>
          <pc:docMk/>
          <pc:sldMk cId="4062774383" sldId="290"/>
        </pc:sldMkLst>
        <pc:spChg chg="mod">
          <ac:chgData name="Aswathy Mohan" userId="8ec7b060-ec9d-4a76-a81c-f80212d9386c" providerId="ADAL" clId="{148F012C-E039-419C-A523-3EB066B9FD4E}" dt="2026-08-03T06:39:25.145" v="111"/>
          <ac:spMkLst>
            <pc:docMk/>
            <pc:sldMk cId="4062774383" sldId="290"/>
            <ac:spMk id="11" creationId="{1D2B35EF-B793-0058-7980-888710BE979A}"/>
          </ac:spMkLst>
        </pc:spChg>
        <pc:graphicFrameChg chg="add mod">
          <ac:chgData name="Aswathy Mohan" userId="8ec7b060-ec9d-4a76-a81c-f80212d9386c" providerId="ADAL" clId="{148F012C-E039-419C-A523-3EB066B9FD4E}" dt="2026-08-03T06:39:58.743" v="112"/>
          <ac:graphicFrameMkLst>
            <pc:docMk/>
            <pc:sldMk cId="4062774383" sldId="290"/>
            <ac:graphicFrameMk id="2" creationId="{B13981F2-AE25-62B3-C62E-A2DB9F732EE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39428A-3A03-4227-9EA7-84153AE9114D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D58E48-07D9-44FE-BF50-0B6DED07A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204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58E48-07D9-44FE-BF50-0B6DED07AAC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47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6D50E-8E20-EFA2-1149-688E67A23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1C3B9-E138-739C-19A9-557CC6E1E3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2ABD5-8847-69C7-C47C-8BE56DE7C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DF812-A2CF-EA17-FB3C-64E3B5DD3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BD320-DF2F-BEA1-D65C-2E6D4989B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261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AB26A-949F-EB7A-CE2F-08D0BA849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01368-1BB4-B892-0714-9BC62CEC3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D3239-5138-08FC-25BF-DA4A2930F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08937-89E7-91F2-9AFC-76B9B0060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2B9CF-2FF5-DD05-3B6D-1FAFC0CC0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284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6201E-EA97-D171-C1C5-E8664963D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4D71B-7236-09D9-4867-2BF10F80D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9FF35-C865-65A6-3738-C642D7B82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1EAAF-1728-B9BD-0A30-4F13916AA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F767C-E162-C3A6-BB9A-FE5238ADE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52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69A74-B3B8-7CFB-50AF-EA0350106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C6E78-40E9-0774-8399-8A2F7807F5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7520A-AF9A-C3B0-552B-43DAB6CF1E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63167-C054-DE4E-26CF-4A861BEEF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8A8635-867B-5DA3-4CFD-7916D0522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E6883D-CEC4-DDCB-E8A0-881798CFE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888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4EDFC-92FD-1A37-98A9-6F42C02D2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7615F-A53A-07FA-F86F-0F7FAF8D7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64C15-E9C2-4BC3-9A5E-A94108A4E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5ED87E-6AE9-383D-DA0B-D69A419D3E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67D293-16C3-8735-398C-9DED952034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E1EE8D-4206-1155-2AEC-C2B9CCBD7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C8137D-C031-7C74-F298-B11EEC584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87CDD6-3EDD-6261-3F0D-02C93E12F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662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6BED5-A5B4-04E6-0F6F-2CB0A3074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9C9B22-080C-FCAE-9CDC-4A27BE6FB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E50EF7-159F-5E01-FC81-5844CAF75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087436-2A2E-AA54-E1CE-AEEB696C9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875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39BDEC-C940-3662-3CCF-79AE467CB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7BF807-77D3-E51F-CFC6-C7793D29E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D18E2-8536-3693-51BF-F4407D2C6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33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9E684-6CD3-7976-4A77-1FA0B4794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86A9F-D286-6228-2FBF-CE0C7ABB6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90FF5-768B-5654-3DDF-38772A38E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50E00-2A77-2346-AE85-F62F1F7CF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C8DDBA-D980-7BC4-1BE0-12A66B5A3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15833-D22D-06C4-206C-55B783477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309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033BF-FDA8-7ABC-2682-6822285AA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45E0E9-946D-7E1F-DC3B-546725E09C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A3C527-8A2C-0C02-F35E-88A9D4E19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74F218-EBDF-85B4-D149-7D4123DE1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1634E-A4AD-B5F9-CB0B-5E82EA1C2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EEAF1E-F5A6-1979-80A8-E2A2EE783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983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F1836-EF2A-0B0C-C013-106226A6C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93721A-61BB-1FA1-15FB-80B143BCA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07C35-73B0-CA79-4D58-150DE92F0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8357E-B243-6510-B9D0-4DD3F382F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3BAB0-7C8C-60BE-B060-3DA92A606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6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FF9BA0-C545-968F-BCAA-647187DF35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AB8D74-6B43-C76A-5342-1536C04166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2C8A-EA96-A085-AC49-DC1AF3CEE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68C25-8194-B0D6-7ADE-BA2564016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2D670-0FAC-9E81-D623-4D989453D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812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FCE95B-17F5-800C-2862-D00AB6E52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2C6E0-F8A8-7567-9DFB-4FB7243D2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24FB3-3BD5-29A6-BB33-5C72E603F9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7404F4-E83F-4F3B-8B96-5F8B5AFF9E3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F83A8-2813-8423-7294-15120A33C1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78D66-805B-189C-A908-8D3CE6AAFA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579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70E4E1-E091-C721-6F2C-882F22F29387}"/>
              </a:ext>
            </a:extLst>
          </p:cNvPr>
          <p:cNvSpPr txBox="1"/>
          <p:nvPr/>
        </p:nvSpPr>
        <p:spPr>
          <a:xfrm>
            <a:off x="2349910" y="2684206"/>
            <a:ext cx="9842090" cy="76944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rgbClr val="FF0000"/>
                </a:solidFill>
              </a:rPr>
              <a:t>Unit 2</a:t>
            </a:r>
          </a:p>
        </p:txBody>
      </p:sp>
    </p:spTree>
    <p:extLst>
      <p:ext uri="{BB962C8B-B14F-4D97-AF65-F5344CB8AC3E}">
        <p14:creationId xmlns:p14="http://schemas.microsoft.com/office/powerpoint/2010/main" val="1533526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94A6AF-F69A-DB2A-704F-4F8B2EC64C1D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State Design Pattern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BF1AFB-340D-917A-D7FE-B07A352AC5CB}"/>
              </a:ext>
            </a:extLst>
          </p:cNvPr>
          <p:cNvSpPr txBox="1"/>
          <p:nvPr/>
        </p:nvSpPr>
        <p:spPr>
          <a:xfrm>
            <a:off x="560438" y="709220"/>
            <a:ext cx="1102196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According to the </a:t>
            </a:r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Gang of Four (GoF)</a:t>
            </a:r>
            <a:endParaRPr lang="en-IN" sz="20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IN" sz="2000" b="1" dirty="0">
                <a:solidFill>
                  <a:srgbClr val="0000FF"/>
                </a:solidFill>
              </a:rPr>
              <a:t>Allow an object to alter its behaviour when its internal state changes. The object will appear to change its class."</a:t>
            </a:r>
            <a:endParaRPr lang="en-IN" sz="2000" dirty="0">
              <a:solidFill>
                <a:srgbClr val="0000FF"/>
              </a:solidFill>
            </a:endParaRPr>
          </a:p>
          <a:p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Simple Definition</a:t>
            </a:r>
            <a:endParaRPr lang="en-IN" sz="20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IN" sz="2000" dirty="0">
                <a:solidFill>
                  <a:srgbClr val="0000FF"/>
                </a:solidFill>
              </a:rPr>
              <a:t>The State Pattern allows an object to behave differently depending on its current state.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47515-A2D2-AE92-1A8C-525B99B6A81B}"/>
              </a:ext>
            </a:extLst>
          </p:cNvPr>
          <p:cNvSpPr txBox="1"/>
          <p:nvPr/>
        </p:nvSpPr>
        <p:spPr>
          <a:xfrm>
            <a:off x="442451" y="4444631"/>
            <a:ext cx="2428568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0000FF"/>
                </a:solidFill>
              </a:rPr>
              <a:t>Traffic Signal</a:t>
            </a:r>
          </a:p>
          <a:p>
            <a:pPr>
              <a:buNone/>
            </a:pPr>
            <a:r>
              <a:rPr lang="en-IN" b="1" dirty="0">
                <a:solidFill>
                  <a:srgbClr val="FF0000"/>
                </a:solidFill>
              </a:rPr>
              <a:t>RED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→ Stop ·</a:t>
            </a:r>
          </a:p>
          <a:p>
            <a:pPr>
              <a:buNone/>
            </a:pPr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GREEN</a:t>
            </a:r>
            <a:r>
              <a:rPr lang="en-IN" dirty="0"/>
              <a:t> → Move · </a:t>
            </a:r>
          </a:p>
          <a:p>
            <a:pPr>
              <a:buNone/>
            </a:pPr>
            <a:r>
              <a:rPr lang="en-IN" b="1" dirty="0">
                <a:solidFill>
                  <a:srgbClr val="FFFF00"/>
                </a:solidFill>
              </a:rPr>
              <a:t>YELLOW</a:t>
            </a:r>
            <a:r>
              <a:rPr lang="en-IN" dirty="0"/>
              <a:t> → Wait. </a:t>
            </a:r>
          </a:p>
          <a:p>
            <a:pPr>
              <a:buNone/>
            </a:pPr>
            <a:r>
              <a:rPr lang="en-IN" dirty="0"/>
              <a:t>Same object, different behaviour per state.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8F92EC-E4D3-0B4E-0D88-C7324583E3DD}"/>
              </a:ext>
            </a:extLst>
          </p:cNvPr>
          <p:cNvSpPr txBox="1"/>
          <p:nvPr/>
        </p:nvSpPr>
        <p:spPr>
          <a:xfrm>
            <a:off x="5997677" y="5496681"/>
            <a:ext cx="2792361" cy="12003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Mobile Phone</a:t>
            </a:r>
          </a:p>
          <a:p>
            <a:pPr>
              <a:buNone/>
            </a:pP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Locked</a:t>
            </a:r>
            <a:r>
              <a:rPr lang="en-IN" dirty="0"/>
              <a:t> → No apps · </a:t>
            </a:r>
          </a:p>
          <a:p>
            <a:pPr>
              <a:buNone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Silent</a:t>
            </a:r>
            <a:r>
              <a:rPr lang="en-IN" dirty="0"/>
              <a:t> → No ringtone · </a:t>
            </a:r>
          </a:p>
          <a:p>
            <a:pPr>
              <a:buNone/>
            </a:pPr>
            <a:r>
              <a:rPr lang="en-IN" b="1" dirty="0"/>
              <a:t>Airplane</a:t>
            </a:r>
            <a:r>
              <a:rPr lang="en-IN" dirty="0"/>
              <a:t> → Calls disabled.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917432-4619-90EC-7BA5-C09D1240E384}"/>
              </a:ext>
            </a:extLst>
          </p:cNvPr>
          <p:cNvSpPr txBox="1"/>
          <p:nvPr/>
        </p:nvSpPr>
        <p:spPr>
          <a:xfrm>
            <a:off x="3274142" y="4449999"/>
            <a:ext cx="6263150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ATM Machine</a:t>
            </a:r>
          </a:p>
          <a:p>
            <a:pPr>
              <a:buNone/>
            </a:pP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No Card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dirty="0"/>
              <a:t>→ </a:t>
            </a:r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Card Inserted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IN" dirty="0"/>
              <a:t>→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PIN Verified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dirty="0"/>
              <a:t>→ 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Cash Withdrawn</a:t>
            </a:r>
            <a:r>
              <a:rPr lang="en-IN" dirty="0"/>
              <a:t>. Each state gates the next operation.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257252-631F-96C2-385B-2124DBFBFC66}"/>
              </a:ext>
            </a:extLst>
          </p:cNvPr>
          <p:cNvSpPr txBox="1"/>
          <p:nvPr/>
        </p:nvSpPr>
        <p:spPr>
          <a:xfrm>
            <a:off x="334297" y="2410201"/>
            <a:ext cx="2723536" cy="76944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IN" sz="2200" b="1" dirty="0"/>
              <a:t>Pattern Name</a:t>
            </a:r>
          </a:p>
          <a:p>
            <a:r>
              <a:rPr lang="en-IN" sz="2200" dirty="0"/>
              <a:t>State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3383B2-596D-537A-B81D-20D73D3178FD}"/>
              </a:ext>
            </a:extLst>
          </p:cNvPr>
          <p:cNvSpPr txBox="1"/>
          <p:nvPr/>
        </p:nvSpPr>
        <p:spPr>
          <a:xfrm>
            <a:off x="3490452" y="2449528"/>
            <a:ext cx="8593393" cy="7694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2200" b="1" dirty="0"/>
              <a:t>Intent</a:t>
            </a:r>
          </a:p>
          <a:p>
            <a:r>
              <a:rPr lang="en-IN" sz="2200" dirty="0"/>
              <a:t>Allow an object to alter its behaviour when its internal state changes.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CE17E5-70C7-6381-671D-B3DD17BD3DB2}"/>
              </a:ext>
            </a:extLst>
          </p:cNvPr>
          <p:cNvSpPr txBox="1"/>
          <p:nvPr/>
        </p:nvSpPr>
        <p:spPr>
          <a:xfrm>
            <a:off x="255640" y="3334431"/>
            <a:ext cx="11621728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Motivation</a:t>
            </a:r>
          </a:p>
          <a:p>
            <a:pPr>
              <a:buNone/>
            </a:pPr>
            <a:r>
              <a:rPr lang="en-IN" sz="2200" dirty="0"/>
              <a:t>Same Object → Different States → Different Behaviour. The State Pattern models exactly this.</a:t>
            </a:r>
            <a:endParaRPr lang="en-IN" sz="2200" b="1" dirty="0"/>
          </a:p>
        </p:txBody>
      </p:sp>
    </p:spTree>
    <p:extLst>
      <p:ext uri="{BB962C8B-B14F-4D97-AF65-F5344CB8AC3E}">
        <p14:creationId xmlns:p14="http://schemas.microsoft.com/office/powerpoint/2010/main" val="3246638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 animBg="1"/>
      <p:bldP spid="8" grpId="0" animBg="1"/>
      <p:bldP spid="12" grpId="0" animBg="1"/>
      <p:bldP spid="15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26BB3-AE90-3281-D93D-4EDF5A9DA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CF349A-BC17-69BC-1415-B6B447833C00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Why the Existing Design Fails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FEFDF0-4E95-AEB1-FD86-67BAB8CF40C3}"/>
              </a:ext>
            </a:extLst>
          </p:cNvPr>
          <p:cNvSpPr txBox="1"/>
          <p:nvPr/>
        </p:nvSpPr>
        <p:spPr>
          <a:xfrm>
            <a:off x="6342805" y="1551700"/>
            <a:ext cx="5436239" cy="31700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</a:rPr>
              <a:t>Problems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C00000"/>
                </a:solidFill>
              </a:rPr>
              <a:t>Too many </a:t>
            </a:r>
            <a:r>
              <a:rPr lang="en-IN" dirty="0">
                <a:solidFill>
                  <a:srgbClr val="C00000"/>
                </a:solidFill>
              </a:rPr>
              <a:t>if-else</a:t>
            </a:r>
            <a:r>
              <a:rPr lang="en-IN" sz="2000" dirty="0">
                <a:solidFill>
                  <a:srgbClr val="C00000"/>
                </a:solidFill>
              </a:rPr>
              <a:t> statements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C00000"/>
                </a:solidFill>
              </a:rPr>
              <a:t>Every new state modifies the existing class (suppose municipality adds Emergency Mode, Flashing Yellow, Smart AI Mode, and more — the code spirals.)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C00000"/>
                </a:solidFill>
              </a:rPr>
              <a:t>Violates the </a:t>
            </a:r>
            <a:r>
              <a:rPr lang="en-IN" sz="2000" b="1" dirty="0">
                <a:solidFill>
                  <a:srgbClr val="C00000"/>
                </a:solidFill>
              </a:rPr>
              <a:t>Open-Closed Principle</a:t>
            </a:r>
            <a:endParaRPr lang="en-IN" sz="2000" dirty="0">
              <a:solidFill>
                <a:srgbClr val="C00000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C00000"/>
                </a:solidFill>
              </a:rPr>
              <a:t>Code becomes hard to read, debug, and maintain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C00000"/>
                </a:solidFill>
              </a:rPr>
              <a:t>Multiple developers cause merge conflicts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B8161F-7B1E-DBF9-F5C2-66D736DF48A4}"/>
              </a:ext>
            </a:extLst>
          </p:cNvPr>
          <p:cNvSpPr txBox="1"/>
          <p:nvPr/>
        </p:nvSpPr>
        <p:spPr>
          <a:xfrm>
            <a:off x="628427" y="910927"/>
            <a:ext cx="75520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FF"/>
                </a:solidFill>
              </a:rPr>
              <a:t>A naive implementation A Traffic Signal Controller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EA721F-08A8-E558-8854-74EB4F73D01F}"/>
              </a:ext>
            </a:extLst>
          </p:cNvPr>
          <p:cNvSpPr txBox="1"/>
          <p:nvPr/>
        </p:nvSpPr>
        <p:spPr>
          <a:xfrm>
            <a:off x="6351641" y="5114074"/>
            <a:ext cx="5584721" cy="4001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2000" b="1" dirty="0"/>
              <a:t>High Coupling, Low Cohesion, Poor Scalability.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01BC14-1862-037E-9EB0-972A21A24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96" y="1663733"/>
            <a:ext cx="5990750" cy="507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332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412E6E-E51A-CDBC-C642-D9CC87EFAC98}"/>
              </a:ext>
            </a:extLst>
          </p:cNvPr>
          <p:cNvSpPr txBox="1"/>
          <p:nvPr/>
        </p:nvSpPr>
        <p:spPr>
          <a:xfrm>
            <a:off x="511278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Applicability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62FA31-9FAD-B5DA-B86A-A434764F53CE}"/>
              </a:ext>
            </a:extLst>
          </p:cNvPr>
          <p:cNvSpPr txBox="1"/>
          <p:nvPr/>
        </p:nvSpPr>
        <p:spPr>
          <a:xfrm>
            <a:off x="511277" y="845177"/>
            <a:ext cx="1066800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000FF"/>
                </a:solidFill>
              </a:rPr>
              <a:t>Use the State Pattern when an object's behaviour depends on its </a:t>
            </a:r>
            <a:r>
              <a:rPr lang="en-IN" sz="2200" b="1" dirty="0">
                <a:solidFill>
                  <a:srgbClr val="0000FF"/>
                </a:solidFill>
              </a:rPr>
              <a:t>current state</a:t>
            </a:r>
            <a:r>
              <a:rPr lang="en-IN" sz="2200" dirty="0">
                <a:solidFill>
                  <a:srgbClr val="0000FF"/>
                </a:solidFill>
              </a:rPr>
              <a:t>, states change frequently, and new states may be added.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rgbClr val="0000FF"/>
                </a:solidFill>
              </a:rPr>
              <a:t>Do NOT</a:t>
            </a:r>
            <a:r>
              <a:rPr lang="en-IN" sz="2200" dirty="0">
                <a:solidFill>
                  <a:srgbClr val="0000FF"/>
                </a:solidFill>
              </a:rPr>
              <a:t> use it for one or two static states or when simple </a:t>
            </a:r>
            <a:r>
              <a:rPr lang="en-IN" sz="2200" dirty="0">
                <a:solidFill>
                  <a:srgbClr val="0000FF"/>
                </a:solidFill>
                <a:latin typeface="Courier New" panose="02070309020205020404" pitchFamily="49" charset="0"/>
              </a:rPr>
              <a:t>if-else</a:t>
            </a:r>
            <a:r>
              <a:rPr lang="en-IN" sz="2200" dirty="0">
                <a:solidFill>
                  <a:srgbClr val="0000FF"/>
                </a:solidFill>
              </a:rPr>
              <a:t> suffices.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0A9396-8844-2883-49DF-B6E10256B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18" y="2083474"/>
            <a:ext cx="4305673" cy="24157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F9C92C-C98C-CDA8-8483-556D6CE68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394" y="2110593"/>
            <a:ext cx="4282811" cy="24157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831B2E-AA3D-7C92-2FF3-A82D27E2B5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91" y="4495595"/>
            <a:ext cx="4313294" cy="23624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19A1DE3-2327-0752-B531-67EB06EA2E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2767" y="4495595"/>
            <a:ext cx="4343776" cy="236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905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2A496208-8685-31D9-97E1-9D935954BE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0139" y="668849"/>
            <a:ext cx="6411861" cy="42745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D077D0-B26D-DBE1-B357-A71A29A48252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The State Pattern- Structure &amp; Participants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AA08595-346E-AEE7-E1A8-45F27494DA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94542"/>
            <a:ext cx="5906814" cy="256212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6FCB12D-2483-7EF8-46B7-22BBC786AF25}"/>
              </a:ext>
            </a:extLst>
          </p:cNvPr>
          <p:cNvSpPr txBox="1"/>
          <p:nvPr/>
        </p:nvSpPr>
        <p:spPr>
          <a:xfrm>
            <a:off x="157315" y="3562100"/>
            <a:ext cx="6096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002060"/>
                </a:solidFill>
              </a:rPr>
              <a:t>Participant Responsibilities</a:t>
            </a:r>
          </a:p>
          <a:p>
            <a:pPr>
              <a:buNone/>
            </a:pPr>
            <a:r>
              <a:rPr lang="en-IN" sz="2000" b="1" dirty="0"/>
              <a:t>Context</a:t>
            </a:r>
          </a:p>
          <a:p>
            <a:pPr>
              <a:buNone/>
            </a:pPr>
            <a:r>
              <a:rPr lang="en-IN" sz="2000" dirty="0"/>
              <a:t>Maintains current state, delegates requests, changes state. Example: </a:t>
            </a:r>
            <a:r>
              <a:rPr lang="en-IN" sz="2000" b="1" dirty="0">
                <a:latin typeface="Courier New" panose="02070309020205020404" pitchFamily="49" charset="0"/>
              </a:rPr>
              <a:t>TrafficSignal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b="1" dirty="0"/>
              <a:t>State (Interface)</a:t>
            </a:r>
          </a:p>
          <a:p>
            <a:pPr>
              <a:buNone/>
            </a:pPr>
            <a:r>
              <a:rPr lang="en-IN" sz="2000" dirty="0"/>
              <a:t>Defines the common </a:t>
            </a:r>
            <a:r>
              <a:rPr lang="en-IN" sz="2000" dirty="0">
                <a:latin typeface="Courier New" panose="02070309020205020404" pitchFamily="49" charset="0"/>
              </a:rPr>
              <a:t>handle()</a:t>
            </a:r>
            <a:r>
              <a:rPr lang="en-IN" sz="2000" dirty="0"/>
              <a:t> method that all states must implement.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6F3555-DCF3-0277-E819-6A1FB66270DE}"/>
              </a:ext>
            </a:extLst>
          </p:cNvPr>
          <p:cNvSpPr txBox="1"/>
          <p:nvPr/>
        </p:nvSpPr>
        <p:spPr>
          <a:xfrm>
            <a:off x="6912077" y="4611231"/>
            <a:ext cx="511277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Concrete State</a:t>
            </a:r>
          </a:p>
          <a:p>
            <a:pPr>
              <a:buNone/>
            </a:pPr>
            <a:r>
              <a:rPr lang="en-IN" sz="2000" dirty="0"/>
              <a:t>Implements behaviour for one state. </a:t>
            </a:r>
          </a:p>
          <a:p>
            <a:pPr>
              <a:buNone/>
            </a:pPr>
            <a:r>
              <a:rPr lang="en-IN" sz="2000" dirty="0"/>
              <a:t>Example: </a:t>
            </a:r>
            <a:r>
              <a:rPr lang="en-IN" sz="2000" dirty="0">
                <a:latin typeface="Courier New" panose="02070309020205020404" pitchFamily="49" charset="0"/>
              </a:rPr>
              <a:t>RedState → Stop Vehicles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b="1" dirty="0"/>
              <a:t>Client</a:t>
            </a:r>
          </a:p>
          <a:p>
            <a:pPr>
              <a:buNone/>
            </a:pPr>
            <a:r>
              <a:rPr lang="en-IN" sz="2000" dirty="0"/>
              <a:t>Creates Context, sets initial state, and starts execution.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9BA730-8BB5-0D51-6E27-01087EDB59C0}"/>
              </a:ext>
            </a:extLst>
          </p:cNvPr>
          <p:cNvSpPr txBox="1"/>
          <p:nvPr/>
        </p:nvSpPr>
        <p:spPr>
          <a:xfrm>
            <a:off x="88489" y="6125742"/>
            <a:ext cx="65286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solidFill>
                  <a:srgbClr val="FF0000"/>
                </a:solidFill>
              </a:rPr>
              <a:t>The Context does </a:t>
            </a:r>
            <a:r>
              <a:rPr lang="en-IN" b="1" dirty="0">
                <a:solidFill>
                  <a:srgbClr val="FF0000"/>
                </a:solidFill>
              </a:rPr>
              <a:t>NOT</a:t>
            </a:r>
            <a:r>
              <a:rPr lang="en-IN" dirty="0">
                <a:solidFill>
                  <a:srgbClr val="FF0000"/>
                </a:solidFill>
              </a:rPr>
              <a:t> know how a state works — it simply delegates via </a:t>
            </a:r>
            <a:r>
              <a:rPr lang="en-IN" dirty="0">
                <a:solidFill>
                  <a:srgbClr val="FF0000"/>
                </a:solidFill>
                <a:latin typeface="Courier New" panose="02070309020205020404" pitchFamily="49" charset="0"/>
              </a:rPr>
              <a:t>currentState.handle().</a:t>
            </a:r>
            <a:r>
              <a:rPr lang="en-IN" dirty="0">
                <a:solidFill>
                  <a:srgbClr val="FF0000"/>
                </a:solidFill>
              </a:rPr>
              <a:t>This is </a:t>
            </a:r>
            <a:r>
              <a:rPr lang="en-IN" b="1" dirty="0">
                <a:solidFill>
                  <a:srgbClr val="0000FF"/>
                </a:solidFill>
              </a:rPr>
              <a:t>Delegation.</a:t>
            </a:r>
            <a:endParaRPr lang="en-IN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159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ADAD391-3C7F-444A-FD11-135EB4F22896}"/>
              </a:ext>
            </a:extLst>
          </p:cNvPr>
          <p:cNvSpPr txBox="1"/>
          <p:nvPr/>
        </p:nvSpPr>
        <p:spPr>
          <a:xfrm>
            <a:off x="98325" y="9834"/>
            <a:ext cx="12034683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The State Pattern- </a:t>
            </a:r>
            <a:r>
              <a:rPr lang="en-IN" sz="3600" dirty="0"/>
              <a:t>Collaborations &amp; State Transition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9CC6B0-4FCF-7E53-E028-AA7C8300B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58" y="872612"/>
            <a:ext cx="7709719" cy="51398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C695F7-0F62-A335-737B-B08D4133D6EE}"/>
              </a:ext>
            </a:extLst>
          </p:cNvPr>
          <p:cNvSpPr txBox="1"/>
          <p:nvPr/>
        </p:nvSpPr>
        <p:spPr>
          <a:xfrm>
            <a:off x="7870722" y="1257962"/>
            <a:ext cx="39378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State Transition Diagram</a:t>
            </a:r>
          </a:p>
          <a:p>
            <a:pPr>
              <a:buNone/>
            </a:pPr>
            <a:r>
              <a:rPr lang="en-IN" dirty="0"/>
              <a:t>Unlike a UML Class Diagram (shows classes and relationships), a </a:t>
            </a:r>
            <a:r>
              <a:rPr lang="en-IN" b="1" dirty="0"/>
              <a:t>State Transition Diagram</a:t>
            </a:r>
            <a:r>
              <a:rPr lang="en-IN" dirty="0"/>
              <a:t> visualizes possible state changes before writing code: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Traffic Signal:</a:t>
            </a:r>
            <a:r>
              <a:rPr lang="en-IN" dirty="0"/>
              <a:t> RED → GREEN → YELLOW → RED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ATM:</a:t>
            </a:r>
            <a:r>
              <a:rPr lang="en-IN" dirty="0"/>
              <a:t> No Card → Card Inserted → PIN Verified → Eject Card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Media Player:</a:t>
            </a:r>
            <a:r>
              <a:rPr lang="en-IN" dirty="0"/>
              <a:t> Stopped → Playing → Paused → Stopped</a:t>
            </a:r>
          </a:p>
        </p:txBody>
      </p:sp>
    </p:spTree>
    <p:extLst>
      <p:ext uri="{BB962C8B-B14F-4D97-AF65-F5344CB8AC3E}">
        <p14:creationId xmlns:p14="http://schemas.microsoft.com/office/powerpoint/2010/main" val="352927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61B7DA-703B-3070-1492-400B0762E3EF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State Pattern – Java Implementation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261F0B-EC61-B443-0463-1530EA7F9A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860" y="671471"/>
            <a:ext cx="7734970" cy="6271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750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AA13C-36DA-7511-517A-FEC587D45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8A8872-60F7-88B1-F3C6-F438AB79FFDC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State Pattern – Java Implementation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C60B84-6F8E-2A8F-B4D2-16447D4D2E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161" y="716045"/>
            <a:ext cx="8790242" cy="614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514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6B682-E425-7CF7-3382-6108C9651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5F9194-D3E7-0670-6343-2301BDAB6D82}"/>
              </a:ext>
            </a:extLst>
          </p:cNvPr>
          <p:cNvSpPr txBox="1"/>
          <p:nvPr/>
        </p:nvSpPr>
        <p:spPr>
          <a:xfrm>
            <a:off x="373627" y="0"/>
            <a:ext cx="11169444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State Pattern – Execution Flow &amp; Design </a:t>
            </a:r>
            <a:r>
              <a:rPr lang="en-IN" sz="3600" dirty="0"/>
              <a:t>Principles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293D9F-97F0-495C-4B1F-A3AE0F59F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4068"/>
            <a:ext cx="6576474" cy="49269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748234-3769-6640-7F64-09B194F39F00}"/>
              </a:ext>
            </a:extLst>
          </p:cNvPr>
          <p:cNvSpPr txBox="1"/>
          <p:nvPr/>
        </p:nvSpPr>
        <p:spPr>
          <a:xfrm>
            <a:off x="6666272" y="1164554"/>
            <a:ext cx="5279922" cy="12003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Runtime Polymorphism</a:t>
            </a:r>
          </a:p>
          <a:p>
            <a:pPr>
              <a:buNone/>
            </a:pPr>
            <a:r>
              <a:rPr lang="en-IN" dirty="0"/>
              <a:t>Same variable </a:t>
            </a:r>
            <a:r>
              <a:rPr lang="en-IN" dirty="0">
                <a:latin typeface="Courier New" panose="02070309020205020404" pitchFamily="49" charset="0"/>
              </a:rPr>
              <a:t>SignalState state</a:t>
            </a:r>
            <a:r>
              <a:rPr lang="en-IN" dirty="0"/>
              <a:t> holds </a:t>
            </a:r>
            <a:r>
              <a:rPr lang="en-IN" dirty="0">
                <a:latin typeface="Courier New" panose="02070309020205020404" pitchFamily="49" charset="0"/>
              </a:rPr>
              <a:t>RedState</a:t>
            </a:r>
            <a:r>
              <a:rPr lang="en-IN" dirty="0"/>
              <a:t>, then </a:t>
            </a:r>
            <a:r>
              <a:rPr lang="en-IN" dirty="0">
                <a:latin typeface="Courier New" panose="02070309020205020404" pitchFamily="49" charset="0"/>
              </a:rPr>
              <a:t>GreenState</a:t>
            </a:r>
            <a:r>
              <a:rPr lang="en-IN" dirty="0"/>
              <a:t> — different objects, different behaviour.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D62E8E-F472-97E4-D9B0-2664EB7A645A}"/>
              </a:ext>
            </a:extLst>
          </p:cNvPr>
          <p:cNvSpPr txBox="1"/>
          <p:nvPr/>
        </p:nvSpPr>
        <p:spPr>
          <a:xfrm>
            <a:off x="6695769" y="2896727"/>
            <a:ext cx="5240593" cy="12003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/>
              <a:t>Programming to Interface</a:t>
            </a:r>
          </a:p>
          <a:p>
            <a:pPr>
              <a:buNone/>
            </a:pPr>
            <a:r>
              <a:rPr lang="en-IN" sz="1800" dirty="0"/>
              <a:t>Context depends on </a:t>
            </a:r>
            <a:r>
              <a:rPr lang="en-IN" sz="1800" dirty="0">
                <a:latin typeface="Courier New" panose="02070309020205020404" pitchFamily="49" charset="0"/>
              </a:rPr>
              <a:t>SignalState</a:t>
            </a:r>
            <a:r>
              <a:rPr lang="en-IN" sz="1800" dirty="0"/>
              <a:t> (abstraction), not concrete classes — enabling loose coupling and easy extension.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2D5E7F-C3F4-C7A9-6431-A3F444A9BE1E}"/>
              </a:ext>
            </a:extLst>
          </p:cNvPr>
          <p:cNvSpPr txBox="1"/>
          <p:nvPr/>
        </p:nvSpPr>
        <p:spPr>
          <a:xfrm>
            <a:off x="6658898" y="4680605"/>
            <a:ext cx="5031658" cy="9233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/>
              <a:t>Open-Closed Principle</a:t>
            </a:r>
          </a:p>
          <a:p>
            <a:pPr>
              <a:buNone/>
            </a:pPr>
            <a:r>
              <a:rPr lang="en-IN" sz="1800" dirty="0"/>
              <a:t>Add </a:t>
            </a:r>
            <a:r>
              <a:rPr lang="en-IN" sz="1800" dirty="0">
                <a:latin typeface="Courier New" panose="02070309020205020404" pitchFamily="49" charset="0"/>
              </a:rPr>
              <a:t>EmergencyState</a:t>
            </a:r>
            <a:r>
              <a:rPr lang="en-IN" sz="1800" dirty="0"/>
              <a:t> by creating a new class. </a:t>
            </a:r>
            <a:r>
              <a:rPr lang="en-IN" sz="1800" dirty="0">
                <a:latin typeface="Courier New" panose="02070309020205020404" pitchFamily="49" charset="0"/>
              </a:rPr>
              <a:t>TrafficSignal</a:t>
            </a:r>
            <a:r>
              <a:rPr lang="en-IN" sz="1800" dirty="0"/>
              <a:t> remains </a:t>
            </a:r>
            <a:r>
              <a:rPr lang="en-IN" sz="1800" b="1" dirty="0"/>
              <a:t>unchanged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0544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08DE04-3D00-D463-0928-0E846934995F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State Pattern – Consequences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3F9DD5-2CE5-43D4-ACD4-D0B720D621C9}"/>
              </a:ext>
            </a:extLst>
          </p:cNvPr>
          <p:cNvSpPr txBox="1"/>
          <p:nvPr/>
        </p:nvSpPr>
        <p:spPr>
          <a:xfrm>
            <a:off x="98322" y="1370185"/>
            <a:ext cx="5692878" cy="31393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✓ Advantages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Eliminates if-else</a:t>
            </a:r>
            <a:r>
              <a:rPr lang="en-IN" dirty="0"/>
              <a:t> — cleaner code via delegation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Open-Closed Principle</a:t>
            </a:r>
            <a:r>
              <a:rPr lang="en-IN" dirty="0"/>
              <a:t> — extend with new states, no modification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Loose Coupling</a:t>
            </a:r>
            <a:r>
              <a:rPr lang="en-IN" dirty="0"/>
              <a:t> — Context depends only on </a:t>
            </a:r>
            <a:r>
              <a:rPr lang="en-IN" dirty="0">
                <a:latin typeface="Courier New" panose="02070309020205020404" pitchFamily="49" charset="0"/>
              </a:rPr>
              <a:t>SignalState</a:t>
            </a:r>
            <a:r>
              <a:rPr lang="en-IN" dirty="0"/>
              <a:t> interface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High Cohesion</a:t>
            </a:r>
            <a:r>
              <a:rPr lang="en-IN" dirty="0"/>
              <a:t> — each state contains only its own </a:t>
            </a:r>
            <a:r>
              <a:rPr lang="en-IN" dirty="0" err="1"/>
              <a:t>behavior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Easy Testing</a:t>
            </a:r>
            <a:r>
              <a:rPr lang="en-IN" dirty="0"/>
              <a:t> — each state tested independently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Runtime Flexibility</a:t>
            </a:r>
            <a:r>
              <a:rPr lang="en-IN" dirty="0"/>
              <a:t> — </a:t>
            </a:r>
            <a:r>
              <a:rPr lang="en-IN" dirty="0" err="1"/>
              <a:t>behavior</a:t>
            </a:r>
            <a:r>
              <a:rPr lang="en-IN" dirty="0"/>
              <a:t> changes dynamically without recompilation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129986-54FB-75EF-3992-7123FBC00FC5}"/>
              </a:ext>
            </a:extLst>
          </p:cNvPr>
          <p:cNvSpPr txBox="1"/>
          <p:nvPr/>
        </p:nvSpPr>
        <p:spPr>
          <a:xfrm>
            <a:off x="6017341" y="1371884"/>
            <a:ext cx="5820697" cy="31393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✗ Disadvantages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More Classes</a:t>
            </a:r>
            <a:r>
              <a:rPr lang="en-IN" dirty="0"/>
              <a:t> — one class per state increases file count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Higher Initial Complexity</a:t>
            </a:r>
            <a:r>
              <a:rPr lang="en-IN" dirty="0"/>
              <a:t> — small programs may not benefit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Memory Overhead</a:t>
            </a:r>
            <a:r>
              <a:rPr lang="en-IN" dirty="0"/>
              <a:t> — each state is a separate object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Transition Logic</a:t>
            </a:r>
            <a:r>
              <a:rPr lang="en-IN" dirty="0"/>
              <a:t> — someone must decide when states change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Learning Curve</a:t>
            </a:r>
            <a:r>
              <a:rPr lang="en-IN" dirty="0"/>
              <a:t> — beginners confuse State with Strategy (similar UML)</a:t>
            </a:r>
          </a:p>
          <a:p>
            <a:pPr lvl="0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3CB6F4-D9E5-FB62-F541-68B4114EB5EE}"/>
              </a:ext>
            </a:extLst>
          </p:cNvPr>
          <p:cNvSpPr txBox="1"/>
          <p:nvPr/>
        </p:nvSpPr>
        <p:spPr>
          <a:xfrm>
            <a:off x="934063" y="5063216"/>
            <a:ext cx="1055001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>
                <a:solidFill>
                  <a:srgbClr val="0000FF"/>
                </a:solidFill>
              </a:rPr>
              <a:t>Use State Pattern when:</a:t>
            </a:r>
            <a:r>
              <a:rPr lang="en-IN" sz="2200" dirty="0">
                <a:solidFill>
                  <a:srgbClr val="0000FF"/>
                </a:solidFill>
              </a:rPr>
              <a:t> behaviour depends on state, many states exist, states change frequently, future states may be added.</a:t>
            </a: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</a:rPr>
              <a:t> </a:t>
            </a:r>
            <a:r>
              <a:rPr lang="en-IN" sz="2200" b="1" dirty="0">
                <a:solidFill>
                  <a:srgbClr val="0000FF"/>
                </a:solidFill>
              </a:rPr>
              <a:t>Avoid when:</a:t>
            </a:r>
            <a:r>
              <a:rPr lang="en-IN" sz="2200" dirty="0">
                <a:solidFill>
                  <a:srgbClr val="0000FF"/>
                </a:solidFill>
              </a:rPr>
              <a:t> only one or two states, simple conditional logic suffices, states never change.</a:t>
            </a:r>
          </a:p>
        </p:txBody>
      </p:sp>
    </p:spTree>
    <p:extLst>
      <p:ext uri="{BB962C8B-B14F-4D97-AF65-F5344CB8AC3E}">
        <p14:creationId xmlns:p14="http://schemas.microsoft.com/office/powerpoint/2010/main" val="1524712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A710B7-811F-7936-0126-6C01EB316253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State Pattern – </a:t>
            </a:r>
            <a:r>
              <a:rPr lang="en-IN" sz="3600" dirty="0"/>
              <a:t>Known Uses in Real Software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4359CA-6E0C-BAFF-BA76-98FB2C90F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7806"/>
            <a:ext cx="12192000" cy="33823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243123-9B69-2930-A672-D8C95C9BDDA5}"/>
              </a:ext>
            </a:extLst>
          </p:cNvPr>
          <p:cNvSpPr txBox="1"/>
          <p:nvPr/>
        </p:nvSpPr>
        <p:spPr>
          <a:xfrm>
            <a:off x="501444" y="848908"/>
            <a:ext cx="1088431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dirty="0">
                <a:solidFill>
                  <a:srgbClr val="0000FF"/>
                </a:solidFill>
              </a:rPr>
              <a:t>The State Pattern is widely used across industries and frameworks. Here are notable examples:</a:t>
            </a:r>
          </a:p>
        </p:txBody>
      </p:sp>
    </p:spTree>
    <p:extLst>
      <p:ext uri="{BB962C8B-B14F-4D97-AF65-F5344CB8AC3E}">
        <p14:creationId xmlns:p14="http://schemas.microsoft.com/office/powerpoint/2010/main" val="2509764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BD652-31DD-7FCF-4F6E-E6D1C2952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BE8571A-E351-7E39-22AF-A2066B3DCF5B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State Pattern Vs Strategy Pattern</a:t>
            </a:r>
            <a:endParaRPr lang="en-IN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2B35EF-B793-0058-7980-888710BE979A}"/>
              </a:ext>
            </a:extLst>
          </p:cNvPr>
          <p:cNvSpPr txBox="1"/>
          <p:nvPr/>
        </p:nvSpPr>
        <p:spPr>
          <a:xfrm>
            <a:off x="501444" y="848908"/>
            <a:ext cx="108843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FF"/>
                </a:solidFill>
              </a:rPr>
              <a:t>Both patterns share </a:t>
            </a:r>
            <a:r>
              <a:rPr lang="en-IN" sz="2400" b="1" dirty="0">
                <a:solidFill>
                  <a:srgbClr val="0000FF"/>
                </a:solidFill>
              </a:rPr>
              <a:t>identical UML structure</a:t>
            </a:r>
            <a:r>
              <a:rPr lang="en-IN" sz="2400" dirty="0">
                <a:solidFill>
                  <a:srgbClr val="0000FF"/>
                </a:solidFill>
              </a:rPr>
              <a:t> (composition + delegation), but their </a:t>
            </a:r>
            <a:r>
              <a:rPr lang="en-IN" sz="2400" b="1" dirty="0">
                <a:solidFill>
                  <a:srgbClr val="0000FF"/>
                </a:solidFill>
              </a:rPr>
              <a:t>intent</a:t>
            </a:r>
            <a:r>
              <a:rPr lang="en-IN" sz="2400" dirty="0">
                <a:solidFill>
                  <a:srgbClr val="0000FF"/>
                </a:solidFill>
              </a:rPr>
              <a:t> is completely different. </a:t>
            </a:r>
            <a:r>
              <a:rPr lang="en-IN" sz="2400" i="1" dirty="0">
                <a:solidFill>
                  <a:srgbClr val="0000FF"/>
                </a:solidFill>
              </a:rPr>
              <a:t>Never identify a pattern by UML alone.</a:t>
            </a:r>
            <a:endParaRPr lang="en-IN" sz="2400" dirty="0">
              <a:solidFill>
                <a:srgbClr val="0000FF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13981F2-AE25-62B3-C62E-A2DB9F732E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335232"/>
              </p:ext>
            </p:extLst>
          </p:nvPr>
        </p:nvGraphicFramePr>
        <p:xfrm>
          <a:off x="808703" y="1867694"/>
          <a:ext cx="10515600" cy="365760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20549980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8075269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430316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Feature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State Pattern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Strategy Pattern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2609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Intent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Change behavior when internal state changes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Select one algorithm among interchangeable options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1622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Decision Maker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Context / State (automatic)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Client (manual selection)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5827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State Transition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 — states transition automatically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— strategies are independent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5709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Object Behavior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Changes — object appears to become another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Remains same — only algorithm changes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4097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Real Example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Traffic Signal, ATM, Media Player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Payment Gateway, Google Maps routes, Sorting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5465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Memory Trick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"How should I behave now?"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"Which algorithm should I use?"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742010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924CD1A-A665-874E-716D-EED6A524C145}"/>
              </a:ext>
            </a:extLst>
          </p:cNvPr>
          <p:cNvSpPr txBox="1"/>
          <p:nvPr/>
        </p:nvSpPr>
        <p:spPr>
          <a:xfrm>
            <a:off x="1002891" y="5693327"/>
            <a:ext cx="7492180" cy="9233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If behaviour changes due to </a:t>
            </a:r>
            <a:r>
              <a:rPr lang="en-IN" b="1" dirty="0"/>
              <a:t>current condition</a:t>
            </a:r>
            <a:r>
              <a:rPr lang="en-IN" dirty="0"/>
              <a:t> →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If behaviour changes because </a:t>
            </a:r>
            <a:r>
              <a:rPr lang="en-IN" b="1" dirty="0"/>
              <a:t>user chooses</a:t>
            </a:r>
            <a:r>
              <a:rPr lang="en-IN" dirty="0"/>
              <a:t> an algorithm → Strategy.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Both use composition, but purpose differs entirely.</a:t>
            </a:r>
          </a:p>
        </p:txBody>
      </p:sp>
    </p:spTree>
    <p:extLst>
      <p:ext uri="{BB962C8B-B14F-4D97-AF65-F5344CB8AC3E}">
        <p14:creationId xmlns:p14="http://schemas.microsoft.com/office/powerpoint/2010/main" val="4062774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813</Words>
  <Application>Microsoft Office PowerPoint</Application>
  <PresentationFormat>Widescreen</PresentationFormat>
  <Paragraphs>111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Aswathy Mohan</dc:creator>
  <cp:lastModifiedBy>Aswathy Mohan</cp:lastModifiedBy>
  <cp:revision>1</cp:revision>
  <dcterms:created xsi:type="dcterms:W3CDTF">2026-08-03T05:04:47Z</dcterms:created>
  <dcterms:modified xsi:type="dcterms:W3CDTF">2026-08-04T08:36:49Z</dcterms:modified>
</cp:coreProperties>
</file>