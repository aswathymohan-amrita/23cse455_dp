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94" r:id="rId2"/>
    <p:sldId id="258" r:id="rId3"/>
    <p:sldId id="293" r:id="rId4"/>
    <p:sldId id="260" r:id="rId5"/>
    <p:sldId id="264" r:id="rId6"/>
    <p:sldId id="257" r:id="rId7"/>
    <p:sldId id="265" r:id="rId8"/>
    <p:sldId id="266" r:id="rId9"/>
    <p:sldId id="267" r:id="rId10"/>
    <p:sldId id="262" r:id="rId11"/>
    <p:sldId id="268" r:id="rId12"/>
    <p:sldId id="269" r:id="rId13"/>
    <p:sldId id="270" r:id="rId14"/>
    <p:sldId id="271" r:id="rId15"/>
    <p:sldId id="273" r:id="rId16"/>
    <p:sldId id="275" r:id="rId17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239F24-41E4-C343-9E9C-638189DBCE81}" v="14" dt="2026-09-30T06:52:18.729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7"/>
    <p:restoredTop sz="94628"/>
  </p:normalViewPr>
  <p:slideViewPr>
    <p:cSldViewPr snapToGrid="0">
      <p:cViewPr varScale="1">
        <p:scale>
          <a:sx n="93" d="100"/>
          <a:sy n="93" d="100"/>
        </p:scale>
        <p:origin x="248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wathy Mohan" userId="8ec7b060-ec9d-4a76-a81c-f80212d9386c" providerId="ADAL" clId="{A2D8F3F3-AB79-5800-97AF-2AFE679C11CA}"/>
    <pc:docChg chg="undo custSel addSld delSld modSld sldOrd">
      <pc:chgData name="Aswathy Mohan" userId="8ec7b060-ec9d-4a76-a81c-f80212d9386c" providerId="ADAL" clId="{A2D8F3F3-AB79-5800-97AF-2AFE679C11CA}" dt="2026-09-30T06:52:18.729" v="524"/>
      <pc:docMkLst>
        <pc:docMk/>
      </pc:docMkLst>
      <pc:sldChg chg="del">
        <pc:chgData name="Aswathy Mohan" userId="8ec7b060-ec9d-4a76-a81c-f80212d9386c" providerId="ADAL" clId="{A2D8F3F3-AB79-5800-97AF-2AFE679C11CA}" dt="2026-09-30T06:28:32.297" v="58" actId="2696"/>
        <pc:sldMkLst>
          <pc:docMk/>
          <pc:sldMk cId="1533526926" sldId="256"/>
        </pc:sldMkLst>
      </pc:sldChg>
      <pc:sldChg chg="addSp modSp mod">
        <pc:chgData name="Aswathy Mohan" userId="8ec7b060-ec9d-4a76-a81c-f80212d9386c" providerId="ADAL" clId="{A2D8F3F3-AB79-5800-97AF-2AFE679C11CA}" dt="2026-09-30T06:52:18.729" v="524"/>
        <pc:sldMkLst>
          <pc:docMk/>
          <pc:sldMk cId="876332490" sldId="257"/>
        </pc:sldMkLst>
        <pc:spChg chg="add mod">
          <ac:chgData name="Aswathy Mohan" userId="8ec7b060-ec9d-4a76-a81c-f80212d9386c" providerId="ADAL" clId="{A2D8F3F3-AB79-5800-97AF-2AFE679C11CA}" dt="2026-09-30T06:52:18.729" v="524"/>
          <ac:spMkLst>
            <pc:docMk/>
            <pc:sldMk cId="876332490" sldId="257"/>
            <ac:spMk id="2" creationId="{D1D7434F-047B-A406-BEB5-FC279CD4344F}"/>
          </ac:spMkLst>
        </pc:spChg>
        <pc:spChg chg="mod">
          <ac:chgData name="Aswathy Mohan" userId="8ec7b060-ec9d-4a76-a81c-f80212d9386c" providerId="ADAL" clId="{A2D8F3F3-AB79-5800-97AF-2AFE679C11CA}" dt="2026-09-30T06:37:54.055" v="398" actId="1076"/>
          <ac:spMkLst>
            <pc:docMk/>
            <pc:sldMk cId="876332490" sldId="257"/>
            <ac:spMk id="6" creationId="{6B4BC263-28DE-9D01-3CA7-6347811A0B42}"/>
          </ac:spMkLst>
        </pc:spChg>
        <pc:spChg chg="mod">
          <ac:chgData name="Aswathy Mohan" userId="8ec7b060-ec9d-4a76-a81c-f80212d9386c" providerId="ADAL" clId="{A2D8F3F3-AB79-5800-97AF-2AFE679C11CA}" dt="2026-09-30T06:19:10.282" v="1" actId="14100"/>
          <ac:spMkLst>
            <pc:docMk/>
            <pc:sldMk cId="876332490" sldId="257"/>
            <ac:spMk id="9" creationId="{94FEFDF0-4E95-AEB1-FD86-67BAB8CF40C3}"/>
          </ac:spMkLst>
        </pc:spChg>
        <pc:spChg chg="mod">
          <ac:chgData name="Aswathy Mohan" userId="8ec7b060-ec9d-4a76-a81c-f80212d9386c" providerId="ADAL" clId="{A2D8F3F3-AB79-5800-97AF-2AFE679C11CA}" dt="2026-09-30T06:37:59.157" v="411" actId="1035"/>
          <ac:spMkLst>
            <pc:docMk/>
            <pc:sldMk cId="876332490" sldId="257"/>
            <ac:spMk id="9007" creationId="{E6F2BFEA-28E3-4A55-8E89-87951858AB46}"/>
          </ac:spMkLst>
        </pc:spChg>
      </pc:sldChg>
      <pc:sldChg chg="addSp modSp mod ord">
        <pc:chgData name="Aswathy Mohan" userId="8ec7b060-ec9d-4a76-a81c-f80212d9386c" providerId="ADAL" clId="{A2D8F3F3-AB79-5800-97AF-2AFE679C11CA}" dt="2026-09-30T06:52:18.729" v="524"/>
        <pc:sldMkLst>
          <pc:docMk/>
          <pc:sldMk cId="3246638297" sldId="258"/>
        </pc:sldMkLst>
        <pc:spChg chg="add mod">
          <ac:chgData name="Aswathy Mohan" userId="8ec7b060-ec9d-4a76-a81c-f80212d9386c" providerId="ADAL" clId="{A2D8F3F3-AB79-5800-97AF-2AFE679C11CA}" dt="2026-09-30T06:52:18.729" v="524"/>
          <ac:spMkLst>
            <pc:docMk/>
            <pc:sldMk cId="3246638297" sldId="258"/>
            <ac:spMk id="2" creationId="{2324D52F-F32E-B122-A1F5-8EF75AB40737}"/>
          </ac:spMkLst>
        </pc:spChg>
        <pc:spChg chg="mod">
          <ac:chgData name="Aswathy Mohan" userId="8ec7b060-ec9d-4a76-a81c-f80212d9386c" providerId="ADAL" clId="{A2D8F3F3-AB79-5800-97AF-2AFE679C11CA}" dt="2026-09-30T06:21:04.149" v="30" actId="1037"/>
          <ac:spMkLst>
            <pc:docMk/>
            <pc:sldMk cId="3246638297" sldId="258"/>
            <ac:spMk id="15" creationId="{64257252-631F-96C2-385B-2124DBFBFC66}"/>
          </ac:spMkLst>
        </pc:spChg>
        <pc:spChg chg="mod">
          <ac:chgData name="Aswathy Mohan" userId="8ec7b060-ec9d-4a76-a81c-f80212d9386c" providerId="ADAL" clId="{A2D8F3F3-AB79-5800-97AF-2AFE679C11CA}" dt="2026-09-30T06:21:09.639" v="42" actId="1037"/>
          <ac:spMkLst>
            <pc:docMk/>
            <pc:sldMk cId="3246638297" sldId="258"/>
            <ac:spMk id="16" creationId="{2A3383B2-596D-537A-B81D-20D73D3178FD}"/>
          </ac:spMkLst>
        </pc:spChg>
      </pc:sldChg>
      <pc:sldChg chg="delSp modSp del mod ord">
        <pc:chgData name="Aswathy Mohan" userId="8ec7b060-ec9d-4a76-a81c-f80212d9386c" providerId="ADAL" clId="{A2D8F3F3-AB79-5800-97AF-2AFE679C11CA}" dt="2026-09-30T06:32:09.808" v="262" actId="2696"/>
        <pc:sldMkLst>
          <pc:docMk/>
          <pc:sldMk cId="814397472" sldId="259"/>
        </pc:sldMkLst>
        <pc:spChg chg="mod">
          <ac:chgData name="Aswathy Mohan" userId="8ec7b060-ec9d-4a76-a81c-f80212d9386c" providerId="ADAL" clId="{A2D8F3F3-AB79-5800-97AF-2AFE679C11CA}" dt="2026-09-30T06:28:55.852" v="62" actId="255"/>
          <ac:spMkLst>
            <pc:docMk/>
            <pc:sldMk cId="814397472" sldId="259"/>
            <ac:spMk id="2" creationId="{27F6EAD0-D4BA-405F-BA3C-2D702911E051}"/>
          </ac:spMkLst>
        </pc:spChg>
        <pc:spChg chg="del">
          <ac:chgData name="Aswathy Mohan" userId="8ec7b060-ec9d-4a76-a81c-f80212d9386c" providerId="ADAL" clId="{A2D8F3F3-AB79-5800-97AF-2AFE679C11CA}" dt="2026-09-30T06:29:18.757" v="63" actId="478"/>
          <ac:spMkLst>
            <pc:docMk/>
            <pc:sldMk cId="814397472" sldId="259"/>
            <ac:spMk id="4" creationId="{044BD383-91C1-4E9F-8965-0A13F499AD49}"/>
          </ac:spMkLst>
        </pc:spChg>
        <pc:spChg chg="del">
          <ac:chgData name="Aswathy Mohan" userId="8ec7b060-ec9d-4a76-a81c-f80212d9386c" providerId="ADAL" clId="{A2D8F3F3-AB79-5800-97AF-2AFE679C11CA}" dt="2026-09-30T06:29:18.757" v="63" actId="478"/>
          <ac:spMkLst>
            <pc:docMk/>
            <pc:sldMk cId="814397472" sldId="259"/>
            <ac:spMk id="5" creationId="{ECB20419-7E2E-4D6B-938E-FF05B1E845D5}"/>
          </ac:spMkLst>
        </pc:spChg>
        <pc:spChg chg="del">
          <ac:chgData name="Aswathy Mohan" userId="8ec7b060-ec9d-4a76-a81c-f80212d9386c" providerId="ADAL" clId="{A2D8F3F3-AB79-5800-97AF-2AFE679C11CA}" dt="2026-09-30T06:29:18.757" v="63" actId="478"/>
          <ac:spMkLst>
            <pc:docMk/>
            <pc:sldMk cId="814397472" sldId="259"/>
            <ac:spMk id="6" creationId="{6E24D3E1-0A52-49E2-85AD-6E2BF11164D5}"/>
          </ac:spMkLst>
        </pc:spChg>
        <pc:spChg chg="mod">
          <ac:chgData name="Aswathy Mohan" userId="8ec7b060-ec9d-4a76-a81c-f80212d9386c" providerId="ADAL" clId="{A2D8F3F3-AB79-5800-97AF-2AFE679C11CA}" dt="2026-09-30T06:22:34.406" v="52" actId="27636"/>
          <ac:spMkLst>
            <pc:docMk/>
            <pc:sldMk cId="814397472" sldId="259"/>
            <ac:spMk id="9" creationId="{2691B417-93B5-40FB-8FF2-E58D69595300}"/>
          </ac:spMkLst>
        </pc:spChg>
      </pc:sldChg>
      <pc:sldChg chg="addSp delSp modSp mod ord">
        <pc:chgData name="Aswathy Mohan" userId="8ec7b060-ec9d-4a76-a81c-f80212d9386c" providerId="ADAL" clId="{A2D8F3F3-AB79-5800-97AF-2AFE679C11CA}" dt="2026-09-30T06:52:18.729" v="524"/>
        <pc:sldMkLst>
          <pc:docMk/>
          <pc:sldMk cId="471923091" sldId="260"/>
        </pc:sldMkLst>
        <pc:spChg chg="mod">
          <ac:chgData name="Aswathy Mohan" userId="8ec7b060-ec9d-4a76-a81c-f80212d9386c" providerId="ADAL" clId="{A2D8F3F3-AB79-5800-97AF-2AFE679C11CA}" dt="2026-09-30T06:35:17.509" v="308" actId="1035"/>
          <ac:spMkLst>
            <pc:docMk/>
            <pc:sldMk cId="471923091" sldId="260"/>
            <ac:spMk id="2" creationId="{C610A9A5-7AEC-4795-BC93-18F6128BD4DA}"/>
          </ac:spMkLst>
        </pc:spChg>
        <pc:spChg chg="mod">
          <ac:chgData name="Aswathy Mohan" userId="8ec7b060-ec9d-4a76-a81c-f80212d9386c" providerId="ADAL" clId="{A2D8F3F3-AB79-5800-97AF-2AFE679C11CA}" dt="2026-09-30T06:39:45.898" v="423" actId="1036"/>
          <ac:spMkLst>
            <pc:docMk/>
            <pc:sldMk cId="471923091" sldId="260"/>
            <ac:spMk id="3" creationId="{FCD01B0C-0EB6-4A23-BD51-31BFB1D014C7}"/>
          </ac:spMkLst>
        </pc:spChg>
        <pc:spChg chg="del">
          <ac:chgData name="Aswathy Mohan" userId="8ec7b060-ec9d-4a76-a81c-f80212d9386c" providerId="ADAL" clId="{A2D8F3F3-AB79-5800-97AF-2AFE679C11CA}" dt="2026-09-30T06:29:31.498" v="64" actId="478"/>
          <ac:spMkLst>
            <pc:docMk/>
            <pc:sldMk cId="471923091" sldId="260"/>
            <ac:spMk id="4" creationId="{48E77E59-FEAD-4817-9B30-54D2FB9322C9}"/>
          </ac:spMkLst>
        </pc:spChg>
        <pc:spChg chg="del">
          <ac:chgData name="Aswathy Mohan" userId="8ec7b060-ec9d-4a76-a81c-f80212d9386c" providerId="ADAL" clId="{A2D8F3F3-AB79-5800-97AF-2AFE679C11CA}" dt="2026-09-30T06:29:31.498" v="64" actId="478"/>
          <ac:spMkLst>
            <pc:docMk/>
            <pc:sldMk cId="471923091" sldId="260"/>
            <ac:spMk id="5" creationId="{75578C06-70E4-44EB-BFFB-EDD2C13E4FE2}"/>
          </ac:spMkLst>
        </pc:spChg>
        <pc:spChg chg="del">
          <ac:chgData name="Aswathy Mohan" userId="8ec7b060-ec9d-4a76-a81c-f80212d9386c" providerId="ADAL" clId="{A2D8F3F3-AB79-5800-97AF-2AFE679C11CA}" dt="2026-09-30T06:29:31.498" v="64" actId="478"/>
          <ac:spMkLst>
            <pc:docMk/>
            <pc:sldMk cId="471923091" sldId="260"/>
            <ac:spMk id="6" creationId="{31507492-19BB-496F-A5B6-6E895AA2C729}"/>
          </ac:spMkLst>
        </pc:spChg>
        <pc:spChg chg="mod">
          <ac:chgData name="Aswathy Mohan" userId="8ec7b060-ec9d-4a76-a81c-f80212d9386c" providerId="ADAL" clId="{A2D8F3F3-AB79-5800-97AF-2AFE679C11CA}" dt="2026-09-30T06:45:46.878" v="457" actId="1076"/>
          <ac:spMkLst>
            <pc:docMk/>
            <pc:sldMk cId="471923091" sldId="260"/>
            <ac:spMk id="7" creationId="{0247E71E-F4E6-45FB-BD7D-5F7B7FB719EB}"/>
          </ac:spMkLst>
        </pc:spChg>
        <pc:spChg chg="mod">
          <ac:chgData name="Aswathy Mohan" userId="8ec7b060-ec9d-4a76-a81c-f80212d9386c" providerId="ADAL" clId="{A2D8F3F3-AB79-5800-97AF-2AFE679C11CA}" dt="2026-09-30T06:45:22.742" v="454" actId="255"/>
          <ac:spMkLst>
            <pc:docMk/>
            <pc:sldMk cId="471923091" sldId="260"/>
            <ac:spMk id="8" creationId="{1003E54B-6112-4BC5-BEA5-0FA6EEEE642C}"/>
          </ac:spMkLst>
        </pc:spChg>
        <pc:spChg chg="mod">
          <ac:chgData name="Aswathy Mohan" userId="8ec7b060-ec9d-4a76-a81c-f80212d9386c" providerId="ADAL" clId="{A2D8F3F3-AB79-5800-97AF-2AFE679C11CA}" dt="2026-09-30T06:45:22.742" v="454" actId="255"/>
          <ac:spMkLst>
            <pc:docMk/>
            <pc:sldMk cId="471923091" sldId="260"/>
            <ac:spMk id="9" creationId="{DF87DC8B-8339-4601-8778-E7A313BDD942}"/>
          </ac:spMkLst>
        </pc:spChg>
        <pc:spChg chg="mod">
          <ac:chgData name="Aswathy Mohan" userId="8ec7b060-ec9d-4a76-a81c-f80212d9386c" providerId="ADAL" clId="{A2D8F3F3-AB79-5800-97AF-2AFE679C11CA}" dt="2026-09-30T06:45:39.711" v="455" actId="255"/>
          <ac:spMkLst>
            <pc:docMk/>
            <pc:sldMk cId="471923091" sldId="260"/>
            <ac:spMk id="10" creationId="{B52A6E3A-9D0E-4C81-9B1E-887DE5F97BBC}"/>
          </ac:spMkLst>
        </pc:spChg>
        <pc:spChg chg="mod">
          <ac:chgData name="Aswathy Mohan" userId="8ec7b060-ec9d-4a76-a81c-f80212d9386c" providerId="ADAL" clId="{A2D8F3F3-AB79-5800-97AF-2AFE679C11CA}" dt="2026-09-30T06:45:22.742" v="454" actId="255"/>
          <ac:spMkLst>
            <pc:docMk/>
            <pc:sldMk cId="471923091" sldId="260"/>
            <ac:spMk id="11" creationId="{40FC781B-329F-4524-83D2-822544CCBC6E}"/>
          </ac:spMkLst>
        </pc:spChg>
        <pc:spChg chg="mod">
          <ac:chgData name="Aswathy Mohan" userId="8ec7b060-ec9d-4a76-a81c-f80212d9386c" providerId="ADAL" clId="{A2D8F3F3-AB79-5800-97AF-2AFE679C11CA}" dt="2026-09-30T06:45:22.742" v="454" actId="255"/>
          <ac:spMkLst>
            <pc:docMk/>
            <pc:sldMk cId="471923091" sldId="260"/>
            <ac:spMk id="12" creationId="{295DEAB8-7324-460C-A100-3873B60F2517}"/>
          </ac:spMkLst>
        </pc:spChg>
        <pc:spChg chg="mod">
          <ac:chgData name="Aswathy Mohan" userId="8ec7b060-ec9d-4a76-a81c-f80212d9386c" providerId="ADAL" clId="{A2D8F3F3-AB79-5800-97AF-2AFE679C11CA}" dt="2026-09-30T06:45:22.742" v="454" actId="255"/>
          <ac:spMkLst>
            <pc:docMk/>
            <pc:sldMk cId="471923091" sldId="260"/>
            <ac:spMk id="13" creationId="{9ABA0275-9109-43B6-9595-67C619A30F6C}"/>
          </ac:spMkLst>
        </pc:spChg>
        <pc:spChg chg="mod">
          <ac:chgData name="Aswathy Mohan" userId="8ec7b060-ec9d-4a76-a81c-f80212d9386c" providerId="ADAL" clId="{A2D8F3F3-AB79-5800-97AF-2AFE679C11CA}" dt="2026-09-30T06:45:22.742" v="454" actId="255"/>
          <ac:spMkLst>
            <pc:docMk/>
            <pc:sldMk cId="471923091" sldId="260"/>
            <ac:spMk id="14" creationId="{7DB73579-6780-4851-B6B6-4CB63356BEAF}"/>
          </ac:spMkLst>
        </pc:spChg>
        <pc:spChg chg="mod">
          <ac:chgData name="Aswathy Mohan" userId="8ec7b060-ec9d-4a76-a81c-f80212d9386c" providerId="ADAL" clId="{A2D8F3F3-AB79-5800-97AF-2AFE679C11CA}" dt="2026-09-30T06:45:22.742" v="454" actId="255"/>
          <ac:spMkLst>
            <pc:docMk/>
            <pc:sldMk cId="471923091" sldId="260"/>
            <ac:spMk id="15" creationId="{CC633388-0DD0-4116-934E-3A4551A4EEC9}"/>
          </ac:spMkLst>
        </pc:spChg>
        <pc:spChg chg="mod">
          <ac:chgData name="Aswathy Mohan" userId="8ec7b060-ec9d-4a76-a81c-f80212d9386c" providerId="ADAL" clId="{A2D8F3F3-AB79-5800-97AF-2AFE679C11CA}" dt="2026-09-30T06:45:22.742" v="454" actId="255"/>
          <ac:spMkLst>
            <pc:docMk/>
            <pc:sldMk cId="471923091" sldId="260"/>
            <ac:spMk id="16" creationId="{98976C6F-BB4B-4297-8BE4-EF5054E9DAE4}"/>
          </ac:spMkLst>
        </pc:spChg>
        <pc:spChg chg="mod">
          <ac:chgData name="Aswathy Mohan" userId="8ec7b060-ec9d-4a76-a81c-f80212d9386c" providerId="ADAL" clId="{A2D8F3F3-AB79-5800-97AF-2AFE679C11CA}" dt="2026-09-30T06:45:22.742" v="454" actId="255"/>
          <ac:spMkLst>
            <pc:docMk/>
            <pc:sldMk cId="471923091" sldId="260"/>
            <ac:spMk id="17" creationId="{572D73EA-68A0-480C-B8FC-06ECA8DABC23}"/>
          </ac:spMkLst>
        </pc:spChg>
        <pc:spChg chg="mod">
          <ac:chgData name="Aswathy Mohan" userId="8ec7b060-ec9d-4a76-a81c-f80212d9386c" providerId="ADAL" clId="{A2D8F3F3-AB79-5800-97AF-2AFE679C11CA}" dt="2026-09-30T06:45:22.742" v="454" actId="255"/>
          <ac:spMkLst>
            <pc:docMk/>
            <pc:sldMk cId="471923091" sldId="260"/>
            <ac:spMk id="18" creationId="{4CDB4C79-CF1A-4AD9-B0D0-D9836272E61E}"/>
          </ac:spMkLst>
        </pc:spChg>
        <pc:spChg chg="mod">
          <ac:chgData name="Aswathy Mohan" userId="8ec7b060-ec9d-4a76-a81c-f80212d9386c" providerId="ADAL" clId="{A2D8F3F3-AB79-5800-97AF-2AFE679C11CA}" dt="2026-09-30T06:33:59.648" v="298" actId="1076"/>
          <ac:spMkLst>
            <pc:docMk/>
            <pc:sldMk cId="471923091" sldId="260"/>
            <ac:spMk id="19" creationId="{48D2D3E5-F819-486E-923F-0A8571381E53}"/>
          </ac:spMkLst>
        </pc:spChg>
        <pc:spChg chg="add del mod">
          <ac:chgData name="Aswathy Mohan" userId="8ec7b060-ec9d-4a76-a81c-f80212d9386c" providerId="ADAL" clId="{A2D8F3F3-AB79-5800-97AF-2AFE679C11CA}" dt="2026-09-30T06:35:33.982" v="326" actId="478"/>
          <ac:spMkLst>
            <pc:docMk/>
            <pc:sldMk cId="471923091" sldId="260"/>
            <ac:spMk id="21" creationId="{659BF08A-0083-B088-9522-D28DD7FB9C2F}"/>
          </ac:spMkLst>
        </pc:spChg>
        <pc:spChg chg="add mod">
          <ac:chgData name="Aswathy Mohan" userId="8ec7b060-ec9d-4a76-a81c-f80212d9386c" providerId="ADAL" clId="{A2D8F3F3-AB79-5800-97AF-2AFE679C11CA}" dt="2026-09-30T06:35:29.711" v="322" actId="571"/>
          <ac:spMkLst>
            <pc:docMk/>
            <pc:sldMk cId="471923091" sldId="260"/>
            <ac:spMk id="22" creationId="{34097526-E31E-A85B-05BA-C8C05D07CFBA}"/>
          </ac:spMkLst>
        </pc:spChg>
        <pc:spChg chg="add del mod">
          <ac:chgData name="Aswathy Mohan" userId="8ec7b060-ec9d-4a76-a81c-f80212d9386c" providerId="ADAL" clId="{A2D8F3F3-AB79-5800-97AF-2AFE679C11CA}" dt="2026-09-30T06:35:31.907" v="325"/>
          <ac:spMkLst>
            <pc:docMk/>
            <pc:sldMk cId="471923091" sldId="260"/>
            <ac:spMk id="23" creationId="{264BC65D-B77C-8691-AE2C-60AFC514ABDB}"/>
          </ac:spMkLst>
        </pc:spChg>
        <pc:spChg chg="add mod">
          <ac:chgData name="Aswathy Mohan" userId="8ec7b060-ec9d-4a76-a81c-f80212d9386c" providerId="ADAL" clId="{A2D8F3F3-AB79-5800-97AF-2AFE679C11CA}" dt="2026-09-30T06:36:54.764" v="393" actId="1038"/>
          <ac:spMkLst>
            <pc:docMk/>
            <pc:sldMk cId="471923091" sldId="260"/>
            <ac:spMk id="24" creationId="{87477633-7C95-7927-4E8E-5A39AF1F7978}"/>
          </ac:spMkLst>
        </pc:spChg>
        <pc:spChg chg="add mod">
          <ac:chgData name="Aswathy Mohan" userId="8ec7b060-ec9d-4a76-a81c-f80212d9386c" providerId="ADAL" clId="{A2D8F3F3-AB79-5800-97AF-2AFE679C11CA}" dt="2026-09-30T06:36:54.764" v="393" actId="1038"/>
          <ac:spMkLst>
            <pc:docMk/>
            <pc:sldMk cId="471923091" sldId="260"/>
            <ac:spMk id="25" creationId="{FED5BE8A-489E-8F5E-5607-53873A17A50A}"/>
          </ac:spMkLst>
        </pc:spChg>
        <pc:spChg chg="add mod">
          <ac:chgData name="Aswathy Mohan" userId="8ec7b060-ec9d-4a76-a81c-f80212d9386c" providerId="ADAL" clId="{A2D8F3F3-AB79-5800-97AF-2AFE679C11CA}" dt="2026-09-30T06:36:54.764" v="393" actId="1038"/>
          <ac:spMkLst>
            <pc:docMk/>
            <pc:sldMk cId="471923091" sldId="260"/>
            <ac:spMk id="26" creationId="{D3002F19-9F69-6C72-3554-EBD3DCEF8250}"/>
          </ac:spMkLst>
        </pc:spChg>
        <pc:spChg chg="add mod">
          <ac:chgData name="Aswathy Mohan" userId="8ec7b060-ec9d-4a76-a81c-f80212d9386c" providerId="ADAL" clId="{A2D8F3F3-AB79-5800-97AF-2AFE679C11CA}" dt="2026-09-30T06:36:54.764" v="393" actId="1038"/>
          <ac:spMkLst>
            <pc:docMk/>
            <pc:sldMk cId="471923091" sldId="260"/>
            <ac:spMk id="27" creationId="{7D7EDCC6-A1D4-1F9D-43E5-03AAB8BE492A}"/>
          </ac:spMkLst>
        </pc:spChg>
        <pc:spChg chg="add mod">
          <ac:chgData name="Aswathy Mohan" userId="8ec7b060-ec9d-4a76-a81c-f80212d9386c" providerId="ADAL" clId="{A2D8F3F3-AB79-5800-97AF-2AFE679C11CA}" dt="2026-09-30T06:36:54.764" v="393" actId="1038"/>
          <ac:spMkLst>
            <pc:docMk/>
            <pc:sldMk cId="471923091" sldId="260"/>
            <ac:spMk id="28" creationId="{D285D83A-EB94-351C-5680-00A29FFDB71D}"/>
          </ac:spMkLst>
        </pc:spChg>
        <pc:spChg chg="add mod">
          <ac:chgData name="Aswathy Mohan" userId="8ec7b060-ec9d-4a76-a81c-f80212d9386c" providerId="ADAL" clId="{A2D8F3F3-AB79-5800-97AF-2AFE679C11CA}" dt="2026-09-30T06:36:54.764" v="393" actId="1038"/>
          <ac:spMkLst>
            <pc:docMk/>
            <pc:sldMk cId="471923091" sldId="260"/>
            <ac:spMk id="29" creationId="{A16E1FA7-CE00-D264-0F97-72D1606BF18D}"/>
          </ac:spMkLst>
        </pc:spChg>
        <pc:spChg chg="add mod">
          <ac:chgData name="Aswathy Mohan" userId="8ec7b060-ec9d-4a76-a81c-f80212d9386c" providerId="ADAL" clId="{A2D8F3F3-AB79-5800-97AF-2AFE679C11CA}" dt="2026-09-30T06:36:54.764" v="393" actId="1038"/>
          <ac:spMkLst>
            <pc:docMk/>
            <pc:sldMk cId="471923091" sldId="260"/>
            <ac:spMk id="31" creationId="{55CE1480-876A-171D-97E0-393EBBD914E2}"/>
          </ac:spMkLst>
        </pc:spChg>
        <pc:spChg chg="add mod">
          <ac:chgData name="Aswathy Mohan" userId="8ec7b060-ec9d-4a76-a81c-f80212d9386c" providerId="ADAL" clId="{A2D8F3F3-AB79-5800-97AF-2AFE679C11CA}" dt="2026-09-30T06:36:54.764" v="393" actId="1038"/>
          <ac:spMkLst>
            <pc:docMk/>
            <pc:sldMk cId="471923091" sldId="260"/>
            <ac:spMk id="33" creationId="{318AF885-1CFF-FBFC-59B2-CC20B33E98F4}"/>
          </ac:spMkLst>
        </pc:spChg>
        <pc:spChg chg="add mod">
          <ac:chgData name="Aswathy Mohan" userId="8ec7b060-ec9d-4a76-a81c-f80212d9386c" providerId="ADAL" clId="{A2D8F3F3-AB79-5800-97AF-2AFE679C11CA}" dt="2026-09-30T06:36:54.764" v="393" actId="1038"/>
          <ac:spMkLst>
            <pc:docMk/>
            <pc:sldMk cId="471923091" sldId="260"/>
            <ac:spMk id="34" creationId="{D62A8343-DF94-4374-2647-5C4C8FD4BD59}"/>
          </ac:spMkLst>
        </pc:spChg>
        <pc:spChg chg="add mod">
          <ac:chgData name="Aswathy Mohan" userId="8ec7b060-ec9d-4a76-a81c-f80212d9386c" providerId="ADAL" clId="{A2D8F3F3-AB79-5800-97AF-2AFE679C11CA}" dt="2026-09-30T06:36:54.764" v="393" actId="1038"/>
          <ac:spMkLst>
            <pc:docMk/>
            <pc:sldMk cId="471923091" sldId="260"/>
            <ac:spMk id="35" creationId="{BEBC3FE3-0809-DD73-5D10-25A57F85DB2B}"/>
          </ac:spMkLst>
        </pc:spChg>
        <pc:spChg chg="add mod">
          <ac:chgData name="Aswathy Mohan" userId="8ec7b060-ec9d-4a76-a81c-f80212d9386c" providerId="ADAL" clId="{A2D8F3F3-AB79-5800-97AF-2AFE679C11CA}" dt="2026-09-30T06:37:11.866" v="395" actId="1076"/>
          <ac:spMkLst>
            <pc:docMk/>
            <pc:sldMk cId="471923091" sldId="260"/>
            <ac:spMk id="36" creationId="{05CD6E5E-00A5-A1B4-85FB-E5A40C20C273}"/>
          </ac:spMkLst>
        </pc:spChg>
        <pc:spChg chg="add mod">
          <ac:chgData name="Aswathy Mohan" userId="8ec7b060-ec9d-4a76-a81c-f80212d9386c" providerId="ADAL" clId="{A2D8F3F3-AB79-5800-97AF-2AFE679C11CA}" dt="2026-09-30T06:52:18.729" v="524"/>
          <ac:spMkLst>
            <pc:docMk/>
            <pc:sldMk cId="471923091" sldId="260"/>
            <ac:spMk id="37" creationId="{D36E13DA-90E0-C579-CEC2-C6AC39608596}"/>
          </ac:spMkLst>
        </pc:spChg>
      </pc:sldChg>
      <pc:sldChg chg="addSp modSp del mod">
        <pc:chgData name="Aswathy Mohan" userId="8ec7b060-ec9d-4a76-a81c-f80212d9386c" providerId="ADAL" clId="{A2D8F3F3-AB79-5800-97AF-2AFE679C11CA}" dt="2026-09-30T06:34:06.175" v="299" actId="2696"/>
        <pc:sldMkLst>
          <pc:docMk/>
          <pc:sldMk cId="4119296768" sldId="261"/>
        </pc:sldMkLst>
        <pc:spChg chg="add mod">
          <ac:chgData name="Aswathy Mohan" userId="8ec7b060-ec9d-4a76-a81c-f80212d9386c" providerId="ADAL" clId="{A2D8F3F3-AB79-5800-97AF-2AFE679C11CA}" dt="2026-09-30T06:22:27.550" v="44"/>
          <ac:spMkLst>
            <pc:docMk/>
            <pc:sldMk cId="4119296768" sldId="261"/>
            <ac:spMk id="2" creationId="{24BEE1FB-26C9-23B4-5E21-86147643DDA5}"/>
          </ac:spMkLst>
        </pc:spChg>
        <pc:spChg chg="mod">
          <ac:chgData name="Aswathy Mohan" userId="8ec7b060-ec9d-4a76-a81c-f80212d9386c" providerId="ADAL" clId="{A2D8F3F3-AB79-5800-97AF-2AFE679C11CA}" dt="2026-09-30T06:22:33.745" v="48" actId="1076"/>
          <ac:spMkLst>
            <pc:docMk/>
            <pc:sldMk cId="4119296768" sldId="261"/>
            <ac:spMk id="3" creationId="{F89D229E-1425-A27F-DF98-B891662739AD}"/>
          </ac:spMkLst>
        </pc:spChg>
      </pc:sldChg>
      <pc:sldChg chg="addSp delSp modSp mod">
        <pc:chgData name="Aswathy Mohan" userId="8ec7b060-ec9d-4a76-a81c-f80212d9386c" providerId="ADAL" clId="{A2D8F3F3-AB79-5800-97AF-2AFE679C11CA}" dt="2026-09-30T06:52:18.729" v="524"/>
        <pc:sldMkLst>
          <pc:docMk/>
          <pc:sldMk cId="1863574918" sldId="262"/>
        </pc:sldMkLst>
        <pc:spChg chg="mod">
          <ac:chgData name="Aswathy Mohan" userId="8ec7b060-ec9d-4a76-a81c-f80212d9386c" providerId="ADAL" clId="{A2D8F3F3-AB79-5800-97AF-2AFE679C11CA}" dt="2026-09-30T06:38:18.031" v="420" actId="255"/>
          <ac:spMkLst>
            <pc:docMk/>
            <pc:sldMk cId="1863574918" sldId="262"/>
            <ac:spMk id="2" creationId="{0A600ACC-DF97-4475-A3BB-2C0999D674AC}"/>
          </ac:spMkLst>
        </pc:spChg>
        <pc:spChg chg="mod">
          <ac:chgData name="Aswathy Mohan" userId="8ec7b060-ec9d-4a76-a81c-f80212d9386c" providerId="ADAL" clId="{A2D8F3F3-AB79-5800-97AF-2AFE679C11CA}" dt="2026-09-30T06:38:10.459" v="419" actId="20577"/>
          <ac:spMkLst>
            <pc:docMk/>
            <pc:sldMk cId="1863574918" sldId="262"/>
            <ac:spMk id="3" creationId="{8E5B8798-153A-4E44-8A4D-C7073974ABD3}"/>
          </ac:spMkLst>
        </pc:spChg>
        <pc:spChg chg="del">
          <ac:chgData name="Aswathy Mohan" userId="8ec7b060-ec9d-4a76-a81c-f80212d9386c" providerId="ADAL" clId="{A2D8F3F3-AB79-5800-97AF-2AFE679C11CA}" dt="2026-09-30T06:41:07.999" v="433" actId="478"/>
          <ac:spMkLst>
            <pc:docMk/>
            <pc:sldMk cId="1863574918" sldId="262"/>
            <ac:spMk id="4" creationId="{06475CA4-08B7-44F9-98C2-E69166EE14BE}"/>
          </ac:spMkLst>
        </pc:spChg>
        <pc:spChg chg="del">
          <ac:chgData name="Aswathy Mohan" userId="8ec7b060-ec9d-4a76-a81c-f80212d9386c" providerId="ADAL" clId="{A2D8F3F3-AB79-5800-97AF-2AFE679C11CA}" dt="2026-09-30T06:41:07.999" v="433" actId="478"/>
          <ac:spMkLst>
            <pc:docMk/>
            <pc:sldMk cId="1863574918" sldId="262"/>
            <ac:spMk id="5" creationId="{498FDB1C-3A7B-4E07-B83E-242CD8665060}"/>
          </ac:spMkLst>
        </pc:spChg>
        <pc:spChg chg="del mod">
          <ac:chgData name="Aswathy Mohan" userId="8ec7b060-ec9d-4a76-a81c-f80212d9386c" providerId="ADAL" clId="{A2D8F3F3-AB79-5800-97AF-2AFE679C11CA}" dt="2026-09-30T06:41:03.872" v="432" actId="478"/>
          <ac:spMkLst>
            <pc:docMk/>
            <pc:sldMk cId="1863574918" sldId="262"/>
            <ac:spMk id="6" creationId="{197E63EF-E273-46A7-B8C0-7B7870FC4C0A}"/>
          </ac:spMkLst>
        </pc:spChg>
        <pc:spChg chg="add mod">
          <ac:chgData name="Aswathy Mohan" userId="8ec7b060-ec9d-4a76-a81c-f80212d9386c" providerId="ADAL" clId="{A2D8F3F3-AB79-5800-97AF-2AFE679C11CA}" dt="2026-09-30T06:52:18.729" v="524"/>
          <ac:spMkLst>
            <pc:docMk/>
            <pc:sldMk cId="1863574918" sldId="262"/>
            <ac:spMk id="31" creationId="{2D34C624-8566-C2BF-1CA6-82538213ECC6}"/>
          </ac:spMkLst>
        </pc:spChg>
      </pc:sldChg>
      <pc:sldChg chg="modSp del mod">
        <pc:chgData name="Aswathy Mohan" userId="8ec7b060-ec9d-4a76-a81c-f80212d9386c" providerId="ADAL" clId="{A2D8F3F3-AB79-5800-97AF-2AFE679C11CA}" dt="2026-09-30T06:38:24.711" v="421" actId="2696"/>
        <pc:sldMkLst>
          <pc:docMk/>
          <pc:sldMk cId="1759335991" sldId="263"/>
        </pc:sldMkLst>
        <pc:spChg chg="mod">
          <ac:chgData name="Aswathy Mohan" userId="8ec7b060-ec9d-4a76-a81c-f80212d9386c" providerId="ADAL" clId="{A2D8F3F3-AB79-5800-97AF-2AFE679C11CA}" dt="2026-09-30T06:35:51.705" v="329" actId="14100"/>
          <ac:spMkLst>
            <pc:docMk/>
            <pc:sldMk cId="1759335991" sldId="263"/>
            <ac:spMk id="7" creationId="{920F1DF9-2D57-4CFE-8DCF-08452387B149}"/>
          </ac:spMkLst>
        </pc:spChg>
        <pc:spChg chg="mod">
          <ac:chgData name="Aswathy Mohan" userId="8ec7b060-ec9d-4a76-a81c-f80212d9386c" providerId="ADAL" clId="{A2D8F3F3-AB79-5800-97AF-2AFE679C11CA}" dt="2026-09-30T06:36:26.186" v="337" actId="14100"/>
          <ac:spMkLst>
            <pc:docMk/>
            <pc:sldMk cId="1759335991" sldId="263"/>
            <ac:spMk id="8" creationId="{71671123-8A72-43FA-A606-CB78258EFEF1}"/>
          </ac:spMkLst>
        </pc:spChg>
        <pc:spChg chg="mod">
          <ac:chgData name="Aswathy Mohan" userId="8ec7b060-ec9d-4a76-a81c-f80212d9386c" providerId="ADAL" clId="{A2D8F3F3-AB79-5800-97AF-2AFE679C11CA}" dt="2026-09-30T06:35:48.602" v="328" actId="14100"/>
          <ac:spMkLst>
            <pc:docMk/>
            <pc:sldMk cId="1759335991" sldId="263"/>
            <ac:spMk id="10" creationId="{CE9E50A8-2C08-407A-A752-161608987B7E}"/>
          </ac:spMkLst>
        </pc:spChg>
        <pc:spChg chg="mod">
          <ac:chgData name="Aswathy Mohan" userId="8ec7b060-ec9d-4a76-a81c-f80212d9386c" providerId="ADAL" clId="{A2D8F3F3-AB79-5800-97AF-2AFE679C11CA}" dt="2026-09-30T06:35:54.855" v="330" actId="14100"/>
          <ac:spMkLst>
            <pc:docMk/>
            <pc:sldMk cId="1759335991" sldId="263"/>
            <ac:spMk id="11" creationId="{3F76B4B4-75D6-4AC4-A766-926A72F9F96A}"/>
          </ac:spMkLst>
        </pc:spChg>
        <pc:spChg chg="mod">
          <ac:chgData name="Aswathy Mohan" userId="8ec7b060-ec9d-4a76-a81c-f80212d9386c" providerId="ADAL" clId="{A2D8F3F3-AB79-5800-97AF-2AFE679C11CA}" dt="2026-09-30T06:36:30.285" v="338" actId="14100"/>
          <ac:spMkLst>
            <pc:docMk/>
            <pc:sldMk cId="1759335991" sldId="263"/>
            <ac:spMk id="12" creationId="{45C55F00-524F-4B48-805E-729D1FE15152}"/>
          </ac:spMkLst>
        </pc:spChg>
        <pc:spChg chg="mod">
          <ac:chgData name="Aswathy Mohan" userId="8ec7b060-ec9d-4a76-a81c-f80212d9386c" providerId="ADAL" clId="{A2D8F3F3-AB79-5800-97AF-2AFE679C11CA}" dt="2026-09-30T06:35:59.873" v="331" actId="14100"/>
          <ac:spMkLst>
            <pc:docMk/>
            <pc:sldMk cId="1759335991" sldId="263"/>
            <ac:spMk id="14" creationId="{A7770DC0-D2C7-4C99-AA1B-3DC28E2356A6}"/>
          </ac:spMkLst>
        </pc:spChg>
        <pc:spChg chg="mod">
          <ac:chgData name="Aswathy Mohan" userId="8ec7b060-ec9d-4a76-a81c-f80212d9386c" providerId="ADAL" clId="{A2D8F3F3-AB79-5800-97AF-2AFE679C11CA}" dt="2026-09-30T06:36:13.632" v="334" actId="14100"/>
          <ac:spMkLst>
            <pc:docMk/>
            <pc:sldMk cId="1759335991" sldId="263"/>
            <ac:spMk id="15" creationId="{32D9D0D5-5964-41C4-A58A-D9E7D2B2D2FC}"/>
          </ac:spMkLst>
        </pc:spChg>
        <pc:spChg chg="mod">
          <ac:chgData name="Aswathy Mohan" userId="8ec7b060-ec9d-4a76-a81c-f80212d9386c" providerId="ADAL" clId="{A2D8F3F3-AB79-5800-97AF-2AFE679C11CA}" dt="2026-09-30T06:36:33.730" v="339" actId="14100"/>
          <ac:spMkLst>
            <pc:docMk/>
            <pc:sldMk cId="1759335991" sldId="263"/>
            <ac:spMk id="16" creationId="{A6A0B471-47D6-425D-861C-2B2BAFF421F4}"/>
          </ac:spMkLst>
        </pc:spChg>
        <pc:spChg chg="mod">
          <ac:chgData name="Aswathy Mohan" userId="8ec7b060-ec9d-4a76-a81c-f80212d9386c" providerId="ADAL" clId="{A2D8F3F3-AB79-5800-97AF-2AFE679C11CA}" dt="2026-09-30T06:36:10.726" v="333" actId="14100"/>
          <ac:spMkLst>
            <pc:docMk/>
            <pc:sldMk cId="1759335991" sldId="263"/>
            <ac:spMk id="18" creationId="{C4424607-A8A8-49FD-AF7B-0E5CBAA49A8B}"/>
          </ac:spMkLst>
        </pc:spChg>
      </pc:sldChg>
      <pc:sldChg chg="addSp delSp modSp mod ord">
        <pc:chgData name="Aswathy Mohan" userId="8ec7b060-ec9d-4a76-a81c-f80212d9386c" providerId="ADAL" clId="{A2D8F3F3-AB79-5800-97AF-2AFE679C11CA}" dt="2026-09-30T06:52:18.729" v="524"/>
        <pc:sldMkLst>
          <pc:docMk/>
          <pc:sldMk cId="434956348" sldId="264"/>
        </pc:sldMkLst>
        <pc:spChg chg="mod">
          <ac:chgData name="Aswathy Mohan" userId="8ec7b060-ec9d-4a76-a81c-f80212d9386c" providerId="ADAL" clId="{A2D8F3F3-AB79-5800-97AF-2AFE679C11CA}" dt="2026-09-30T06:45:58.815" v="459" actId="255"/>
          <ac:spMkLst>
            <pc:docMk/>
            <pc:sldMk cId="434956348" sldId="264"/>
            <ac:spMk id="2" creationId="{AE0F1981-5F48-4339-9342-29B0E8ACCBD6}"/>
          </ac:spMkLst>
        </pc:spChg>
        <pc:spChg chg="del">
          <ac:chgData name="Aswathy Mohan" userId="8ec7b060-ec9d-4a76-a81c-f80212d9386c" providerId="ADAL" clId="{A2D8F3F3-AB79-5800-97AF-2AFE679C11CA}" dt="2026-09-30T06:40:37.579" v="427" actId="478"/>
          <ac:spMkLst>
            <pc:docMk/>
            <pc:sldMk cId="434956348" sldId="264"/>
            <ac:spMk id="4" creationId="{78CBAB46-B892-40E1-B238-A54914DFA6F9}"/>
          </ac:spMkLst>
        </pc:spChg>
        <pc:spChg chg="del">
          <ac:chgData name="Aswathy Mohan" userId="8ec7b060-ec9d-4a76-a81c-f80212d9386c" providerId="ADAL" clId="{A2D8F3F3-AB79-5800-97AF-2AFE679C11CA}" dt="2026-09-30T06:40:37.579" v="427" actId="478"/>
          <ac:spMkLst>
            <pc:docMk/>
            <pc:sldMk cId="434956348" sldId="264"/>
            <ac:spMk id="5" creationId="{91A4E552-9B1C-40E8-A5E3-A3DACD9204D8}"/>
          </ac:spMkLst>
        </pc:spChg>
        <pc:spChg chg="del">
          <ac:chgData name="Aswathy Mohan" userId="8ec7b060-ec9d-4a76-a81c-f80212d9386c" providerId="ADAL" clId="{A2D8F3F3-AB79-5800-97AF-2AFE679C11CA}" dt="2026-09-30T06:40:37.579" v="427" actId="478"/>
          <ac:spMkLst>
            <pc:docMk/>
            <pc:sldMk cId="434956348" sldId="264"/>
            <ac:spMk id="6" creationId="{3DA2A191-DB9C-4839-ACAB-C051DA8197F7}"/>
          </ac:spMkLst>
        </pc:spChg>
        <pc:spChg chg="mod">
          <ac:chgData name="Aswathy Mohan" userId="8ec7b060-ec9d-4a76-a81c-f80212d9386c" providerId="ADAL" clId="{A2D8F3F3-AB79-5800-97AF-2AFE679C11CA}" dt="2026-09-30T06:22:34.403" v="51" actId="27636"/>
          <ac:spMkLst>
            <pc:docMk/>
            <pc:sldMk cId="434956348" sldId="264"/>
            <ac:spMk id="32" creationId="{AAB38AE5-954F-4A93-8B4C-673CDE04C81E}"/>
          </ac:spMkLst>
        </pc:spChg>
        <pc:spChg chg="add mod">
          <ac:chgData name="Aswathy Mohan" userId="8ec7b060-ec9d-4a76-a81c-f80212d9386c" providerId="ADAL" clId="{A2D8F3F3-AB79-5800-97AF-2AFE679C11CA}" dt="2026-09-30T06:52:18.729" v="524"/>
          <ac:spMkLst>
            <pc:docMk/>
            <pc:sldMk cId="434956348" sldId="264"/>
            <ac:spMk id="34" creationId="{E25D9EBF-1B08-7A6E-B8D6-08A8F652FF8F}"/>
          </ac:spMkLst>
        </pc:spChg>
      </pc:sldChg>
      <pc:sldChg chg="addSp delSp modSp mod ord">
        <pc:chgData name="Aswathy Mohan" userId="8ec7b060-ec9d-4a76-a81c-f80212d9386c" providerId="ADAL" clId="{A2D8F3F3-AB79-5800-97AF-2AFE679C11CA}" dt="2026-09-30T06:52:18.729" v="524"/>
        <pc:sldMkLst>
          <pc:docMk/>
          <pc:sldMk cId="1948751113" sldId="265"/>
        </pc:sldMkLst>
        <pc:spChg chg="mod">
          <ac:chgData name="Aswathy Mohan" userId="8ec7b060-ec9d-4a76-a81c-f80212d9386c" providerId="ADAL" clId="{A2D8F3F3-AB79-5800-97AF-2AFE679C11CA}" dt="2026-09-30T06:46:46.859" v="461" actId="255"/>
          <ac:spMkLst>
            <pc:docMk/>
            <pc:sldMk cId="1948751113" sldId="265"/>
            <ac:spMk id="2" creationId="{F4701DF4-0DBA-4C5B-8B0A-4A3EFE80AF6B}"/>
          </ac:spMkLst>
        </pc:spChg>
        <pc:spChg chg="del">
          <ac:chgData name="Aswathy Mohan" userId="8ec7b060-ec9d-4a76-a81c-f80212d9386c" providerId="ADAL" clId="{A2D8F3F3-AB79-5800-97AF-2AFE679C11CA}" dt="2026-09-30T06:40:44.017" v="428" actId="478"/>
          <ac:spMkLst>
            <pc:docMk/>
            <pc:sldMk cId="1948751113" sldId="265"/>
            <ac:spMk id="4" creationId="{C4FB976B-879C-4C24-B7FF-1B503BE94AE5}"/>
          </ac:spMkLst>
        </pc:spChg>
        <pc:spChg chg="del">
          <ac:chgData name="Aswathy Mohan" userId="8ec7b060-ec9d-4a76-a81c-f80212d9386c" providerId="ADAL" clId="{A2D8F3F3-AB79-5800-97AF-2AFE679C11CA}" dt="2026-09-30T06:40:44.017" v="428" actId="478"/>
          <ac:spMkLst>
            <pc:docMk/>
            <pc:sldMk cId="1948751113" sldId="265"/>
            <ac:spMk id="5" creationId="{0452CEBB-34F8-4425-965E-4F8B52655C7F}"/>
          </ac:spMkLst>
        </pc:spChg>
        <pc:spChg chg="del">
          <ac:chgData name="Aswathy Mohan" userId="8ec7b060-ec9d-4a76-a81c-f80212d9386c" providerId="ADAL" clId="{A2D8F3F3-AB79-5800-97AF-2AFE679C11CA}" dt="2026-09-30T06:40:44.017" v="428" actId="478"/>
          <ac:spMkLst>
            <pc:docMk/>
            <pc:sldMk cId="1948751113" sldId="265"/>
            <ac:spMk id="6" creationId="{77B532DE-4ECF-4A17-9287-B4CAE0A8EB59}"/>
          </ac:spMkLst>
        </pc:spChg>
        <pc:spChg chg="del">
          <ac:chgData name="Aswathy Mohan" userId="8ec7b060-ec9d-4a76-a81c-f80212d9386c" providerId="ADAL" clId="{A2D8F3F3-AB79-5800-97AF-2AFE679C11CA}" dt="2026-09-30T06:22:12.722" v="43" actId="478"/>
          <ac:spMkLst>
            <pc:docMk/>
            <pc:sldMk cId="1948751113" sldId="265"/>
            <ac:spMk id="11" creationId="{1ED1E17E-F2C5-446E-8C08-E7C4363C96BC}"/>
          </ac:spMkLst>
        </pc:spChg>
        <pc:spChg chg="add mod">
          <ac:chgData name="Aswathy Mohan" userId="8ec7b060-ec9d-4a76-a81c-f80212d9386c" providerId="ADAL" clId="{A2D8F3F3-AB79-5800-97AF-2AFE679C11CA}" dt="2026-09-30T06:52:18.729" v="524"/>
          <ac:spMkLst>
            <pc:docMk/>
            <pc:sldMk cId="1948751113" sldId="265"/>
            <ac:spMk id="11" creationId="{DE8A5D1C-A2BE-F405-5B7B-F8D8F9B80836}"/>
          </ac:spMkLst>
        </pc:spChg>
      </pc:sldChg>
      <pc:sldChg chg="addSp delSp modSp mod ord">
        <pc:chgData name="Aswathy Mohan" userId="8ec7b060-ec9d-4a76-a81c-f80212d9386c" providerId="ADAL" clId="{A2D8F3F3-AB79-5800-97AF-2AFE679C11CA}" dt="2026-09-30T06:52:18.729" v="524"/>
        <pc:sldMkLst>
          <pc:docMk/>
          <pc:sldMk cId="1977434415" sldId="266"/>
        </pc:sldMkLst>
        <pc:spChg chg="mod">
          <ac:chgData name="Aswathy Mohan" userId="8ec7b060-ec9d-4a76-a81c-f80212d9386c" providerId="ADAL" clId="{A2D8F3F3-AB79-5800-97AF-2AFE679C11CA}" dt="2026-09-30T06:46:55.104" v="462" actId="255"/>
          <ac:spMkLst>
            <pc:docMk/>
            <pc:sldMk cId="1977434415" sldId="266"/>
            <ac:spMk id="2" creationId="{1C4069DE-7EBB-4CC0-814D-787710D8041B}"/>
          </ac:spMkLst>
        </pc:spChg>
        <pc:spChg chg="del">
          <ac:chgData name="Aswathy Mohan" userId="8ec7b060-ec9d-4a76-a81c-f80212d9386c" providerId="ADAL" clId="{A2D8F3F3-AB79-5800-97AF-2AFE679C11CA}" dt="2026-09-30T06:40:49.644" v="429" actId="478"/>
          <ac:spMkLst>
            <pc:docMk/>
            <pc:sldMk cId="1977434415" sldId="266"/>
            <ac:spMk id="4" creationId="{7814924D-3D40-4C4F-8EC2-198400399EC4}"/>
          </ac:spMkLst>
        </pc:spChg>
        <pc:spChg chg="del">
          <ac:chgData name="Aswathy Mohan" userId="8ec7b060-ec9d-4a76-a81c-f80212d9386c" providerId="ADAL" clId="{A2D8F3F3-AB79-5800-97AF-2AFE679C11CA}" dt="2026-09-30T06:40:49.644" v="429" actId="478"/>
          <ac:spMkLst>
            <pc:docMk/>
            <pc:sldMk cId="1977434415" sldId="266"/>
            <ac:spMk id="5" creationId="{4D571178-2465-4606-8551-FB072E031195}"/>
          </ac:spMkLst>
        </pc:spChg>
        <pc:spChg chg="del">
          <ac:chgData name="Aswathy Mohan" userId="8ec7b060-ec9d-4a76-a81c-f80212d9386c" providerId="ADAL" clId="{A2D8F3F3-AB79-5800-97AF-2AFE679C11CA}" dt="2026-09-30T06:40:49.644" v="429" actId="478"/>
          <ac:spMkLst>
            <pc:docMk/>
            <pc:sldMk cId="1977434415" sldId="266"/>
            <ac:spMk id="6" creationId="{9B34B979-5949-49A8-9050-329D68B30490}"/>
          </ac:spMkLst>
        </pc:spChg>
        <pc:spChg chg="del">
          <ac:chgData name="Aswathy Mohan" userId="8ec7b060-ec9d-4a76-a81c-f80212d9386c" providerId="ADAL" clId="{A2D8F3F3-AB79-5800-97AF-2AFE679C11CA}" dt="2026-09-30T06:40:49.644" v="429" actId="478"/>
          <ac:spMkLst>
            <pc:docMk/>
            <pc:sldMk cId="1977434415" sldId="266"/>
            <ac:spMk id="9" creationId="{66DB774F-091A-4A18-8377-01F4EDB54B24}"/>
          </ac:spMkLst>
        </pc:spChg>
        <pc:spChg chg="add mod">
          <ac:chgData name="Aswathy Mohan" userId="8ec7b060-ec9d-4a76-a81c-f80212d9386c" providerId="ADAL" clId="{A2D8F3F3-AB79-5800-97AF-2AFE679C11CA}" dt="2026-09-30T06:52:18.729" v="524"/>
          <ac:spMkLst>
            <pc:docMk/>
            <pc:sldMk cId="1977434415" sldId="266"/>
            <ac:spMk id="11" creationId="{6B9A1E41-E1B3-53B0-0C9D-FE70DCA18683}"/>
          </ac:spMkLst>
        </pc:spChg>
      </pc:sldChg>
      <pc:sldChg chg="addSp delSp modSp mod ord">
        <pc:chgData name="Aswathy Mohan" userId="8ec7b060-ec9d-4a76-a81c-f80212d9386c" providerId="ADAL" clId="{A2D8F3F3-AB79-5800-97AF-2AFE679C11CA}" dt="2026-09-30T06:52:18.729" v="524"/>
        <pc:sldMkLst>
          <pc:docMk/>
          <pc:sldMk cId="212153114" sldId="267"/>
        </pc:sldMkLst>
        <pc:spChg chg="mod">
          <ac:chgData name="Aswathy Mohan" userId="8ec7b060-ec9d-4a76-a81c-f80212d9386c" providerId="ADAL" clId="{A2D8F3F3-AB79-5800-97AF-2AFE679C11CA}" dt="2026-09-30T06:47:05.480" v="463" actId="255"/>
          <ac:spMkLst>
            <pc:docMk/>
            <pc:sldMk cId="212153114" sldId="267"/>
            <ac:spMk id="2" creationId="{7A4B2F5D-E812-4B97-86AE-67C8899D5A76}"/>
          </ac:spMkLst>
        </pc:spChg>
        <pc:spChg chg="del">
          <ac:chgData name="Aswathy Mohan" userId="8ec7b060-ec9d-4a76-a81c-f80212d9386c" providerId="ADAL" clId="{A2D8F3F3-AB79-5800-97AF-2AFE679C11CA}" dt="2026-09-30T06:40:55.296" v="430" actId="478"/>
          <ac:spMkLst>
            <pc:docMk/>
            <pc:sldMk cId="212153114" sldId="267"/>
            <ac:spMk id="4" creationId="{7A85241A-FCF1-40FD-98DF-ED4693ECDCF7}"/>
          </ac:spMkLst>
        </pc:spChg>
        <pc:spChg chg="del">
          <ac:chgData name="Aswathy Mohan" userId="8ec7b060-ec9d-4a76-a81c-f80212d9386c" providerId="ADAL" clId="{A2D8F3F3-AB79-5800-97AF-2AFE679C11CA}" dt="2026-09-30T06:40:55.296" v="430" actId="478"/>
          <ac:spMkLst>
            <pc:docMk/>
            <pc:sldMk cId="212153114" sldId="267"/>
            <ac:spMk id="5" creationId="{4C6B6762-4551-46AF-8EF0-261C55222212}"/>
          </ac:spMkLst>
        </pc:spChg>
        <pc:spChg chg="del">
          <ac:chgData name="Aswathy Mohan" userId="8ec7b060-ec9d-4a76-a81c-f80212d9386c" providerId="ADAL" clId="{A2D8F3F3-AB79-5800-97AF-2AFE679C11CA}" dt="2026-09-30T06:40:55.296" v="430" actId="478"/>
          <ac:spMkLst>
            <pc:docMk/>
            <pc:sldMk cId="212153114" sldId="267"/>
            <ac:spMk id="6" creationId="{0551720E-1F78-4D44-A768-F5EFBDF06371}"/>
          </ac:spMkLst>
        </pc:spChg>
        <pc:spChg chg="mod">
          <ac:chgData name="Aswathy Mohan" userId="8ec7b060-ec9d-4a76-a81c-f80212d9386c" providerId="ADAL" clId="{A2D8F3F3-AB79-5800-97AF-2AFE679C11CA}" dt="2026-09-30T06:47:12.002" v="464" actId="255"/>
          <ac:spMkLst>
            <pc:docMk/>
            <pc:sldMk cId="212153114" sldId="267"/>
            <ac:spMk id="13" creationId="{40CEACD6-FDAC-489D-8903-C5A28E4E1B1A}"/>
          </ac:spMkLst>
        </pc:spChg>
        <pc:spChg chg="add mod">
          <ac:chgData name="Aswathy Mohan" userId="8ec7b060-ec9d-4a76-a81c-f80212d9386c" providerId="ADAL" clId="{A2D8F3F3-AB79-5800-97AF-2AFE679C11CA}" dt="2026-09-30T06:52:18.729" v="524"/>
          <ac:spMkLst>
            <pc:docMk/>
            <pc:sldMk cId="212153114" sldId="267"/>
            <ac:spMk id="15" creationId="{2006DD53-A267-3CA1-79E3-8982A02C86AF}"/>
          </ac:spMkLst>
        </pc:spChg>
      </pc:sldChg>
      <pc:sldChg chg="addSp delSp modSp mod">
        <pc:chgData name="Aswathy Mohan" userId="8ec7b060-ec9d-4a76-a81c-f80212d9386c" providerId="ADAL" clId="{A2D8F3F3-AB79-5800-97AF-2AFE679C11CA}" dt="2026-09-30T06:52:18.729" v="524"/>
        <pc:sldMkLst>
          <pc:docMk/>
          <pc:sldMk cId="780394671" sldId="268"/>
        </pc:sldMkLst>
        <pc:spChg chg="mod">
          <ac:chgData name="Aswathy Mohan" userId="8ec7b060-ec9d-4a76-a81c-f80212d9386c" providerId="ADAL" clId="{A2D8F3F3-AB79-5800-97AF-2AFE679C11CA}" dt="2026-09-30T06:48:25.908" v="465" actId="255"/>
          <ac:spMkLst>
            <pc:docMk/>
            <pc:sldMk cId="780394671" sldId="268"/>
            <ac:spMk id="2" creationId="{91DA4D7E-2DC9-4E8B-9D74-557C1F92F026}"/>
          </ac:spMkLst>
        </pc:spChg>
        <pc:spChg chg="del">
          <ac:chgData name="Aswathy Mohan" userId="8ec7b060-ec9d-4a76-a81c-f80212d9386c" providerId="ADAL" clId="{A2D8F3F3-AB79-5800-97AF-2AFE679C11CA}" dt="2026-09-30T06:41:19.580" v="434" actId="478"/>
          <ac:spMkLst>
            <pc:docMk/>
            <pc:sldMk cId="780394671" sldId="268"/>
            <ac:spMk id="4" creationId="{E6835C40-8E76-4AAB-96D9-A77ACA0802C9}"/>
          </ac:spMkLst>
        </pc:spChg>
        <pc:spChg chg="del">
          <ac:chgData name="Aswathy Mohan" userId="8ec7b060-ec9d-4a76-a81c-f80212d9386c" providerId="ADAL" clId="{A2D8F3F3-AB79-5800-97AF-2AFE679C11CA}" dt="2026-09-30T06:41:19.580" v="434" actId="478"/>
          <ac:spMkLst>
            <pc:docMk/>
            <pc:sldMk cId="780394671" sldId="268"/>
            <ac:spMk id="5" creationId="{CDE34BC0-AADF-4A15-B525-EC3BAA89E379}"/>
          </ac:spMkLst>
        </pc:spChg>
        <pc:spChg chg="del">
          <ac:chgData name="Aswathy Mohan" userId="8ec7b060-ec9d-4a76-a81c-f80212d9386c" providerId="ADAL" clId="{A2D8F3F3-AB79-5800-97AF-2AFE679C11CA}" dt="2026-09-30T06:41:19.580" v="434" actId="478"/>
          <ac:spMkLst>
            <pc:docMk/>
            <pc:sldMk cId="780394671" sldId="268"/>
            <ac:spMk id="6" creationId="{D6EC5529-83AB-4D49-9218-2DCE4747AD0F}"/>
          </ac:spMkLst>
        </pc:spChg>
        <pc:spChg chg="add mod">
          <ac:chgData name="Aswathy Mohan" userId="8ec7b060-ec9d-4a76-a81c-f80212d9386c" providerId="ADAL" clId="{A2D8F3F3-AB79-5800-97AF-2AFE679C11CA}" dt="2026-09-30T06:52:18.729" v="524"/>
          <ac:spMkLst>
            <pc:docMk/>
            <pc:sldMk cId="780394671" sldId="268"/>
            <ac:spMk id="21" creationId="{E6B6E619-AAEF-8165-6826-DFB2D5BF814E}"/>
          </ac:spMkLst>
        </pc:spChg>
      </pc:sldChg>
      <pc:sldChg chg="addSp delSp modSp mod">
        <pc:chgData name="Aswathy Mohan" userId="8ec7b060-ec9d-4a76-a81c-f80212d9386c" providerId="ADAL" clId="{A2D8F3F3-AB79-5800-97AF-2AFE679C11CA}" dt="2026-09-30T06:52:18.729" v="524"/>
        <pc:sldMkLst>
          <pc:docMk/>
          <pc:sldMk cId="845069344" sldId="269"/>
        </pc:sldMkLst>
        <pc:spChg chg="mod">
          <ac:chgData name="Aswathy Mohan" userId="8ec7b060-ec9d-4a76-a81c-f80212d9386c" providerId="ADAL" clId="{A2D8F3F3-AB79-5800-97AF-2AFE679C11CA}" dt="2026-09-30T06:48:34.406" v="466" actId="255"/>
          <ac:spMkLst>
            <pc:docMk/>
            <pc:sldMk cId="845069344" sldId="269"/>
            <ac:spMk id="2" creationId="{E375D076-A7B1-4025-AD63-26D79179BDB3}"/>
          </ac:spMkLst>
        </pc:spChg>
        <pc:spChg chg="del">
          <ac:chgData name="Aswathy Mohan" userId="8ec7b060-ec9d-4a76-a81c-f80212d9386c" providerId="ADAL" clId="{A2D8F3F3-AB79-5800-97AF-2AFE679C11CA}" dt="2026-09-30T06:41:28.655" v="435" actId="478"/>
          <ac:spMkLst>
            <pc:docMk/>
            <pc:sldMk cId="845069344" sldId="269"/>
            <ac:spMk id="4" creationId="{D72C13DE-E8E4-4FFB-8753-BECBF0D9C0E4}"/>
          </ac:spMkLst>
        </pc:spChg>
        <pc:spChg chg="del">
          <ac:chgData name="Aswathy Mohan" userId="8ec7b060-ec9d-4a76-a81c-f80212d9386c" providerId="ADAL" clId="{A2D8F3F3-AB79-5800-97AF-2AFE679C11CA}" dt="2026-09-30T06:41:28.655" v="435" actId="478"/>
          <ac:spMkLst>
            <pc:docMk/>
            <pc:sldMk cId="845069344" sldId="269"/>
            <ac:spMk id="5" creationId="{318AAD34-D205-4B71-BA80-F64CA56C39AF}"/>
          </ac:spMkLst>
        </pc:spChg>
        <pc:spChg chg="del">
          <ac:chgData name="Aswathy Mohan" userId="8ec7b060-ec9d-4a76-a81c-f80212d9386c" providerId="ADAL" clId="{A2D8F3F3-AB79-5800-97AF-2AFE679C11CA}" dt="2026-09-30T06:41:28.655" v="435" actId="478"/>
          <ac:spMkLst>
            <pc:docMk/>
            <pc:sldMk cId="845069344" sldId="269"/>
            <ac:spMk id="6" creationId="{EB48C75D-EB71-4DE1-B594-E4AA087E6CEB}"/>
          </ac:spMkLst>
        </pc:spChg>
        <pc:spChg chg="add mod">
          <ac:chgData name="Aswathy Mohan" userId="8ec7b060-ec9d-4a76-a81c-f80212d9386c" providerId="ADAL" clId="{A2D8F3F3-AB79-5800-97AF-2AFE679C11CA}" dt="2026-09-30T06:52:18.729" v="524"/>
          <ac:spMkLst>
            <pc:docMk/>
            <pc:sldMk cId="845069344" sldId="269"/>
            <ac:spMk id="35" creationId="{CA343885-3AD5-6D45-8E2C-98F5C60D530A}"/>
          </ac:spMkLst>
        </pc:spChg>
      </pc:sldChg>
      <pc:sldChg chg="addSp delSp modSp mod">
        <pc:chgData name="Aswathy Mohan" userId="8ec7b060-ec9d-4a76-a81c-f80212d9386c" providerId="ADAL" clId="{A2D8F3F3-AB79-5800-97AF-2AFE679C11CA}" dt="2026-09-30T06:52:18.729" v="524"/>
        <pc:sldMkLst>
          <pc:docMk/>
          <pc:sldMk cId="1424510607" sldId="270"/>
        </pc:sldMkLst>
        <pc:spChg chg="mod">
          <ac:chgData name="Aswathy Mohan" userId="8ec7b060-ec9d-4a76-a81c-f80212d9386c" providerId="ADAL" clId="{A2D8F3F3-AB79-5800-97AF-2AFE679C11CA}" dt="2026-09-30T06:48:44.724" v="467" actId="255"/>
          <ac:spMkLst>
            <pc:docMk/>
            <pc:sldMk cId="1424510607" sldId="270"/>
            <ac:spMk id="2" creationId="{428127DE-85E8-4CCF-ADE6-3D1F34D44CD1}"/>
          </ac:spMkLst>
        </pc:spChg>
        <pc:spChg chg="del">
          <ac:chgData name="Aswathy Mohan" userId="8ec7b060-ec9d-4a76-a81c-f80212d9386c" providerId="ADAL" clId="{A2D8F3F3-AB79-5800-97AF-2AFE679C11CA}" dt="2026-09-30T06:41:46.858" v="436" actId="478"/>
          <ac:spMkLst>
            <pc:docMk/>
            <pc:sldMk cId="1424510607" sldId="270"/>
            <ac:spMk id="4" creationId="{1E1F0310-D58A-451F-9828-76B21AF461BA}"/>
          </ac:spMkLst>
        </pc:spChg>
        <pc:spChg chg="del">
          <ac:chgData name="Aswathy Mohan" userId="8ec7b060-ec9d-4a76-a81c-f80212d9386c" providerId="ADAL" clId="{A2D8F3F3-AB79-5800-97AF-2AFE679C11CA}" dt="2026-09-30T06:41:46.858" v="436" actId="478"/>
          <ac:spMkLst>
            <pc:docMk/>
            <pc:sldMk cId="1424510607" sldId="270"/>
            <ac:spMk id="5" creationId="{35575431-C0B3-4DD8-9730-30BB3C533B89}"/>
          </ac:spMkLst>
        </pc:spChg>
        <pc:spChg chg="del">
          <ac:chgData name="Aswathy Mohan" userId="8ec7b060-ec9d-4a76-a81c-f80212d9386c" providerId="ADAL" clId="{A2D8F3F3-AB79-5800-97AF-2AFE679C11CA}" dt="2026-09-30T06:41:46.858" v="436" actId="478"/>
          <ac:spMkLst>
            <pc:docMk/>
            <pc:sldMk cId="1424510607" sldId="270"/>
            <ac:spMk id="6" creationId="{54676350-209B-4FDA-9550-C5E9F39A97FE}"/>
          </ac:spMkLst>
        </pc:spChg>
        <pc:spChg chg="add mod">
          <ac:chgData name="Aswathy Mohan" userId="8ec7b060-ec9d-4a76-a81c-f80212d9386c" providerId="ADAL" clId="{A2D8F3F3-AB79-5800-97AF-2AFE679C11CA}" dt="2026-09-30T06:52:18.729" v="524"/>
          <ac:spMkLst>
            <pc:docMk/>
            <pc:sldMk cId="1424510607" sldId="270"/>
            <ac:spMk id="13" creationId="{94422CA8-3835-C565-89B4-182CE337B09D}"/>
          </ac:spMkLst>
        </pc:spChg>
      </pc:sldChg>
      <pc:sldChg chg="addSp delSp modSp mod">
        <pc:chgData name="Aswathy Mohan" userId="8ec7b060-ec9d-4a76-a81c-f80212d9386c" providerId="ADAL" clId="{A2D8F3F3-AB79-5800-97AF-2AFE679C11CA}" dt="2026-09-30T06:52:18.729" v="524"/>
        <pc:sldMkLst>
          <pc:docMk/>
          <pc:sldMk cId="1354765676" sldId="271"/>
        </pc:sldMkLst>
        <pc:spChg chg="mod">
          <ac:chgData name="Aswathy Mohan" userId="8ec7b060-ec9d-4a76-a81c-f80212d9386c" providerId="ADAL" clId="{A2D8F3F3-AB79-5800-97AF-2AFE679C11CA}" dt="2026-09-30T06:48:54.278" v="468" actId="255"/>
          <ac:spMkLst>
            <pc:docMk/>
            <pc:sldMk cId="1354765676" sldId="271"/>
            <ac:spMk id="2" creationId="{001081B8-FBE5-4F2B-967C-DCA221F4DC60}"/>
          </ac:spMkLst>
        </pc:spChg>
        <pc:spChg chg="del">
          <ac:chgData name="Aswathy Mohan" userId="8ec7b060-ec9d-4a76-a81c-f80212d9386c" providerId="ADAL" clId="{A2D8F3F3-AB79-5800-97AF-2AFE679C11CA}" dt="2026-09-30T06:41:52.311" v="437" actId="478"/>
          <ac:spMkLst>
            <pc:docMk/>
            <pc:sldMk cId="1354765676" sldId="271"/>
            <ac:spMk id="4" creationId="{8AC1778D-4036-40AD-B061-C7E1C7797664}"/>
          </ac:spMkLst>
        </pc:spChg>
        <pc:spChg chg="del">
          <ac:chgData name="Aswathy Mohan" userId="8ec7b060-ec9d-4a76-a81c-f80212d9386c" providerId="ADAL" clId="{A2D8F3F3-AB79-5800-97AF-2AFE679C11CA}" dt="2026-09-30T06:41:52.311" v="437" actId="478"/>
          <ac:spMkLst>
            <pc:docMk/>
            <pc:sldMk cId="1354765676" sldId="271"/>
            <ac:spMk id="5" creationId="{3C0C6763-93D5-4637-AB61-4FA2416A8A32}"/>
          </ac:spMkLst>
        </pc:spChg>
        <pc:spChg chg="del">
          <ac:chgData name="Aswathy Mohan" userId="8ec7b060-ec9d-4a76-a81c-f80212d9386c" providerId="ADAL" clId="{A2D8F3F3-AB79-5800-97AF-2AFE679C11CA}" dt="2026-09-30T06:41:52.311" v="437" actId="478"/>
          <ac:spMkLst>
            <pc:docMk/>
            <pc:sldMk cId="1354765676" sldId="271"/>
            <ac:spMk id="6" creationId="{52E9DCB6-4C37-452B-8F80-3CE0BB893735}"/>
          </ac:spMkLst>
        </pc:spChg>
        <pc:spChg chg="add mod">
          <ac:chgData name="Aswathy Mohan" userId="8ec7b060-ec9d-4a76-a81c-f80212d9386c" providerId="ADAL" clId="{A2D8F3F3-AB79-5800-97AF-2AFE679C11CA}" dt="2026-09-30T06:52:18.729" v="524"/>
          <ac:spMkLst>
            <pc:docMk/>
            <pc:sldMk cId="1354765676" sldId="271"/>
            <ac:spMk id="15" creationId="{88B337B5-61E8-A1BA-73B7-A478CCB2104D}"/>
          </ac:spMkLst>
        </pc:spChg>
      </pc:sldChg>
      <pc:sldChg chg="delSp del mod">
        <pc:chgData name="Aswathy Mohan" userId="8ec7b060-ec9d-4a76-a81c-f80212d9386c" providerId="ADAL" clId="{A2D8F3F3-AB79-5800-97AF-2AFE679C11CA}" dt="2026-09-30T06:49:00.107" v="469" actId="2696"/>
        <pc:sldMkLst>
          <pc:docMk/>
          <pc:sldMk cId="1215892632" sldId="272"/>
        </pc:sldMkLst>
        <pc:spChg chg="del">
          <ac:chgData name="Aswathy Mohan" userId="8ec7b060-ec9d-4a76-a81c-f80212d9386c" providerId="ADAL" clId="{A2D8F3F3-AB79-5800-97AF-2AFE679C11CA}" dt="2026-09-30T06:41:57.902" v="438" actId="478"/>
          <ac:spMkLst>
            <pc:docMk/>
            <pc:sldMk cId="1215892632" sldId="272"/>
            <ac:spMk id="4" creationId="{03FD258E-1C33-4999-B179-F4FC0797A5C6}"/>
          </ac:spMkLst>
        </pc:spChg>
        <pc:spChg chg="del">
          <ac:chgData name="Aswathy Mohan" userId="8ec7b060-ec9d-4a76-a81c-f80212d9386c" providerId="ADAL" clId="{A2D8F3F3-AB79-5800-97AF-2AFE679C11CA}" dt="2026-09-30T06:41:57.902" v="438" actId="478"/>
          <ac:spMkLst>
            <pc:docMk/>
            <pc:sldMk cId="1215892632" sldId="272"/>
            <ac:spMk id="5" creationId="{9E7E6BF6-C4E5-4F2A-90D0-725CF2777E7F}"/>
          </ac:spMkLst>
        </pc:spChg>
        <pc:spChg chg="del">
          <ac:chgData name="Aswathy Mohan" userId="8ec7b060-ec9d-4a76-a81c-f80212d9386c" providerId="ADAL" clId="{A2D8F3F3-AB79-5800-97AF-2AFE679C11CA}" dt="2026-09-30T06:41:57.902" v="438" actId="478"/>
          <ac:spMkLst>
            <pc:docMk/>
            <pc:sldMk cId="1215892632" sldId="272"/>
            <ac:spMk id="6" creationId="{9C135923-3F48-469B-8064-EC98D17BF128}"/>
          </ac:spMkLst>
        </pc:spChg>
      </pc:sldChg>
      <pc:sldChg chg="addSp delSp modSp mod">
        <pc:chgData name="Aswathy Mohan" userId="8ec7b060-ec9d-4a76-a81c-f80212d9386c" providerId="ADAL" clId="{A2D8F3F3-AB79-5800-97AF-2AFE679C11CA}" dt="2026-09-30T06:52:18.729" v="524"/>
        <pc:sldMkLst>
          <pc:docMk/>
          <pc:sldMk cId="740785000" sldId="273"/>
        </pc:sldMkLst>
        <pc:spChg chg="del mod">
          <ac:chgData name="Aswathy Mohan" userId="8ec7b060-ec9d-4a76-a81c-f80212d9386c" providerId="ADAL" clId="{A2D8F3F3-AB79-5800-97AF-2AFE679C11CA}" dt="2026-09-30T06:50:17.292" v="475" actId="478"/>
          <ac:spMkLst>
            <pc:docMk/>
            <pc:sldMk cId="740785000" sldId="273"/>
            <ac:spMk id="2" creationId="{B248C51A-7AB1-4F2E-A9F0-44E8762A59C2}"/>
          </ac:spMkLst>
        </pc:spChg>
        <pc:spChg chg="del">
          <ac:chgData name="Aswathy Mohan" userId="8ec7b060-ec9d-4a76-a81c-f80212d9386c" providerId="ADAL" clId="{A2D8F3F3-AB79-5800-97AF-2AFE679C11CA}" dt="2026-09-30T06:50:13.081" v="473" actId="478"/>
          <ac:spMkLst>
            <pc:docMk/>
            <pc:sldMk cId="740785000" sldId="273"/>
            <ac:spMk id="3" creationId="{5292A634-5705-41D3-B10E-4C69CCFB1408}"/>
          </ac:spMkLst>
        </pc:spChg>
        <pc:spChg chg="del">
          <ac:chgData name="Aswathy Mohan" userId="8ec7b060-ec9d-4a76-a81c-f80212d9386c" providerId="ADAL" clId="{A2D8F3F3-AB79-5800-97AF-2AFE679C11CA}" dt="2026-09-30T06:42:03.613" v="439" actId="478"/>
          <ac:spMkLst>
            <pc:docMk/>
            <pc:sldMk cId="740785000" sldId="273"/>
            <ac:spMk id="4" creationId="{E7260E10-13EA-4CA6-B26C-E44FB955119E}"/>
          </ac:spMkLst>
        </pc:spChg>
        <pc:spChg chg="del">
          <ac:chgData name="Aswathy Mohan" userId="8ec7b060-ec9d-4a76-a81c-f80212d9386c" providerId="ADAL" clId="{A2D8F3F3-AB79-5800-97AF-2AFE679C11CA}" dt="2026-09-30T06:42:03.613" v="439" actId="478"/>
          <ac:spMkLst>
            <pc:docMk/>
            <pc:sldMk cId="740785000" sldId="273"/>
            <ac:spMk id="5" creationId="{931E8F37-F987-409C-8347-AB14592FB31E}"/>
          </ac:spMkLst>
        </pc:spChg>
        <pc:spChg chg="del">
          <ac:chgData name="Aswathy Mohan" userId="8ec7b060-ec9d-4a76-a81c-f80212d9386c" providerId="ADAL" clId="{A2D8F3F3-AB79-5800-97AF-2AFE679C11CA}" dt="2026-09-30T06:42:03.613" v="439" actId="478"/>
          <ac:spMkLst>
            <pc:docMk/>
            <pc:sldMk cId="740785000" sldId="273"/>
            <ac:spMk id="6" creationId="{56D0DBF1-AE19-4780-84FC-86624557EE32}"/>
          </ac:spMkLst>
        </pc:spChg>
        <pc:spChg chg="mod">
          <ac:chgData name="Aswathy Mohan" userId="8ec7b060-ec9d-4a76-a81c-f80212d9386c" providerId="ADAL" clId="{A2D8F3F3-AB79-5800-97AF-2AFE679C11CA}" dt="2026-09-30T06:51:26.541" v="521" actId="207"/>
          <ac:spMkLst>
            <pc:docMk/>
            <pc:sldMk cId="740785000" sldId="273"/>
            <ac:spMk id="7" creationId="{FB9333DD-47E7-45EF-87AE-07CFF999778D}"/>
          </ac:spMkLst>
        </pc:spChg>
        <pc:spChg chg="mod">
          <ac:chgData name="Aswathy Mohan" userId="8ec7b060-ec9d-4a76-a81c-f80212d9386c" providerId="ADAL" clId="{A2D8F3F3-AB79-5800-97AF-2AFE679C11CA}" dt="2026-09-30T06:50:35.766" v="479" actId="255"/>
          <ac:spMkLst>
            <pc:docMk/>
            <pc:sldMk cId="740785000" sldId="273"/>
            <ac:spMk id="10" creationId="{BF382073-9509-4C30-9B6B-72FB2DA6E8BD}"/>
          </ac:spMkLst>
        </pc:spChg>
        <pc:spChg chg="mod">
          <ac:chgData name="Aswathy Mohan" userId="8ec7b060-ec9d-4a76-a81c-f80212d9386c" providerId="ADAL" clId="{A2D8F3F3-AB79-5800-97AF-2AFE679C11CA}" dt="2026-09-30T06:51:35.460" v="523" actId="207"/>
          <ac:spMkLst>
            <pc:docMk/>
            <pc:sldMk cId="740785000" sldId="273"/>
            <ac:spMk id="11" creationId="{3D5A88CC-6492-476D-A4CF-0C1B56CC8E79}"/>
          </ac:spMkLst>
        </pc:spChg>
        <pc:spChg chg="mod">
          <ac:chgData name="Aswathy Mohan" userId="8ec7b060-ec9d-4a76-a81c-f80212d9386c" providerId="ADAL" clId="{A2D8F3F3-AB79-5800-97AF-2AFE679C11CA}" dt="2026-09-30T06:50:30.586" v="478" actId="255"/>
          <ac:spMkLst>
            <pc:docMk/>
            <pc:sldMk cId="740785000" sldId="273"/>
            <ac:spMk id="14" creationId="{88E7F62B-A1D7-403C-8713-6247C996C37D}"/>
          </ac:spMkLst>
        </pc:spChg>
        <pc:spChg chg="add mod">
          <ac:chgData name="Aswathy Mohan" userId="8ec7b060-ec9d-4a76-a81c-f80212d9386c" providerId="ADAL" clId="{A2D8F3F3-AB79-5800-97AF-2AFE679C11CA}" dt="2026-09-30T06:50:13.733" v="474"/>
          <ac:spMkLst>
            <pc:docMk/>
            <pc:sldMk cId="740785000" sldId="273"/>
            <ac:spMk id="17" creationId="{DD47C493-2754-7DA8-A30C-4124A6788A42}"/>
          </ac:spMkLst>
        </pc:spChg>
        <pc:spChg chg="add mod">
          <ac:chgData name="Aswathy Mohan" userId="8ec7b060-ec9d-4a76-a81c-f80212d9386c" providerId="ADAL" clId="{A2D8F3F3-AB79-5800-97AF-2AFE679C11CA}" dt="2026-09-30T06:52:18.729" v="524"/>
          <ac:spMkLst>
            <pc:docMk/>
            <pc:sldMk cId="740785000" sldId="273"/>
            <ac:spMk id="18" creationId="{C0C8D41B-FCE2-3A0A-66C1-0838F67C3882}"/>
          </ac:spMkLst>
        </pc:spChg>
      </pc:sldChg>
      <pc:sldChg chg="delSp modSp del mod">
        <pc:chgData name="Aswathy Mohan" userId="8ec7b060-ec9d-4a76-a81c-f80212d9386c" providerId="ADAL" clId="{A2D8F3F3-AB79-5800-97AF-2AFE679C11CA}" dt="2026-09-30T06:50:00.982" v="472" actId="2696"/>
        <pc:sldMkLst>
          <pc:docMk/>
          <pc:sldMk cId="1454242090" sldId="274"/>
        </pc:sldMkLst>
        <pc:spChg chg="mod">
          <ac:chgData name="Aswathy Mohan" userId="8ec7b060-ec9d-4a76-a81c-f80212d9386c" providerId="ADAL" clId="{A2D8F3F3-AB79-5800-97AF-2AFE679C11CA}" dt="2026-09-30T06:49:46.283" v="471" actId="255"/>
          <ac:spMkLst>
            <pc:docMk/>
            <pc:sldMk cId="1454242090" sldId="274"/>
            <ac:spMk id="2" creationId="{5CF13805-9FE3-4FB2-8580-8DEC8F212873}"/>
          </ac:spMkLst>
        </pc:spChg>
        <pc:spChg chg="del">
          <ac:chgData name="Aswathy Mohan" userId="8ec7b060-ec9d-4a76-a81c-f80212d9386c" providerId="ADAL" clId="{A2D8F3F3-AB79-5800-97AF-2AFE679C11CA}" dt="2026-09-30T06:42:09.125" v="440" actId="478"/>
          <ac:spMkLst>
            <pc:docMk/>
            <pc:sldMk cId="1454242090" sldId="274"/>
            <ac:spMk id="4" creationId="{C2416E64-162D-4C16-B023-FC786AFA5BE7}"/>
          </ac:spMkLst>
        </pc:spChg>
        <pc:spChg chg="del">
          <ac:chgData name="Aswathy Mohan" userId="8ec7b060-ec9d-4a76-a81c-f80212d9386c" providerId="ADAL" clId="{A2D8F3F3-AB79-5800-97AF-2AFE679C11CA}" dt="2026-09-30T06:42:09.125" v="440" actId="478"/>
          <ac:spMkLst>
            <pc:docMk/>
            <pc:sldMk cId="1454242090" sldId="274"/>
            <ac:spMk id="5" creationId="{9D4BB4FA-07E9-4CA2-9142-AC8D71226392}"/>
          </ac:spMkLst>
        </pc:spChg>
        <pc:spChg chg="del">
          <ac:chgData name="Aswathy Mohan" userId="8ec7b060-ec9d-4a76-a81c-f80212d9386c" providerId="ADAL" clId="{A2D8F3F3-AB79-5800-97AF-2AFE679C11CA}" dt="2026-09-30T06:42:09.125" v="440" actId="478"/>
          <ac:spMkLst>
            <pc:docMk/>
            <pc:sldMk cId="1454242090" sldId="274"/>
            <ac:spMk id="6" creationId="{C8DB0D3B-DAC2-4EE9-9B66-8799F273DD5B}"/>
          </ac:spMkLst>
        </pc:spChg>
      </pc:sldChg>
      <pc:sldChg chg="addSp modSp mod">
        <pc:chgData name="Aswathy Mohan" userId="8ec7b060-ec9d-4a76-a81c-f80212d9386c" providerId="ADAL" clId="{A2D8F3F3-AB79-5800-97AF-2AFE679C11CA}" dt="2026-09-30T06:52:18.729" v="524"/>
        <pc:sldMkLst>
          <pc:docMk/>
          <pc:sldMk cId="2751905883" sldId="275"/>
        </pc:sldMkLst>
        <pc:spChg chg="add mod">
          <ac:chgData name="Aswathy Mohan" userId="8ec7b060-ec9d-4a76-a81c-f80212d9386c" providerId="ADAL" clId="{A2D8F3F3-AB79-5800-97AF-2AFE679C11CA}" dt="2026-09-30T06:52:18.729" v="524"/>
          <ac:spMkLst>
            <pc:docMk/>
            <pc:sldMk cId="2751905883" sldId="275"/>
            <ac:spMk id="2" creationId="{3B568B0E-B191-6DE0-50B0-98C86290B088}"/>
          </ac:spMkLst>
        </pc:spChg>
        <pc:spChg chg="mod">
          <ac:chgData name="Aswathy Mohan" userId="8ec7b060-ec9d-4a76-a81c-f80212d9386c" providerId="ADAL" clId="{A2D8F3F3-AB79-5800-97AF-2AFE679C11CA}" dt="2026-09-30T06:42:25.816" v="442" actId="14100"/>
          <ac:spMkLst>
            <pc:docMk/>
            <pc:sldMk cId="2751905883" sldId="275"/>
            <ac:spMk id="4" creationId="{F8FF3AE4-8FB0-64C0-A985-340A252F2DC0}"/>
          </ac:spMkLst>
        </pc:spChg>
        <pc:spChg chg="mod">
          <ac:chgData name="Aswathy Mohan" userId="8ec7b060-ec9d-4a76-a81c-f80212d9386c" providerId="ADAL" clId="{A2D8F3F3-AB79-5800-97AF-2AFE679C11CA}" dt="2026-09-30T06:51:07.889" v="520" actId="20577"/>
          <ac:spMkLst>
            <pc:docMk/>
            <pc:sldMk cId="2751905883" sldId="275"/>
            <ac:spMk id="5" creationId="{C562FA31-9FAD-B5DA-B86A-A434764F53CE}"/>
          </ac:spMkLst>
        </pc:spChg>
      </pc:sldChg>
      <pc:sldChg chg="del">
        <pc:chgData name="Aswathy Mohan" userId="8ec7b060-ec9d-4a76-a81c-f80212d9386c" providerId="ADAL" clId="{A2D8F3F3-AB79-5800-97AF-2AFE679C11CA}" dt="2026-09-30T06:42:36.547" v="443" actId="2696"/>
        <pc:sldMkLst>
          <pc:docMk/>
          <pc:sldMk cId="1577159192" sldId="276"/>
        </pc:sldMkLst>
      </pc:sldChg>
      <pc:sldChg chg="del">
        <pc:chgData name="Aswathy Mohan" userId="8ec7b060-ec9d-4a76-a81c-f80212d9386c" providerId="ADAL" clId="{A2D8F3F3-AB79-5800-97AF-2AFE679C11CA}" dt="2026-09-30T06:43:11.220" v="444" actId="2696"/>
        <pc:sldMkLst>
          <pc:docMk/>
          <pc:sldMk cId="422417655" sldId="277"/>
        </pc:sldMkLst>
      </pc:sldChg>
      <pc:sldChg chg="del">
        <pc:chgData name="Aswathy Mohan" userId="8ec7b060-ec9d-4a76-a81c-f80212d9386c" providerId="ADAL" clId="{A2D8F3F3-AB79-5800-97AF-2AFE679C11CA}" dt="2026-09-30T06:43:12.386" v="445" actId="2696"/>
        <pc:sldMkLst>
          <pc:docMk/>
          <pc:sldMk cId="1439750353" sldId="278"/>
        </pc:sldMkLst>
      </pc:sldChg>
      <pc:sldChg chg="modSp del mod">
        <pc:chgData name="Aswathy Mohan" userId="8ec7b060-ec9d-4a76-a81c-f80212d9386c" providerId="ADAL" clId="{A2D8F3F3-AB79-5800-97AF-2AFE679C11CA}" dt="2026-09-30T06:50:42.991" v="480" actId="2696"/>
        <pc:sldMkLst>
          <pc:docMk/>
          <pc:sldMk cId="1524712040" sldId="279"/>
        </pc:sldMkLst>
        <pc:spChg chg="mod">
          <ac:chgData name="Aswathy Mohan" userId="8ec7b060-ec9d-4a76-a81c-f80212d9386c" providerId="ADAL" clId="{A2D8F3F3-AB79-5800-97AF-2AFE679C11CA}" dt="2026-09-30T06:43:21.688" v="446" actId="14100"/>
          <ac:spMkLst>
            <pc:docMk/>
            <pc:sldMk cId="1524712040" sldId="279"/>
            <ac:spMk id="5" creationId="{333F9DD5-2CE5-43D4-ACD4-D0B720D621C9}"/>
          </ac:spMkLst>
        </pc:spChg>
      </pc:sldChg>
      <pc:sldChg chg="del">
        <pc:chgData name="Aswathy Mohan" userId="8ec7b060-ec9d-4a76-a81c-f80212d9386c" providerId="ADAL" clId="{A2D8F3F3-AB79-5800-97AF-2AFE679C11CA}" dt="2026-09-30T06:43:43.196" v="447" actId="2696"/>
        <pc:sldMkLst>
          <pc:docMk/>
          <pc:sldMk cId="4062774383" sldId="280"/>
        </pc:sldMkLst>
      </pc:sldChg>
      <pc:sldChg chg="addSp modSp add mod ord">
        <pc:chgData name="Aswathy Mohan" userId="8ec7b060-ec9d-4a76-a81c-f80212d9386c" providerId="ADAL" clId="{A2D8F3F3-AB79-5800-97AF-2AFE679C11CA}" dt="2026-09-30T06:52:18.729" v="524"/>
        <pc:sldMkLst>
          <pc:docMk/>
          <pc:sldMk cId="2108601607" sldId="293"/>
        </pc:sldMkLst>
        <pc:spChg chg="mod">
          <ac:chgData name="Aswathy Mohan" userId="8ec7b060-ec9d-4a76-a81c-f80212d9386c" providerId="ADAL" clId="{A2D8F3F3-AB79-5800-97AF-2AFE679C11CA}" dt="2026-09-30T06:32:05.623" v="261" actId="2711"/>
          <ac:spMkLst>
            <pc:docMk/>
            <pc:sldMk cId="2108601607" sldId="293"/>
            <ac:spMk id="3" creationId="{F89D229E-1425-A27F-DF98-B891662739AD}"/>
          </ac:spMkLst>
        </pc:spChg>
        <pc:spChg chg="add mod">
          <ac:chgData name="Aswathy Mohan" userId="8ec7b060-ec9d-4a76-a81c-f80212d9386c" providerId="ADAL" clId="{A2D8F3F3-AB79-5800-97AF-2AFE679C11CA}" dt="2026-09-30T06:44:33.578" v="450" actId="14100"/>
          <ac:spMkLst>
            <pc:docMk/>
            <pc:sldMk cId="2108601607" sldId="293"/>
            <ac:spMk id="4" creationId="{2B2B90BC-D49B-FCC9-C8BE-61D71C6562D9}"/>
          </ac:spMkLst>
        </pc:spChg>
        <pc:spChg chg="add mod">
          <ac:chgData name="Aswathy Mohan" userId="8ec7b060-ec9d-4a76-a81c-f80212d9386c" providerId="ADAL" clId="{A2D8F3F3-AB79-5800-97AF-2AFE679C11CA}" dt="2026-09-30T06:31:55.544" v="260" actId="1035"/>
          <ac:spMkLst>
            <pc:docMk/>
            <pc:sldMk cId="2108601607" sldId="293"/>
            <ac:spMk id="5" creationId="{EF47AB38-524C-6158-6A37-2B4D19B904FE}"/>
          </ac:spMkLst>
        </pc:spChg>
        <pc:spChg chg="add mod">
          <ac:chgData name="Aswathy Mohan" userId="8ec7b060-ec9d-4a76-a81c-f80212d9386c" providerId="ADAL" clId="{A2D8F3F3-AB79-5800-97AF-2AFE679C11CA}" dt="2026-09-30T06:31:55.544" v="260" actId="1035"/>
          <ac:spMkLst>
            <pc:docMk/>
            <pc:sldMk cId="2108601607" sldId="293"/>
            <ac:spMk id="6" creationId="{F578CD97-B192-FA14-3E5E-B1B5565501B6}"/>
          </ac:spMkLst>
        </pc:spChg>
        <pc:spChg chg="add mod">
          <ac:chgData name="Aswathy Mohan" userId="8ec7b060-ec9d-4a76-a81c-f80212d9386c" providerId="ADAL" clId="{A2D8F3F3-AB79-5800-97AF-2AFE679C11CA}" dt="2026-09-30T06:31:55.544" v="260" actId="1035"/>
          <ac:spMkLst>
            <pc:docMk/>
            <pc:sldMk cId="2108601607" sldId="293"/>
            <ac:spMk id="7" creationId="{C48138A0-759D-86AF-8A01-B7C99B849568}"/>
          </ac:spMkLst>
        </pc:spChg>
        <pc:spChg chg="add mod">
          <ac:chgData name="Aswathy Mohan" userId="8ec7b060-ec9d-4a76-a81c-f80212d9386c" providerId="ADAL" clId="{A2D8F3F3-AB79-5800-97AF-2AFE679C11CA}" dt="2026-09-30T06:31:55.544" v="260" actId="1035"/>
          <ac:spMkLst>
            <pc:docMk/>
            <pc:sldMk cId="2108601607" sldId="293"/>
            <ac:spMk id="9" creationId="{E564ED48-607A-0187-E893-05351C7A5D52}"/>
          </ac:spMkLst>
        </pc:spChg>
        <pc:spChg chg="add mod">
          <ac:chgData name="Aswathy Mohan" userId="8ec7b060-ec9d-4a76-a81c-f80212d9386c" providerId="ADAL" clId="{A2D8F3F3-AB79-5800-97AF-2AFE679C11CA}" dt="2026-09-30T06:31:55.544" v="260" actId="1035"/>
          <ac:spMkLst>
            <pc:docMk/>
            <pc:sldMk cId="2108601607" sldId="293"/>
            <ac:spMk id="10" creationId="{4FE23382-D584-F6E5-F847-49638E53CEF4}"/>
          </ac:spMkLst>
        </pc:spChg>
        <pc:spChg chg="add mod">
          <ac:chgData name="Aswathy Mohan" userId="8ec7b060-ec9d-4a76-a81c-f80212d9386c" providerId="ADAL" clId="{A2D8F3F3-AB79-5800-97AF-2AFE679C11CA}" dt="2026-09-30T06:31:55.544" v="260" actId="1035"/>
          <ac:spMkLst>
            <pc:docMk/>
            <pc:sldMk cId="2108601607" sldId="293"/>
            <ac:spMk id="11" creationId="{44DB8FDD-985C-A3C0-BE79-6E620BEAF103}"/>
          </ac:spMkLst>
        </pc:spChg>
        <pc:spChg chg="add mod">
          <ac:chgData name="Aswathy Mohan" userId="8ec7b060-ec9d-4a76-a81c-f80212d9386c" providerId="ADAL" clId="{A2D8F3F3-AB79-5800-97AF-2AFE679C11CA}" dt="2026-09-30T06:31:55.544" v="260" actId="1035"/>
          <ac:spMkLst>
            <pc:docMk/>
            <pc:sldMk cId="2108601607" sldId="293"/>
            <ac:spMk id="12" creationId="{98BB9E5F-FAB6-1AF7-89E8-E966F60F73BF}"/>
          </ac:spMkLst>
        </pc:spChg>
        <pc:spChg chg="add mod">
          <ac:chgData name="Aswathy Mohan" userId="8ec7b060-ec9d-4a76-a81c-f80212d9386c" providerId="ADAL" clId="{A2D8F3F3-AB79-5800-97AF-2AFE679C11CA}" dt="2026-09-30T06:31:55.544" v="260" actId="1035"/>
          <ac:spMkLst>
            <pc:docMk/>
            <pc:sldMk cId="2108601607" sldId="293"/>
            <ac:spMk id="13" creationId="{3D1BFD45-5C3E-A2B7-615B-09C4FF19C2F0}"/>
          </ac:spMkLst>
        </pc:spChg>
        <pc:spChg chg="add mod">
          <ac:chgData name="Aswathy Mohan" userId="8ec7b060-ec9d-4a76-a81c-f80212d9386c" providerId="ADAL" clId="{A2D8F3F3-AB79-5800-97AF-2AFE679C11CA}" dt="2026-09-30T06:31:55.544" v="260" actId="1035"/>
          <ac:spMkLst>
            <pc:docMk/>
            <pc:sldMk cId="2108601607" sldId="293"/>
            <ac:spMk id="14" creationId="{66C041C8-780A-F995-F8E7-F2798A5678F4}"/>
          </ac:spMkLst>
        </pc:spChg>
        <pc:spChg chg="add mod">
          <ac:chgData name="Aswathy Mohan" userId="8ec7b060-ec9d-4a76-a81c-f80212d9386c" providerId="ADAL" clId="{A2D8F3F3-AB79-5800-97AF-2AFE679C11CA}" dt="2026-09-30T06:44:56.962" v="451" actId="255"/>
          <ac:spMkLst>
            <pc:docMk/>
            <pc:sldMk cId="2108601607" sldId="293"/>
            <ac:spMk id="15" creationId="{CB750810-2F95-0B02-77B8-75517B0E943B}"/>
          </ac:spMkLst>
        </pc:spChg>
        <pc:spChg chg="add mod">
          <ac:chgData name="Aswathy Mohan" userId="8ec7b060-ec9d-4a76-a81c-f80212d9386c" providerId="ADAL" clId="{A2D8F3F3-AB79-5800-97AF-2AFE679C11CA}" dt="2026-09-30T06:52:18.729" v="524"/>
          <ac:spMkLst>
            <pc:docMk/>
            <pc:sldMk cId="2108601607" sldId="293"/>
            <ac:spMk id="16" creationId="{ED9BA845-E2F1-EC5C-527C-FF31CC4CCB12}"/>
          </ac:spMkLst>
        </pc:spChg>
        <pc:picChg chg="mod">
          <ac:chgData name="Aswathy Mohan" userId="8ec7b060-ec9d-4a76-a81c-f80212d9386c" providerId="ADAL" clId="{A2D8F3F3-AB79-5800-97AF-2AFE679C11CA}" dt="2026-09-30T06:31:40.624" v="240" actId="1076"/>
          <ac:picMkLst>
            <pc:docMk/>
            <pc:sldMk cId="2108601607" sldId="293"/>
            <ac:picMk id="2" creationId="{267D2190-E30A-402C-063E-BFA8C97BBC42}"/>
          </ac:picMkLst>
        </pc:picChg>
      </pc:sldChg>
      <pc:sldChg chg="add setBg">
        <pc:chgData name="Aswathy Mohan" userId="8ec7b060-ec9d-4a76-a81c-f80212d9386c" providerId="ADAL" clId="{A2D8F3F3-AB79-5800-97AF-2AFE679C11CA}" dt="2026-09-30T06:28:26.821" v="57"/>
        <pc:sldMkLst>
          <pc:docMk/>
          <pc:sldMk cId="1970766709" sldId="29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6D50E-8E20-EFA2-1149-688E67A23D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1C3B9-E138-739C-19A9-557CC6E1E3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2ABD5-8847-69C7-C47C-8BE56DE7CB9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DF812-A2CF-EA17-FB3C-64E3B5DD30C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BD320-DF2F-BEA1-D65C-2E6D4989BB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B7455-8999-4EB9-86B4-45DF99F90A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AB26A-949F-EB7A-CE2F-08D0BA849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01368-1BB4-B892-0714-9BC62CEC3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D3239-5138-08FC-25BF-DA4A2930F54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08937-89E7-91F2-9AFC-76B9B0060AE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2B9CF-2FF5-DD05-3B6D-1FAFC0CC08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B7455-8999-4EB9-86B4-45DF99F90A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6201E-EA97-D171-C1C5-E8664963D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4D71B-7236-09D9-4867-2BF10F80D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9FF35-C865-65A6-3738-C642D7B8269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1EAAF-1728-B9BD-0A30-4F13916AAC8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F767C-E162-C3A6-BB9A-FE5238ADE3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B7455-8999-4EB9-86B4-45DF99F90A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69A74-B3B8-7CFB-50AF-EA0350106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C6E78-40E9-0774-8399-8A2F7807F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17520A-AF9A-C3B0-552B-43DAB6CF1E9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63167-C054-DE4E-26CF-4A861BEEF15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8A8635-867B-5DA3-4CFD-7916D0522FF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E6883D-CEC4-DDCB-E8A0-881798CFEF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B7455-8999-4EB9-86B4-45DF99F90A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4EDFC-92FD-1A37-98A9-6F42C02D2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7615F-A53A-07FA-F86F-0F7FAF8D7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64C15-E9C2-4BC3-9A5E-A94108A4E02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5ED87E-6AE9-383D-DA0B-D69A419D3E8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67D293-16C3-8735-398C-9DED952034BD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E1EE8D-4206-1155-2AEC-C2B9CCBD7AD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C8137D-C031-7C74-F298-B11EEC5848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87CDD6-3EDD-6261-3F0D-02C93E12FA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B7455-8999-4EB9-86B4-45DF99F90A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6BED5-A5B4-04E6-0F6F-2CB0A3074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9C9B22-080C-FCAE-9CDC-4A27BE6FB6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E50EF7-159F-5E01-FC81-5844CAF7577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087436-2A2E-AA54-E1CE-AEEB696C98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B7455-8999-4EB9-86B4-45DF99F90A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39BDEC-C940-3662-3CCF-79AE467CBC9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7BF807-77D3-E51F-CFC6-C7793D29E5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D18E2-8536-3693-51BF-F4407D2C67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B7455-8999-4EB9-86B4-45DF99F90A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9E684-6CD3-7976-4A77-1FA0B4794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86A9F-D286-6228-2FBF-CE0C7ABB6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90FF5-768B-5654-3DDF-38772A38E2A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50E00-2A77-2346-AE85-F62F1F7CF3F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C8DDBA-D980-7BC4-1BE0-12A66B5A3D3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715833-D22D-06C4-206C-55B7834775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B7455-8999-4EB9-86B4-45DF99F90A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033BF-FDA8-7ABC-2682-6822285AA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45E0E9-946D-7E1F-DC3B-546725E09C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A3C527-8A2C-0C02-F35E-88A9D4E195A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74F218-EBDF-85B4-D149-7D4123DE1D4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11634E-A4AD-B5F9-CB0B-5E82EA1C230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EEAF1E-F5A6-1979-80A8-E2A2EE783B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B7455-8999-4EB9-86B4-45DF99F90A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F1836-EF2A-0B0C-C013-106226A6C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93721A-61BB-1FA1-15FB-80B143BCA3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07C35-73B0-CA79-4D58-150DE92F064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8357E-B243-6510-B9D0-4DD3F382F1A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3BAB0-7C8C-60BE-B060-3DA92A6065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B7455-8999-4EB9-86B4-45DF99F90A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FF9BA0-C545-968F-BCAA-647187DF3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AB8D74-6B43-C76A-5342-1536C04166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C2C8A-EA96-A085-AC49-DC1AF3CEE9A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68C25-8194-B0D6-7ADE-BA2564016C4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2D670-0FAC-9E81-D623-4D989453DB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B7455-8999-4EB9-86B4-45DF99F90A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292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FCE95B-17F5-800C-2862-D00AB6E52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C2C6E0-F8A8-7567-9DFB-4FB7243D2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24FB3-3BD5-29A6-BB33-5C72E603F992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F83A8-2813-8423-7294-15120A33C18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78D66-805B-189C-A908-8D3CE6AAFA2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AB7455-8999-4EB9-86B4-45DF99F90AA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99BF14-14C2-449F-8C3A-9261667CB22C}"/>
              </a:ext>
            </a:extLst>
          </p:cNvPr>
          <p:cNvSpPr>
            <a:spLocks noGrp="1"/>
          </p:cNvSpPr>
          <p:nvPr/>
        </p:nvSpPr>
        <p:spPr>
          <a:xfrm>
            <a:off x="2333625" y="2143125"/>
            <a:ext cx="8858250" cy="619125"/>
          </a:xfrm>
          <a:prstGeom prst="rect">
            <a:avLst/>
          </a:prstGeom>
          <a:solidFill>
            <a:srgbClr val="002060"/>
          </a:solidFill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3300" b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FF0000"/>
                </a:solidFill>
                <a:latin typeface="Arial"/>
                <a:ea typeface="Arial"/>
                <a:cs typeface="Arial"/>
              </a:rPr>
              <a:t>Unit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30B503-781D-4450-9E2F-21B6DCF6C1A3}"/>
              </a:ext>
            </a:extLst>
          </p:cNvPr>
          <p:cNvSpPr>
            <a:spLocks noGrp="1"/>
          </p:cNvSpPr>
          <p:nvPr/>
        </p:nvSpPr>
        <p:spPr>
          <a:xfrm>
            <a:off x="762000" y="3190875"/>
            <a:ext cx="10668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3750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3750" b="0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Composite Design Pattern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1EC906-A19E-4C85-AB0F-B30B9A866AD7}"/>
              </a:ext>
            </a:extLst>
          </p:cNvPr>
          <p:cNvSpPr>
            <a:spLocks noGrp="1"/>
          </p:cNvSpPr>
          <p:nvPr/>
        </p:nvSpPr>
        <p:spPr>
          <a:xfrm>
            <a:off x="762000" y="4333875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875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030A0"/>
                </a:solidFill>
                <a:latin typeface="Arial"/>
                <a:ea typeface="Arial"/>
                <a:cs typeface="Arial"/>
              </a:rPr>
              <a:t>Structural pattern for part-whole hierarchies</a:t>
            </a:r>
          </a:p>
        </p:txBody>
      </p:sp>
    </p:spTree>
    <p:extLst>
      <p:ext uri="{BB962C8B-B14F-4D97-AF65-F5344CB8AC3E}">
        <p14:creationId xmlns:p14="http://schemas.microsoft.com/office/powerpoint/2010/main" val="1970766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94A6AF-F69A-DB2A-704F-4F8B2EC64C1D}"/>
              </a:ext>
            </a:extLst>
          </p:cNvPr>
          <p:cNvSpPr>
            <a:spLocks noGrp="1"/>
          </p:cNvSpPr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600">
                <a:solidFill>
                  <a:srgbClr val="002060"/>
                </a:solidFill>
              </a:rPr>
              <a:t>Composite Design Pattern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BF1AFB-340D-917A-D7FE-B07A352AC5CB}"/>
              </a:ext>
            </a:extLst>
          </p:cNvPr>
          <p:cNvSpPr>
            <a:spLocks noGrp="1"/>
          </p:cNvSpPr>
          <p:nvPr/>
        </p:nvSpPr>
        <p:spPr>
          <a:xfrm>
            <a:off x="206475" y="679724"/>
            <a:ext cx="11814539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002060"/>
                </a:solidFill>
              </a:rPr>
              <a:t>According to the Gang of Four (</a:t>
            </a:r>
            <a:r>
              <a:rPr sz="2000" b="1" dirty="0" err="1">
                <a:solidFill>
                  <a:srgbClr val="002060"/>
                </a:solidFill>
              </a:rPr>
              <a:t>GoF</a:t>
            </a:r>
            <a:r>
              <a:rPr sz="2000" b="1" dirty="0">
                <a:solidFill>
                  <a:srgbClr val="002060"/>
                </a:solidFill>
              </a:rPr>
              <a:t>)</a:t>
            </a:r>
          </a:p>
          <a:p>
            <a:r>
              <a:rPr sz="2400" b="1" dirty="0">
                <a:solidFill>
                  <a:srgbClr val="0000FF"/>
                </a:solidFill>
              </a:rPr>
              <a:t>Compose objects into tree structures to represent part-whole hierarchies. Composite lets clients treat individual objects and compositions of objects uniformly.</a:t>
            </a:r>
          </a:p>
          <a:p>
            <a:r>
              <a:rPr sz="2400" b="1" dirty="0">
                <a:solidFill>
                  <a:srgbClr val="002060"/>
                </a:solidFill>
              </a:rPr>
              <a:t>Simple Definition:</a:t>
            </a:r>
          </a:p>
          <a:p>
            <a:r>
              <a:rPr sz="2400" dirty="0"/>
              <a:t>The Composite Pattern gives leaf objects and groups a common interface, so a client can call the same operation on either.</a:t>
            </a:r>
            <a:endParaRPr sz="2400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47515-A2D2-AE92-1A8C-525B99B6A81B}"/>
              </a:ext>
            </a:extLst>
          </p:cNvPr>
          <p:cNvSpPr>
            <a:spLocks noGrp="1"/>
          </p:cNvSpPr>
          <p:nvPr/>
        </p:nvSpPr>
        <p:spPr>
          <a:xfrm>
            <a:off x="2222089" y="5024734"/>
            <a:ext cx="7590505" cy="1754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b="1">
                <a:solidFill>
                  <a:srgbClr val="FF0000"/>
                </a:solidFill>
              </a:rPr>
              <a:t>Real-Life Examples</a:t>
            </a:r>
          </a:p>
          <a:p>
            <a:pPr lvl="0">
              <a:buNone/>
            </a:pPr>
            <a:r>
              <a:rPr b="1"/>
              <a:t>File system: files and folders</a:t>
            </a:r>
          </a:p>
          <a:p>
            <a:pPr lvl="0">
              <a:buNone/>
            </a:pPr>
            <a:r>
              <a:rPr b="1"/>
              <a:t>Graphics editor: shapes and groups</a:t>
            </a:r>
          </a:p>
          <a:p>
            <a:pPr lvl="0">
              <a:buNone/>
            </a:pPr>
            <a:r>
              <a:rPr b="1"/>
              <a:t>Organization chart: employees and teams</a:t>
            </a:r>
          </a:p>
          <a:p>
            <a:pPr lvl="0">
              <a:buNone/>
            </a:pPr>
            <a:r>
              <a:rPr b="1"/>
              <a:t>Menu system: items and submenus</a:t>
            </a:r>
          </a:p>
          <a:p>
            <a:pPr lvl="0">
              <a:buNone/>
            </a:pPr>
            <a:r>
              <a:rPr b="1"/>
              <a:t>Document: text blocks and sections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257252-631F-96C2-385B-2124DBFBFC66}"/>
              </a:ext>
            </a:extLst>
          </p:cNvPr>
          <p:cNvSpPr>
            <a:spLocks noGrp="1"/>
          </p:cNvSpPr>
          <p:nvPr/>
        </p:nvSpPr>
        <p:spPr>
          <a:xfrm>
            <a:off x="271830" y="3422923"/>
            <a:ext cx="2723536" cy="76944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sz="2200" b="1"/>
              <a:t>Pattern Name</a:t>
            </a:r>
          </a:p>
          <a:p>
            <a:r>
              <a:rPr sz="2200"/>
              <a:t>Composite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3383B2-596D-537A-B81D-20D73D3178FD}"/>
              </a:ext>
            </a:extLst>
          </p:cNvPr>
          <p:cNvSpPr>
            <a:spLocks noGrp="1"/>
          </p:cNvSpPr>
          <p:nvPr/>
        </p:nvSpPr>
        <p:spPr>
          <a:xfrm>
            <a:off x="3095005" y="3245940"/>
            <a:ext cx="8829367" cy="10156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sz="2000" b="1" dirty="0"/>
              <a:t>Intent</a:t>
            </a:r>
          </a:p>
          <a:p>
            <a:r>
              <a:rPr sz="2000" dirty="0"/>
              <a:t>Represent part-whole trees and treat individual objects and groups through one interface.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CE17E5-70C7-6381-671D-B3DD17BD3DB2}"/>
              </a:ext>
            </a:extLst>
          </p:cNvPr>
          <p:cNvSpPr>
            <a:spLocks noGrp="1"/>
          </p:cNvSpPr>
          <p:nvPr/>
        </p:nvSpPr>
        <p:spPr>
          <a:xfrm>
            <a:off x="245809" y="4258664"/>
            <a:ext cx="11621728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sz="2000" b="1"/>
              <a:t>Motivation</a:t>
            </a:r>
          </a:p>
          <a:p>
            <a:pPr>
              <a:buNone/>
            </a:pPr>
            <a:r>
              <a:rPr sz="2000"/>
              <a:t>Nested objects → Common interface → Recursive operation → Uniform client code</a:t>
            </a:r>
            <a:endParaRPr sz="2000" b="1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24D52F-F32E-B122-A1F5-8EF75AB407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638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7D2190-E30A-402C-063E-BFA8C97BB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9" y="601387"/>
            <a:ext cx="6088120" cy="45778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9D229E-1425-A27F-DF98-B891662739AD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  <a:latin typeface="+mj-lt"/>
              </a:rPr>
              <a:t>The Composite Pattern - Structure &amp; Participants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2B90BC-D49B-FCC9-C8BE-61D71C6562D9}"/>
              </a:ext>
            </a:extLst>
          </p:cNvPr>
          <p:cNvSpPr>
            <a:spLocks noGrp="1"/>
          </p:cNvSpPr>
          <p:nvPr/>
        </p:nvSpPr>
        <p:spPr>
          <a:xfrm>
            <a:off x="6359209" y="722531"/>
            <a:ext cx="5555700" cy="166639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2025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800" b="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A client calls the same operation on a single object or a group. The group forwards that call to its children.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F47AB38-524C-6158-6A37-2B4D19B904FE}"/>
              </a:ext>
            </a:extLst>
          </p:cNvPr>
          <p:cNvSpPr>
            <a:spLocks noGrp="1"/>
          </p:cNvSpPr>
          <p:nvPr/>
        </p:nvSpPr>
        <p:spPr>
          <a:xfrm>
            <a:off x="7749859" y="3190180"/>
            <a:ext cx="2000250" cy="800100"/>
          </a:xfrm>
          <a:prstGeom prst="roundRect">
            <a:avLst>
              <a:gd name="adj" fmla="val 9524"/>
            </a:avLst>
          </a:prstGeom>
          <a:solidFill>
            <a:srgbClr val="DDEBF3"/>
          </a:solidFill>
          <a:ln w="19050">
            <a:solidFill>
              <a:srgbClr val="2357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78CD97-B192-FA14-3E5E-B1B5565501B6}"/>
              </a:ext>
            </a:extLst>
          </p:cNvPr>
          <p:cNvSpPr>
            <a:spLocks noGrp="1"/>
          </p:cNvSpPr>
          <p:nvPr/>
        </p:nvSpPr>
        <p:spPr>
          <a:xfrm>
            <a:off x="7864159" y="3266380"/>
            <a:ext cx="177165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Component</a:t>
            </a:r>
          </a:p>
          <a:p>
            <a:pPr>
              <a:buNone/>
              <a:defRPr sz="1500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common operation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48138A0-759D-86AF-8A01-B7C99B849568}"/>
              </a:ext>
            </a:extLst>
          </p:cNvPr>
          <p:cNvSpPr>
            <a:spLocks noGrp="1"/>
          </p:cNvSpPr>
          <p:nvPr/>
        </p:nvSpPr>
        <p:spPr>
          <a:xfrm>
            <a:off x="5320984" y="4809430"/>
            <a:ext cx="2095500" cy="800100"/>
          </a:xfrm>
          <a:prstGeom prst="roundRect">
            <a:avLst>
              <a:gd name="adj" fmla="val 9524"/>
            </a:avLst>
          </a:prstGeom>
          <a:solidFill>
            <a:srgbClr val="DCF2D4"/>
          </a:solidFill>
          <a:ln w="19050">
            <a:solidFill>
              <a:srgbClr val="087E8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A229C3-2A48-363D-ED9C-8F665AE9C5D8}"/>
              </a:ext>
            </a:extLst>
          </p:cNvPr>
          <p:cNvSpPr>
            <a:spLocks noGrp="1"/>
          </p:cNvSpPr>
          <p:nvPr/>
        </p:nvSpPr>
        <p:spPr>
          <a:xfrm>
            <a:off x="5435284" y="4885630"/>
            <a:ext cx="18669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Leaf</a:t>
            </a:r>
          </a:p>
          <a:p>
            <a:pPr>
              <a:buNone/>
              <a:defRPr sz="1500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no children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564ED48-607A-0187-E893-05351C7A5D52}"/>
              </a:ext>
            </a:extLst>
          </p:cNvPr>
          <p:cNvSpPr>
            <a:spLocks noGrp="1"/>
          </p:cNvSpPr>
          <p:nvPr/>
        </p:nvSpPr>
        <p:spPr>
          <a:xfrm>
            <a:off x="10083484" y="4809430"/>
            <a:ext cx="2095500" cy="800100"/>
          </a:xfrm>
          <a:prstGeom prst="roundRect">
            <a:avLst>
              <a:gd name="adj" fmla="val 9524"/>
            </a:avLst>
          </a:prstGeom>
          <a:solidFill>
            <a:srgbClr val="F6C6AD"/>
          </a:solidFill>
          <a:ln w="19050">
            <a:solidFill>
              <a:srgbClr val="F2A9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E23382-D584-F6E5-F847-49638E53CEF4}"/>
              </a:ext>
            </a:extLst>
          </p:cNvPr>
          <p:cNvSpPr>
            <a:spLocks noGrp="1"/>
          </p:cNvSpPr>
          <p:nvPr/>
        </p:nvSpPr>
        <p:spPr>
          <a:xfrm>
            <a:off x="10197784" y="4885630"/>
            <a:ext cx="18669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Composite</a:t>
            </a:r>
          </a:p>
          <a:p>
            <a:pPr>
              <a:buNone/>
              <a:defRPr sz="1500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contains children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DB8FDD-985C-A3C0-BE79-6E620BEAF103}"/>
              </a:ext>
            </a:extLst>
          </p:cNvPr>
          <p:cNvSpPr>
            <a:spLocks noGrp="1"/>
          </p:cNvSpPr>
          <p:nvPr/>
        </p:nvSpPr>
        <p:spPr>
          <a:xfrm>
            <a:off x="8740459" y="3990280"/>
            <a:ext cx="28575" cy="390525"/>
          </a:xfrm>
          <a:prstGeom prst="rect">
            <a:avLst/>
          </a:prstGeom>
          <a:solidFill>
            <a:srgbClr val="9FB2C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BB9E5F-FAB6-1AF7-89E8-E966F60F73BF}"/>
              </a:ext>
            </a:extLst>
          </p:cNvPr>
          <p:cNvSpPr>
            <a:spLocks noGrp="1"/>
          </p:cNvSpPr>
          <p:nvPr/>
        </p:nvSpPr>
        <p:spPr>
          <a:xfrm>
            <a:off x="6359209" y="4380805"/>
            <a:ext cx="4781550" cy="28575"/>
          </a:xfrm>
          <a:prstGeom prst="rect">
            <a:avLst/>
          </a:prstGeom>
          <a:solidFill>
            <a:srgbClr val="9FB2CE"/>
          </a:solidFill>
          <a:ln w="0">
            <a:noFill/>
          </a:ln>
        </p:spPr>
        <p:txBody>
          <a:bodyPr/>
          <a:lstStyle/>
          <a:p>
            <a:pPr marL="0" algn="l" defTabSz="914400" rtl="0">
              <a:buNone/>
            </a:pPr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1BFD45-5C3E-A2B7-615B-09C4FF19C2F0}"/>
              </a:ext>
            </a:extLst>
          </p:cNvPr>
          <p:cNvSpPr>
            <a:spLocks noGrp="1"/>
          </p:cNvSpPr>
          <p:nvPr/>
        </p:nvSpPr>
        <p:spPr>
          <a:xfrm>
            <a:off x="6359209" y="4380805"/>
            <a:ext cx="28575" cy="428625"/>
          </a:xfrm>
          <a:prstGeom prst="rect">
            <a:avLst/>
          </a:prstGeom>
          <a:solidFill>
            <a:srgbClr val="9FB2C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C041C8-780A-F995-F8E7-F2798A5678F4}"/>
              </a:ext>
            </a:extLst>
          </p:cNvPr>
          <p:cNvSpPr>
            <a:spLocks noGrp="1"/>
          </p:cNvSpPr>
          <p:nvPr/>
        </p:nvSpPr>
        <p:spPr>
          <a:xfrm>
            <a:off x="11121709" y="4380805"/>
            <a:ext cx="28575" cy="428625"/>
          </a:xfrm>
          <a:prstGeom prst="rect">
            <a:avLst/>
          </a:prstGeom>
          <a:solidFill>
            <a:srgbClr val="9FB2C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750810-2F95-0B02-77B8-75517B0E943B}"/>
              </a:ext>
            </a:extLst>
          </p:cNvPr>
          <p:cNvSpPr>
            <a:spLocks noGrp="1"/>
          </p:cNvSpPr>
          <p:nvPr/>
        </p:nvSpPr>
        <p:spPr>
          <a:xfrm>
            <a:off x="6082984" y="6019105"/>
            <a:ext cx="5334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87E8B"/>
                </a:solidFill>
                <a:latin typeface="Times New Roman"/>
                <a:ea typeface="Times New Roman"/>
                <a:cs typeface="Times New Roman"/>
              </a:rPr>
              <a:t>The tree can nest composites at any depth.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D9BA845-E2F1-EC5C-527C-FF31CC4CCB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601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6D85202-8BD3-42C0-8294-185E31C69F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10A9A5-7AEC-4795-BC93-18F6128BD4DA}"/>
              </a:ext>
            </a:extLst>
          </p:cNvPr>
          <p:cNvSpPr>
            <a:spLocks noGrp="1"/>
          </p:cNvSpPr>
          <p:nvPr/>
        </p:nvSpPr>
        <p:spPr>
          <a:xfrm>
            <a:off x="685800" y="674540"/>
            <a:ext cx="952500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COMPOSITE PATTERN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D01B0C-0EB6-4A23-BD51-31BFB1D014C7}"/>
              </a:ext>
            </a:extLst>
          </p:cNvPr>
          <p:cNvSpPr>
            <a:spLocks noGrp="1"/>
          </p:cNvSpPr>
          <p:nvPr/>
        </p:nvSpPr>
        <p:spPr>
          <a:xfrm>
            <a:off x="666750" y="13855"/>
            <a:ext cx="10858500" cy="647700"/>
          </a:xfrm>
          <a:prstGeom prst="rect">
            <a:avLst/>
          </a:prstGeom>
          <a:noFill/>
          <a:ln w="14288"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algn="ctr">
              <a:buNone/>
              <a:defRPr sz="3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Three roles in the pattern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247E71E-F4E6-45FB-BD7D-5F7B7FB719EB}"/>
              </a:ext>
            </a:extLst>
          </p:cNvPr>
          <p:cNvSpPr>
            <a:spLocks noGrp="1"/>
          </p:cNvSpPr>
          <p:nvPr/>
        </p:nvSpPr>
        <p:spPr>
          <a:xfrm>
            <a:off x="590550" y="1181858"/>
            <a:ext cx="3381375" cy="1808124"/>
          </a:xfrm>
          <a:prstGeom prst="roundRect">
            <a:avLst>
              <a:gd name="adj" fmla="val 2254"/>
            </a:avLst>
          </a:prstGeom>
          <a:solidFill>
            <a:srgbClr val="E8F3F8"/>
          </a:solidFill>
          <a:ln w="19050">
            <a:solidFill>
              <a:srgbClr val="C8D5E4"/>
            </a:solidFill>
          </a:ln>
        </p:spPr>
        <p:txBody>
          <a:bodyPr/>
          <a:lstStyle/>
          <a:p>
            <a:pPr marL="0" algn="l" defTabSz="914400" rtl="0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03E54B-6112-4BC5-BEA5-0FA6EEEE642C}"/>
              </a:ext>
            </a:extLst>
          </p:cNvPr>
          <p:cNvSpPr>
            <a:spLocks noGrp="1"/>
          </p:cNvSpPr>
          <p:nvPr/>
        </p:nvSpPr>
        <p:spPr>
          <a:xfrm>
            <a:off x="590550" y="1170707"/>
            <a:ext cx="45719" cy="1838326"/>
          </a:xfrm>
          <a:prstGeom prst="rect">
            <a:avLst/>
          </a:prstGeom>
          <a:solidFill>
            <a:srgbClr val="2357A5"/>
          </a:solidFill>
          <a:ln w="0">
            <a:noFill/>
          </a:ln>
        </p:spPr>
        <p:txBody>
          <a:bodyPr/>
          <a:lstStyle/>
          <a:p>
            <a:pPr marL="0" algn="l" defTabSz="914400" rtl="0">
              <a:buNone/>
            </a:pPr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87DC8B-8339-4601-8778-E7A313BDD942}"/>
              </a:ext>
            </a:extLst>
          </p:cNvPr>
          <p:cNvSpPr>
            <a:spLocks noGrp="1"/>
          </p:cNvSpPr>
          <p:nvPr/>
        </p:nvSpPr>
        <p:spPr>
          <a:xfrm>
            <a:off x="819150" y="1342157"/>
            <a:ext cx="292417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725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Component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2A6E3A-9D0E-4C81-9B1E-887DE5F97BBC}"/>
              </a:ext>
            </a:extLst>
          </p:cNvPr>
          <p:cNvSpPr>
            <a:spLocks noGrp="1"/>
          </p:cNvSpPr>
          <p:nvPr/>
        </p:nvSpPr>
        <p:spPr>
          <a:xfrm>
            <a:off x="830534" y="1342157"/>
            <a:ext cx="3021897" cy="189384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b="0" dirty="0">
                <a:solidFill>
                  <a:srgbClr val="182B43"/>
                </a:solidFill>
                <a:latin typeface="Times New Roman"/>
                <a:ea typeface="Times New Roman"/>
                <a:cs typeface="Times New Roman"/>
              </a:rPr>
              <a:t>Defines an operation every node supports. The client keeps a Component reference.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0FC781B-329F-4524-83D2-822544CCBC6E}"/>
              </a:ext>
            </a:extLst>
          </p:cNvPr>
          <p:cNvSpPr>
            <a:spLocks noGrp="1"/>
          </p:cNvSpPr>
          <p:nvPr/>
        </p:nvSpPr>
        <p:spPr>
          <a:xfrm>
            <a:off x="4400550" y="1170707"/>
            <a:ext cx="3381375" cy="1808124"/>
          </a:xfrm>
          <a:prstGeom prst="roundRect">
            <a:avLst>
              <a:gd name="adj" fmla="val 2254"/>
            </a:avLst>
          </a:prstGeom>
          <a:solidFill>
            <a:srgbClr val="E8F3F8"/>
          </a:solidFill>
          <a:ln w="19050">
            <a:solidFill>
              <a:srgbClr val="C8D5E4"/>
            </a:solidFill>
          </a:ln>
        </p:spPr>
        <p:txBody>
          <a:bodyPr/>
          <a:lstStyle/>
          <a:p>
            <a:pPr marL="0" algn="l" defTabSz="914400" rtl="0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5DEAB8-7324-460C-A100-3873B60F2517}"/>
              </a:ext>
            </a:extLst>
          </p:cNvPr>
          <p:cNvSpPr>
            <a:spLocks noGrp="1"/>
          </p:cNvSpPr>
          <p:nvPr/>
        </p:nvSpPr>
        <p:spPr>
          <a:xfrm>
            <a:off x="4400550" y="1170707"/>
            <a:ext cx="45719" cy="1808124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pPr marL="0" algn="l" defTabSz="914400" rtl="0">
              <a:buNone/>
            </a:pPr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BA0275-9109-43B6-9595-67C619A30F6C}"/>
              </a:ext>
            </a:extLst>
          </p:cNvPr>
          <p:cNvSpPr>
            <a:spLocks noGrp="1"/>
          </p:cNvSpPr>
          <p:nvPr/>
        </p:nvSpPr>
        <p:spPr>
          <a:xfrm>
            <a:off x="4629150" y="1342157"/>
            <a:ext cx="292417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725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Leaf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B73579-6780-4851-B6B6-4CB63356BEAF}"/>
              </a:ext>
            </a:extLst>
          </p:cNvPr>
          <p:cNvSpPr>
            <a:spLocks noGrp="1"/>
          </p:cNvSpPr>
          <p:nvPr/>
        </p:nvSpPr>
        <p:spPr>
          <a:xfrm>
            <a:off x="4629150" y="1761257"/>
            <a:ext cx="2924175" cy="104774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b="0" dirty="0">
                <a:solidFill>
                  <a:srgbClr val="182B43"/>
                </a:solidFill>
                <a:latin typeface="Times New Roman"/>
                <a:ea typeface="Times New Roman"/>
                <a:cs typeface="Times New Roman"/>
              </a:rPr>
              <a:t>Performs the operation directly. It has no child collection.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C633388-0DD0-4116-934E-3A4551A4EEC9}"/>
              </a:ext>
            </a:extLst>
          </p:cNvPr>
          <p:cNvSpPr>
            <a:spLocks noGrp="1"/>
          </p:cNvSpPr>
          <p:nvPr/>
        </p:nvSpPr>
        <p:spPr>
          <a:xfrm>
            <a:off x="8210550" y="1170707"/>
            <a:ext cx="3381375" cy="1808124"/>
          </a:xfrm>
          <a:prstGeom prst="roundRect">
            <a:avLst>
              <a:gd name="adj" fmla="val 2254"/>
            </a:avLst>
          </a:prstGeom>
          <a:solidFill>
            <a:srgbClr val="E8F3F8"/>
          </a:solidFill>
          <a:ln w="19050">
            <a:solidFill>
              <a:srgbClr val="C8D5E4"/>
            </a:solidFill>
          </a:ln>
        </p:spPr>
        <p:txBody>
          <a:bodyPr/>
          <a:lstStyle/>
          <a:p>
            <a:pPr marL="0" algn="l" defTabSz="914400" rtl="0">
              <a:buNone/>
            </a:pP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976C6F-BB4B-4297-8BE4-EF5054E9DAE4}"/>
              </a:ext>
            </a:extLst>
          </p:cNvPr>
          <p:cNvSpPr>
            <a:spLocks noGrp="1"/>
          </p:cNvSpPr>
          <p:nvPr/>
        </p:nvSpPr>
        <p:spPr>
          <a:xfrm>
            <a:off x="8210550" y="1170707"/>
            <a:ext cx="45719" cy="1808124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txBody>
          <a:bodyPr/>
          <a:lstStyle/>
          <a:p>
            <a:pPr marL="0" algn="l" defTabSz="914400" rtl="0">
              <a:buNone/>
            </a:pPr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2D73EA-68A0-480C-B8FC-06ECA8DABC23}"/>
              </a:ext>
            </a:extLst>
          </p:cNvPr>
          <p:cNvSpPr>
            <a:spLocks noGrp="1"/>
          </p:cNvSpPr>
          <p:nvPr/>
        </p:nvSpPr>
        <p:spPr>
          <a:xfrm>
            <a:off x="8439150" y="1342157"/>
            <a:ext cx="292417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725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Composite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DB4C79-CF1A-4AD9-B0D0-D9836272E61E}"/>
              </a:ext>
            </a:extLst>
          </p:cNvPr>
          <p:cNvSpPr>
            <a:spLocks noGrp="1"/>
          </p:cNvSpPr>
          <p:nvPr/>
        </p:nvSpPr>
        <p:spPr>
          <a:xfrm>
            <a:off x="8439150" y="1761257"/>
            <a:ext cx="2924175" cy="110489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b="0" dirty="0">
                <a:solidFill>
                  <a:srgbClr val="182B43"/>
                </a:solidFill>
                <a:latin typeface="Times New Roman"/>
                <a:ea typeface="Times New Roman"/>
                <a:cs typeface="Times New Roman"/>
              </a:rPr>
              <a:t>Stores Component children and usually delegates the operation to each child.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D2D3E5-F819-486E-923F-0A8571381E53}"/>
              </a:ext>
            </a:extLst>
          </p:cNvPr>
          <p:cNvSpPr>
            <a:spLocks noGrp="1"/>
          </p:cNvSpPr>
          <p:nvPr/>
        </p:nvSpPr>
        <p:spPr>
          <a:xfrm>
            <a:off x="1512152" y="3074081"/>
            <a:ext cx="1028700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00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Client code depends on Component, so it can receive either a Leaf or a Composite.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4097526-E31E-A85B-05BA-C8C05D07CFBA}"/>
              </a:ext>
            </a:extLst>
          </p:cNvPr>
          <p:cNvSpPr>
            <a:spLocks noGrp="1"/>
          </p:cNvSpPr>
          <p:nvPr/>
        </p:nvSpPr>
        <p:spPr>
          <a:xfrm>
            <a:off x="733425" y="3621995"/>
            <a:ext cx="10858500" cy="647700"/>
          </a:xfrm>
          <a:prstGeom prst="rect">
            <a:avLst/>
          </a:prstGeom>
          <a:noFill/>
          <a:ln w="14288"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algn="ctr">
              <a:buNone/>
              <a:defRPr sz="3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Folder example: identify the roles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7477633-7C95-7927-4E8E-5A39AF1F7978}"/>
              </a:ext>
            </a:extLst>
          </p:cNvPr>
          <p:cNvSpPr>
            <a:spLocks noGrp="1"/>
          </p:cNvSpPr>
          <p:nvPr/>
        </p:nvSpPr>
        <p:spPr>
          <a:xfrm>
            <a:off x="652031" y="4459433"/>
            <a:ext cx="3429000" cy="1571625"/>
          </a:xfrm>
          <a:prstGeom prst="roundRect">
            <a:avLst>
              <a:gd name="adj" fmla="val 2424"/>
            </a:avLst>
          </a:prstGeom>
          <a:solidFill>
            <a:srgbClr val="E8F3F8"/>
          </a:solidFill>
          <a:ln w="19050">
            <a:solidFill>
              <a:srgbClr val="C8D5E4"/>
            </a:solidFill>
          </a:ln>
        </p:spPr>
        <p:txBody>
          <a:bodyPr/>
          <a:lstStyle/>
          <a:p>
            <a:pPr marL="0" algn="l" defTabSz="914400" rtl="0">
              <a:buNone/>
            </a:pPr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ED5BE8A-489E-8F5E-5607-53873A17A50A}"/>
              </a:ext>
            </a:extLst>
          </p:cNvPr>
          <p:cNvSpPr>
            <a:spLocks noGrp="1"/>
          </p:cNvSpPr>
          <p:nvPr/>
        </p:nvSpPr>
        <p:spPr>
          <a:xfrm flipH="1">
            <a:off x="652030" y="4459433"/>
            <a:ext cx="45719" cy="1571625"/>
          </a:xfrm>
          <a:prstGeom prst="rect">
            <a:avLst/>
          </a:prstGeom>
          <a:solidFill>
            <a:srgbClr val="2357A5"/>
          </a:solidFill>
          <a:ln w="0">
            <a:noFill/>
          </a:ln>
        </p:spPr>
        <p:txBody>
          <a:bodyPr/>
          <a:lstStyle/>
          <a:p>
            <a:pPr marL="0" algn="l" defTabSz="914400" rtl="0">
              <a:buNone/>
            </a:pPr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002F19-9F69-6C72-3554-EBD3DCEF8250}"/>
              </a:ext>
            </a:extLst>
          </p:cNvPr>
          <p:cNvSpPr>
            <a:spLocks noGrp="1"/>
          </p:cNvSpPr>
          <p:nvPr/>
        </p:nvSpPr>
        <p:spPr>
          <a:xfrm>
            <a:off x="880631" y="4630883"/>
            <a:ext cx="2971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06"/>
          </a:bodyPr>
          <a:lstStyle/>
          <a:p>
            <a:pPr>
              <a:buNone/>
              <a:defRPr sz="1725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FileSystemNode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D7EDCC6-A1D4-1F9D-43E5-03AAB8BE492A}"/>
              </a:ext>
            </a:extLst>
          </p:cNvPr>
          <p:cNvSpPr>
            <a:spLocks noGrp="1"/>
          </p:cNvSpPr>
          <p:nvPr/>
        </p:nvSpPr>
        <p:spPr>
          <a:xfrm>
            <a:off x="880631" y="5049983"/>
            <a:ext cx="29718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182B43"/>
                </a:solidFill>
                <a:latin typeface="Times New Roman"/>
                <a:ea typeface="Times New Roman"/>
                <a:cs typeface="Times New Roman"/>
              </a:rPr>
              <a:t>Common methods: display(indent), </a:t>
            </a:r>
            <a:r>
              <a:rPr sz="1500" b="0" dirty="0" err="1">
                <a:solidFill>
                  <a:srgbClr val="182B43"/>
                </a:solidFill>
                <a:latin typeface="Times New Roman"/>
                <a:ea typeface="Times New Roman"/>
                <a:cs typeface="Times New Roman"/>
              </a:rPr>
              <a:t>getSize</a:t>
            </a:r>
            <a:r>
              <a:rPr sz="1500" b="0" dirty="0">
                <a:solidFill>
                  <a:srgbClr val="182B43"/>
                </a:solidFill>
                <a:latin typeface="Times New Roman"/>
                <a:ea typeface="Times New Roman"/>
                <a:cs typeface="Times New Roman"/>
              </a:rPr>
              <a:t>(), and </a:t>
            </a:r>
            <a:r>
              <a:rPr sz="1500" b="0" dirty="0" err="1">
                <a:solidFill>
                  <a:srgbClr val="182B43"/>
                </a:solidFill>
                <a:latin typeface="Times New Roman"/>
                <a:ea typeface="Times New Roman"/>
                <a:cs typeface="Times New Roman"/>
              </a:rPr>
              <a:t>getName</a:t>
            </a:r>
            <a:r>
              <a:rPr sz="1500" b="0" dirty="0">
                <a:solidFill>
                  <a:srgbClr val="182B43"/>
                </a:solidFill>
                <a:latin typeface="Times New Roman"/>
                <a:ea typeface="Times New Roman"/>
                <a:cs typeface="Times New Roman"/>
              </a:rPr>
              <a:t>(). The client holds this type.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D285D83A-EB94-351C-5680-00A29FFDB71D}"/>
              </a:ext>
            </a:extLst>
          </p:cNvPr>
          <p:cNvSpPr>
            <a:spLocks noGrp="1"/>
          </p:cNvSpPr>
          <p:nvPr/>
        </p:nvSpPr>
        <p:spPr>
          <a:xfrm>
            <a:off x="4395356" y="4459433"/>
            <a:ext cx="3429000" cy="1571625"/>
          </a:xfrm>
          <a:prstGeom prst="roundRect">
            <a:avLst>
              <a:gd name="adj" fmla="val 2424"/>
            </a:avLst>
          </a:prstGeom>
          <a:solidFill>
            <a:srgbClr val="E8F3F8"/>
          </a:solidFill>
          <a:ln w="19050">
            <a:solidFill>
              <a:srgbClr val="C8D5E4"/>
            </a:solidFill>
          </a:ln>
        </p:spPr>
        <p:txBody>
          <a:bodyPr/>
          <a:lstStyle/>
          <a:p>
            <a:pPr marL="0" algn="l" defTabSz="914400" rtl="0">
              <a:buNone/>
            </a:pPr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16E1FA7-CE00-D264-0F97-72D1606BF18D}"/>
              </a:ext>
            </a:extLst>
          </p:cNvPr>
          <p:cNvSpPr>
            <a:spLocks noGrp="1"/>
          </p:cNvSpPr>
          <p:nvPr/>
        </p:nvSpPr>
        <p:spPr>
          <a:xfrm>
            <a:off x="4395356" y="4459433"/>
            <a:ext cx="45719" cy="1571625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pPr marL="0" algn="l" defTabSz="914400" rtl="0">
              <a:buNone/>
            </a:pPr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7E338BA-C110-263B-00A1-B08A8BE9D21C}"/>
              </a:ext>
            </a:extLst>
          </p:cNvPr>
          <p:cNvSpPr>
            <a:spLocks noGrp="1"/>
          </p:cNvSpPr>
          <p:nvPr/>
        </p:nvSpPr>
        <p:spPr>
          <a:xfrm>
            <a:off x="4623956" y="4630883"/>
            <a:ext cx="2971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06"/>
          </a:bodyPr>
          <a:lstStyle/>
          <a:p>
            <a:pPr>
              <a:buNone/>
              <a:defRPr sz="1725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File = Leaf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5CE1480-876A-171D-97E0-393EBBD914E2}"/>
              </a:ext>
            </a:extLst>
          </p:cNvPr>
          <p:cNvSpPr>
            <a:spLocks noGrp="1"/>
          </p:cNvSpPr>
          <p:nvPr/>
        </p:nvSpPr>
        <p:spPr>
          <a:xfrm>
            <a:off x="4623956" y="5049983"/>
            <a:ext cx="2971800" cy="981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182B43"/>
                </a:solidFill>
                <a:latin typeface="Times New Roman"/>
                <a:ea typeface="Times New Roman"/>
                <a:cs typeface="Times New Roman"/>
              </a:rPr>
              <a:t>Stores a name and byte count. It displays itself and returns its own size.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76B565D-0DEF-98F7-146D-F5A36F873F4C}"/>
              </a:ext>
            </a:extLst>
          </p:cNvPr>
          <p:cNvSpPr>
            <a:spLocks noGrp="1"/>
          </p:cNvSpPr>
          <p:nvPr/>
        </p:nvSpPr>
        <p:spPr>
          <a:xfrm>
            <a:off x="8138681" y="4459433"/>
            <a:ext cx="3429000" cy="1571625"/>
          </a:xfrm>
          <a:prstGeom prst="roundRect">
            <a:avLst>
              <a:gd name="adj" fmla="val 2424"/>
            </a:avLst>
          </a:prstGeom>
          <a:solidFill>
            <a:srgbClr val="E8F3F8"/>
          </a:solidFill>
          <a:ln w="19050">
            <a:solidFill>
              <a:srgbClr val="C8D5E4"/>
            </a:solidFill>
          </a:ln>
        </p:spPr>
        <p:txBody>
          <a:bodyPr/>
          <a:lstStyle/>
          <a:p>
            <a:pPr marL="0" algn="l" defTabSz="914400" rtl="0">
              <a:buNone/>
            </a:pPr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18AF885-1CFF-FBFC-59B2-CC20B33E98F4}"/>
              </a:ext>
            </a:extLst>
          </p:cNvPr>
          <p:cNvSpPr>
            <a:spLocks noGrp="1"/>
          </p:cNvSpPr>
          <p:nvPr/>
        </p:nvSpPr>
        <p:spPr>
          <a:xfrm>
            <a:off x="8138681" y="4459433"/>
            <a:ext cx="45719" cy="1571625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txBody>
          <a:bodyPr/>
          <a:lstStyle/>
          <a:p>
            <a:pPr marL="0" algn="l" defTabSz="914400" rtl="0">
              <a:buNone/>
            </a:pPr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62A8343-DF94-4374-2647-5C4C8FD4BD59}"/>
              </a:ext>
            </a:extLst>
          </p:cNvPr>
          <p:cNvSpPr>
            <a:spLocks noGrp="1"/>
          </p:cNvSpPr>
          <p:nvPr/>
        </p:nvSpPr>
        <p:spPr>
          <a:xfrm>
            <a:off x="8367281" y="4630883"/>
            <a:ext cx="2971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06"/>
          </a:bodyPr>
          <a:lstStyle/>
          <a:p>
            <a:pPr>
              <a:buNone/>
              <a:defRPr sz="1725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Folder = Composite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EBC3FE3-0809-DD73-5D10-25A57F85DB2B}"/>
              </a:ext>
            </a:extLst>
          </p:cNvPr>
          <p:cNvSpPr>
            <a:spLocks noGrp="1"/>
          </p:cNvSpPr>
          <p:nvPr/>
        </p:nvSpPr>
        <p:spPr>
          <a:xfrm>
            <a:off x="8367281" y="5049983"/>
            <a:ext cx="2971800" cy="981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182B43"/>
                </a:solidFill>
                <a:latin typeface="Times New Roman"/>
                <a:ea typeface="Times New Roman"/>
                <a:cs typeface="Times New Roman"/>
              </a:rPr>
              <a:t>Stores List&lt;</a:t>
            </a:r>
            <a:r>
              <a:rPr sz="1500" b="0" dirty="0" err="1">
                <a:solidFill>
                  <a:srgbClr val="182B43"/>
                </a:solidFill>
                <a:latin typeface="Times New Roman"/>
                <a:ea typeface="Times New Roman"/>
                <a:cs typeface="Times New Roman"/>
              </a:rPr>
              <a:t>FileSystemNode</a:t>
            </a:r>
            <a:r>
              <a:rPr sz="1500" b="0" dirty="0">
                <a:solidFill>
                  <a:srgbClr val="182B43"/>
                </a:solidFill>
                <a:latin typeface="Times New Roman"/>
                <a:ea typeface="Times New Roman"/>
                <a:cs typeface="Times New Roman"/>
              </a:rPr>
              <a:t>&gt;. It displays children and sums their sizes.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5CD6E5E-00A5-A1B4-85FB-E5A40C20C273}"/>
              </a:ext>
            </a:extLst>
          </p:cNvPr>
          <p:cNvSpPr>
            <a:spLocks noGrp="1"/>
          </p:cNvSpPr>
          <p:nvPr/>
        </p:nvSpPr>
        <p:spPr>
          <a:xfrm>
            <a:off x="733425" y="6126308"/>
            <a:ext cx="10429875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00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A folder can contain files and other folders because both implement FileSystemNode.</a:t>
            </a:r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D36E13DA-90E0-C579-CEC2-C6AC396085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923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A5E09E6-F3FF-4425-9EA4-B683AE8139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0F1981-5F48-4339-9342-29B0E8ACCBD6}"/>
              </a:ext>
            </a:extLst>
          </p:cNvPr>
          <p:cNvSpPr>
            <a:spLocks noGrp="1"/>
          </p:cNvSpPr>
          <p:nvPr/>
        </p:nvSpPr>
        <p:spPr>
          <a:xfrm>
            <a:off x="685800" y="771525"/>
            <a:ext cx="95250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COMPOSITE PATTERN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BBEAD4-B0E5-4A42-8497-FBF29B61EC4A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noFill/>
          <a:ln w="14288"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algn="ctr">
              <a:buNone/>
              <a:defRPr sz="3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A folder is a recursive tree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B1DE660-BBB4-40C9-8D6F-45935D55AF74}"/>
              </a:ext>
            </a:extLst>
          </p:cNvPr>
          <p:cNvSpPr>
            <a:spLocks noGrp="1"/>
          </p:cNvSpPr>
          <p:nvPr/>
        </p:nvSpPr>
        <p:spPr>
          <a:xfrm>
            <a:off x="4876800" y="1476375"/>
            <a:ext cx="2428875" cy="742950"/>
          </a:xfrm>
          <a:prstGeom prst="roundRect">
            <a:avLst>
              <a:gd name="adj" fmla="val 10256"/>
            </a:avLst>
          </a:prstGeom>
          <a:solidFill>
            <a:srgbClr val="F6C6AD"/>
          </a:solidFill>
          <a:ln w="19050">
            <a:solidFill>
              <a:srgbClr val="F2A9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12EFFF-F45C-4DB9-84DA-F8960FB5FC96}"/>
              </a:ext>
            </a:extLst>
          </p:cNvPr>
          <p:cNvSpPr>
            <a:spLocks noGrp="1"/>
          </p:cNvSpPr>
          <p:nvPr/>
        </p:nvSpPr>
        <p:spPr>
          <a:xfrm>
            <a:off x="4991100" y="1552575"/>
            <a:ext cx="220027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Projects/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863D8CD-BDB1-4C06-B0FD-2B945F98DFFC}"/>
              </a:ext>
            </a:extLst>
          </p:cNvPr>
          <p:cNvSpPr>
            <a:spLocks noGrp="1"/>
          </p:cNvSpPr>
          <p:nvPr/>
        </p:nvSpPr>
        <p:spPr>
          <a:xfrm>
            <a:off x="1047750" y="3238500"/>
            <a:ext cx="1905000" cy="762000"/>
          </a:xfrm>
          <a:prstGeom prst="roundRect">
            <a:avLst>
              <a:gd name="adj" fmla="val 10000"/>
            </a:avLst>
          </a:prstGeom>
          <a:solidFill>
            <a:srgbClr val="DCF2D4"/>
          </a:solidFill>
          <a:ln w="19050">
            <a:solidFill>
              <a:srgbClr val="087E8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F01177-9327-4543-89B5-A74391CD602E}"/>
              </a:ext>
            </a:extLst>
          </p:cNvPr>
          <p:cNvSpPr>
            <a:spLocks noGrp="1"/>
          </p:cNvSpPr>
          <p:nvPr/>
        </p:nvSpPr>
        <p:spPr>
          <a:xfrm>
            <a:off x="1162050" y="3314700"/>
            <a:ext cx="16764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README.md</a:t>
            </a:r>
          </a:p>
          <a:p>
            <a:pPr>
              <a:buNone/>
              <a:defRPr sz="1500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2 KB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B8F967B-8DE2-4F13-ACBB-CEB839BCD4D4}"/>
              </a:ext>
            </a:extLst>
          </p:cNvPr>
          <p:cNvSpPr>
            <a:spLocks noGrp="1"/>
          </p:cNvSpPr>
          <p:nvPr/>
        </p:nvSpPr>
        <p:spPr>
          <a:xfrm>
            <a:off x="3771900" y="3238500"/>
            <a:ext cx="1905000" cy="762000"/>
          </a:xfrm>
          <a:prstGeom prst="roundRect">
            <a:avLst>
              <a:gd name="adj" fmla="val 10000"/>
            </a:avLst>
          </a:prstGeom>
          <a:solidFill>
            <a:srgbClr val="F6C6AD"/>
          </a:solidFill>
          <a:ln w="19050">
            <a:solidFill>
              <a:srgbClr val="F2A9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42916D-50DC-42B7-A3C3-A3BF5EE54586}"/>
              </a:ext>
            </a:extLst>
          </p:cNvPr>
          <p:cNvSpPr>
            <a:spLocks noGrp="1"/>
          </p:cNvSpPr>
          <p:nvPr/>
        </p:nvSpPr>
        <p:spPr>
          <a:xfrm>
            <a:off x="3886200" y="3314700"/>
            <a:ext cx="16764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src/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FE9C1CA-7856-431E-8D72-C75DEF2E968C}"/>
              </a:ext>
            </a:extLst>
          </p:cNvPr>
          <p:cNvSpPr>
            <a:spLocks noGrp="1"/>
          </p:cNvSpPr>
          <p:nvPr/>
        </p:nvSpPr>
        <p:spPr>
          <a:xfrm>
            <a:off x="6543675" y="3238500"/>
            <a:ext cx="1905000" cy="762000"/>
          </a:xfrm>
          <a:prstGeom prst="roundRect">
            <a:avLst>
              <a:gd name="adj" fmla="val 10000"/>
            </a:avLst>
          </a:prstGeom>
          <a:solidFill>
            <a:srgbClr val="F6C6AD"/>
          </a:solidFill>
          <a:ln w="19050">
            <a:solidFill>
              <a:srgbClr val="F2A9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2637A3-93A3-45D6-9E85-28F2B48740FE}"/>
              </a:ext>
            </a:extLst>
          </p:cNvPr>
          <p:cNvSpPr>
            <a:spLocks noGrp="1"/>
          </p:cNvSpPr>
          <p:nvPr/>
        </p:nvSpPr>
        <p:spPr>
          <a:xfrm>
            <a:off x="6657975" y="3314700"/>
            <a:ext cx="16764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assets/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4CCC126-8653-4E39-A8B0-9BDAB2981B43}"/>
              </a:ext>
            </a:extLst>
          </p:cNvPr>
          <p:cNvSpPr>
            <a:spLocks noGrp="1"/>
          </p:cNvSpPr>
          <p:nvPr/>
        </p:nvSpPr>
        <p:spPr>
          <a:xfrm>
            <a:off x="9277350" y="3238500"/>
            <a:ext cx="1905000" cy="762000"/>
          </a:xfrm>
          <a:prstGeom prst="roundRect">
            <a:avLst>
              <a:gd name="adj" fmla="val 10000"/>
            </a:avLst>
          </a:prstGeom>
          <a:solidFill>
            <a:srgbClr val="DCF2D4"/>
          </a:solidFill>
          <a:ln w="19050">
            <a:solidFill>
              <a:srgbClr val="087E8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C2ED9A-70F1-4FF4-901F-DDB13F4A7D51}"/>
              </a:ext>
            </a:extLst>
          </p:cNvPr>
          <p:cNvSpPr>
            <a:spLocks noGrp="1"/>
          </p:cNvSpPr>
          <p:nvPr/>
        </p:nvSpPr>
        <p:spPr>
          <a:xfrm>
            <a:off x="9391650" y="3314700"/>
            <a:ext cx="16764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notes.txt</a:t>
            </a:r>
          </a:p>
          <a:p>
            <a:pPr>
              <a:buNone/>
              <a:defRPr sz="1500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1 KB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4E6DBF-3775-421F-8437-78BB4E454B97}"/>
              </a:ext>
            </a:extLst>
          </p:cNvPr>
          <p:cNvSpPr>
            <a:spLocks noGrp="1"/>
          </p:cNvSpPr>
          <p:nvPr/>
        </p:nvSpPr>
        <p:spPr>
          <a:xfrm>
            <a:off x="6076950" y="2219325"/>
            <a:ext cx="28575" cy="476250"/>
          </a:xfrm>
          <a:prstGeom prst="rect">
            <a:avLst/>
          </a:prstGeom>
          <a:solidFill>
            <a:srgbClr val="9FB2C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100589-C957-40F8-AB16-39E16AB66C25}"/>
              </a:ext>
            </a:extLst>
          </p:cNvPr>
          <p:cNvSpPr>
            <a:spLocks noGrp="1"/>
          </p:cNvSpPr>
          <p:nvPr/>
        </p:nvSpPr>
        <p:spPr>
          <a:xfrm>
            <a:off x="2000250" y="2695575"/>
            <a:ext cx="8239125" cy="28575"/>
          </a:xfrm>
          <a:prstGeom prst="rect">
            <a:avLst/>
          </a:prstGeom>
          <a:solidFill>
            <a:srgbClr val="9FB2C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460BD3-8B66-435A-97AE-7AD23D470625}"/>
              </a:ext>
            </a:extLst>
          </p:cNvPr>
          <p:cNvSpPr>
            <a:spLocks noGrp="1"/>
          </p:cNvSpPr>
          <p:nvPr/>
        </p:nvSpPr>
        <p:spPr>
          <a:xfrm>
            <a:off x="2000250" y="2695575"/>
            <a:ext cx="28575" cy="542925"/>
          </a:xfrm>
          <a:prstGeom prst="rect">
            <a:avLst/>
          </a:prstGeom>
          <a:solidFill>
            <a:srgbClr val="9FB2C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F9BFDF-0C21-4058-B95A-8A5DD3034D89}"/>
              </a:ext>
            </a:extLst>
          </p:cNvPr>
          <p:cNvSpPr>
            <a:spLocks noGrp="1"/>
          </p:cNvSpPr>
          <p:nvPr/>
        </p:nvSpPr>
        <p:spPr>
          <a:xfrm>
            <a:off x="4724400" y="2695575"/>
            <a:ext cx="28575" cy="542925"/>
          </a:xfrm>
          <a:prstGeom prst="rect">
            <a:avLst/>
          </a:prstGeom>
          <a:solidFill>
            <a:srgbClr val="9FB2C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2356FA-44E8-45A7-A9AB-6AD534DEA0A6}"/>
              </a:ext>
            </a:extLst>
          </p:cNvPr>
          <p:cNvSpPr>
            <a:spLocks noGrp="1"/>
          </p:cNvSpPr>
          <p:nvPr/>
        </p:nvSpPr>
        <p:spPr>
          <a:xfrm>
            <a:off x="7496175" y="2695575"/>
            <a:ext cx="28575" cy="542925"/>
          </a:xfrm>
          <a:prstGeom prst="rect">
            <a:avLst/>
          </a:prstGeom>
          <a:solidFill>
            <a:srgbClr val="9FB2C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7B52BA-E917-4331-BD90-378744E65E42}"/>
              </a:ext>
            </a:extLst>
          </p:cNvPr>
          <p:cNvSpPr>
            <a:spLocks noGrp="1"/>
          </p:cNvSpPr>
          <p:nvPr/>
        </p:nvSpPr>
        <p:spPr>
          <a:xfrm>
            <a:off x="10229850" y="2695575"/>
            <a:ext cx="28575" cy="542925"/>
          </a:xfrm>
          <a:prstGeom prst="rect">
            <a:avLst/>
          </a:prstGeom>
          <a:solidFill>
            <a:srgbClr val="9FB2C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0ECC513-DE4E-4AF7-86E1-B9E9E33FDD91}"/>
              </a:ext>
            </a:extLst>
          </p:cNvPr>
          <p:cNvSpPr>
            <a:spLocks noGrp="1"/>
          </p:cNvSpPr>
          <p:nvPr/>
        </p:nvSpPr>
        <p:spPr>
          <a:xfrm>
            <a:off x="3505200" y="4695825"/>
            <a:ext cx="1524000" cy="685800"/>
          </a:xfrm>
          <a:prstGeom prst="roundRect">
            <a:avLst>
              <a:gd name="adj" fmla="val 11111"/>
            </a:avLst>
          </a:prstGeom>
          <a:solidFill>
            <a:srgbClr val="DCF2D4"/>
          </a:solidFill>
          <a:ln w="19050">
            <a:solidFill>
              <a:srgbClr val="087E8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29A4EC-90AA-45D0-85C7-E8DADA7A4FB3}"/>
              </a:ext>
            </a:extLst>
          </p:cNvPr>
          <p:cNvSpPr>
            <a:spLocks noGrp="1"/>
          </p:cNvSpPr>
          <p:nvPr/>
        </p:nvSpPr>
        <p:spPr>
          <a:xfrm>
            <a:off x="3619500" y="4772025"/>
            <a:ext cx="12954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>
              <a:buNone/>
              <a:defRPr sz="1500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App.java</a:t>
            </a:r>
          </a:p>
          <a:p>
            <a:pPr>
              <a:buNone/>
              <a:defRPr sz="1500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4 KB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FD306F3-9ED0-4E91-8501-20644FA0F329}"/>
              </a:ext>
            </a:extLst>
          </p:cNvPr>
          <p:cNvSpPr>
            <a:spLocks noGrp="1"/>
          </p:cNvSpPr>
          <p:nvPr/>
        </p:nvSpPr>
        <p:spPr>
          <a:xfrm>
            <a:off x="6772275" y="4695825"/>
            <a:ext cx="1524000" cy="685800"/>
          </a:xfrm>
          <a:prstGeom prst="roundRect">
            <a:avLst>
              <a:gd name="adj" fmla="val 11111"/>
            </a:avLst>
          </a:prstGeom>
          <a:solidFill>
            <a:srgbClr val="DCF2D4"/>
          </a:solidFill>
          <a:ln w="19050">
            <a:solidFill>
              <a:srgbClr val="087E8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2FA7F2-D192-4EF0-9D5F-57CB327E76C7}"/>
              </a:ext>
            </a:extLst>
          </p:cNvPr>
          <p:cNvSpPr>
            <a:spLocks noGrp="1"/>
          </p:cNvSpPr>
          <p:nvPr/>
        </p:nvSpPr>
        <p:spPr>
          <a:xfrm>
            <a:off x="6886575" y="4772025"/>
            <a:ext cx="12954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>
              <a:buNone/>
              <a:defRPr sz="1500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logo.png</a:t>
            </a:r>
          </a:p>
          <a:p>
            <a:pPr>
              <a:buNone/>
              <a:defRPr sz="1500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3 KB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C6CA205-3CAF-4471-8FD1-5FA465BD01E2}"/>
              </a:ext>
            </a:extLst>
          </p:cNvPr>
          <p:cNvSpPr>
            <a:spLocks noGrp="1"/>
          </p:cNvSpPr>
          <p:nvPr/>
        </p:nvSpPr>
        <p:spPr>
          <a:xfrm>
            <a:off x="4724400" y="4000500"/>
            <a:ext cx="28575" cy="371475"/>
          </a:xfrm>
          <a:prstGeom prst="rect">
            <a:avLst/>
          </a:prstGeom>
          <a:solidFill>
            <a:srgbClr val="9FB2C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F823B15-F71E-459D-884A-F32684968362}"/>
              </a:ext>
            </a:extLst>
          </p:cNvPr>
          <p:cNvSpPr>
            <a:spLocks noGrp="1"/>
          </p:cNvSpPr>
          <p:nvPr/>
        </p:nvSpPr>
        <p:spPr>
          <a:xfrm>
            <a:off x="4267200" y="4371975"/>
            <a:ext cx="457200" cy="28575"/>
          </a:xfrm>
          <a:prstGeom prst="rect">
            <a:avLst/>
          </a:prstGeom>
          <a:solidFill>
            <a:srgbClr val="9FB2C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108054-E3C0-4DF9-89CF-6AD2992E6B0E}"/>
              </a:ext>
            </a:extLst>
          </p:cNvPr>
          <p:cNvSpPr>
            <a:spLocks noGrp="1"/>
          </p:cNvSpPr>
          <p:nvPr/>
        </p:nvSpPr>
        <p:spPr>
          <a:xfrm>
            <a:off x="4267200" y="4371975"/>
            <a:ext cx="28575" cy="323850"/>
          </a:xfrm>
          <a:prstGeom prst="rect">
            <a:avLst/>
          </a:prstGeom>
          <a:solidFill>
            <a:srgbClr val="9FB2C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2012C33-66F8-4AB8-83C5-4FEC7A29771F}"/>
              </a:ext>
            </a:extLst>
          </p:cNvPr>
          <p:cNvSpPr>
            <a:spLocks noGrp="1"/>
          </p:cNvSpPr>
          <p:nvPr/>
        </p:nvSpPr>
        <p:spPr>
          <a:xfrm>
            <a:off x="7496175" y="4000500"/>
            <a:ext cx="28575" cy="371475"/>
          </a:xfrm>
          <a:prstGeom prst="rect">
            <a:avLst/>
          </a:prstGeom>
          <a:solidFill>
            <a:srgbClr val="9FB2C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EDE9002-78F6-41E1-B8AB-3E60DE17A4B9}"/>
              </a:ext>
            </a:extLst>
          </p:cNvPr>
          <p:cNvSpPr>
            <a:spLocks noGrp="1"/>
          </p:cNvSpPr>
          <p:nvPr/>
        </p:nvSpPr>
        <p:spPr>
          <a:xfrm>
            <a:off x="7496175" y="4371975"/>
            <a:ext cx="28575" cy="323850"/>
          </a:xfrm>
          <a:prstGeom prst="rect">
            <a:avLst/>
          </a:prstGeom>
          <a:solidFill>
            <a:srgbClr val="9FB2C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B38AE5-954F-4A93-8B4C-673CDE04C81E}"/>
              </a:ext>
            </a:extLst>
          </p:cNvPr>
          <p:cNvSpPr>
            <a:spLocks noGrp="1"/>
          </p:cNvSpPr>
          <p:nvPr/>
        </p:nvSpPr>
        <p:spPr>
          <a:xfrm>
            <a:off x="3086100" y="5648325"/>
            <a:ext cx="6667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574" lnSpcReduction="10000"/>
          </a:bodyPr>
          <a:lstStyle/>
          <a:p>
            <a:pPr>
              <a:buNone/>
              <a:defRPr sz="187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dirty="0" err="1">
                <a:solidFill>
                  <a:srgbClr val="087E8B"/>
                </a:solidFill>
                <a:latin typeface="Times New Roman"/>
                <a:ea typeface="Times New Roman"/>
                <a:cs typeface="Times New Roman"/>
              </a:rPr>
              <a:t>getSize</a:t>
            </a:r>
            <a:r>
              <a:rPr sz="1875" b="1" dirty="0">
                <a:solidFill>
                  <a:srgbClr val="087E8B"/>
                </a:solidFill>
                <a:latin typeface="Times New Roman"/>
                <a:ea typeface="Times New Roman"/>
                <a:cs typeface="Times New Roman"/>
              </a:rPr>
              <a:t>(Projects) = 2 + 4 + 3 + 1 = 10 KB</a:t>
            </a:r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E25D9EBF-1B08-7A6E-B8D6-08A8F652FF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956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CF349A-BC17-69BC-1415-B6B447833C00}"/>
              </a:ext>
            </a:extLst>
          </p:cNvPr>
          <p:cNvSpPr>
            <a:spLocks noGrp="1"/>
          </p:cNvSpPr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600">
                <a:solidFill>
                  <a:srgbClr val="002060"/>
                </a:solidFill>
              </a:rPr>
              <a:t>Why the Existing Design Fails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FEFDF0-4E95-AEB1-FD86-67BAB8CF40C3}"/>
              </a:ext>
            </a:extLst>
          </p:cNvPr>
          <p:cNvSpPr>
            <a:spLocks noGrp="1"/>
          </p:cNvSpPr>
          <p:nvPr/>
        </p:nvSpPr>
        <p:spPr>
          <a:xfrm>
            <a:off x="5921298" y="2072810"/>
            <a:ext cx="5759423" cy="255454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C00000"/>
                </a:solidFill>
              </a:rPr>
              <a:t>Problems</a:t>
            </a:r>
          </a:p>
          <a:p>
            <a:pPr marL="342900" lvl="0" indent="-342900">
              <a:buFont typeface="Arial"/>
              <a:buChar char="•"/>
            </a:pPr>
            <a:r>
              <a:rPr sz="2000" dirty="0"/>
              <a:t>Separate code paths for files and folders</a:t>
            </a:r>
          </a:p>
          <a:p>
            <a:pPr marL="342900" lvl="0" indent="-342900">
              <a:buFont typeface="Arial"/>
              <a:buChar char="•"/>
            </a:pPr>
            <a:r>
              <a:rPr sz="2000" dirty="0"/>
              <a:t>Nested structures require repeated type checks</a:t>
            </a:r>
          </a:p>
          <a:p>
            <a:pPr marL="342900" lvl="0" indent="-342900">
              <a:buFont typeface="Arial"/>
              <a:buChar char="•"/>
            </a:pPr>
            <a:r>
              <a:rPr sz="2000" dirty="0"/>
              <a:t>Adding a new element changes client code</a:t>
            </a:r>
          </a:p>
          <a:p>
            <a:pPr marL="342900" lvl="0" indent="-342900">
              <a:buFont typeface="Arial"/>
              <a:buChar char="•"/>
            </a:pPr>
            <a:r>
              <a:rPr sz="2000" dirty="0"/>
              <a:t>Operations become difficult to extend</a:t>
            </a:r>
          </a:p>
          <a:p>
            <a:pPr marL="342900" lvl="0" indent="-342900">
              <a:buFont typeface="Arial"/>
              <a:buChar char="•"/>
            </a:pPr>
            <a:r>
              <a:rPr sz="2000" dirty="0"/>
              <a:t>Recursive handling spreads across the application</a:t>
            </a:r>
          </a:p>
          <a:p>
            <a:pPr marL="342900" lvl="0" indent="-342900">
              <a:buFont typeface="Arial"/>
              <a:buChar char="•"/>
            </a:pPr>
            <a:r>
              <a:rPr sz="2000" dirty="0"/>
              <a:t>Clients depend on concrete element classes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B8161F-7B1E-DBF9-F5C2-66D736DF48A4}"/>
              </a:ext>
            </a:extLst>
          </p:cNvPr>
          <p:cNvSpPr>
            <a:spLocks noGrp="1"/>
          </p:cNvSpPr>
          <p:nvPr/>
        </p:nvSpPr>
        <p:spPr>
          <a:xfrm>
            <a:off x="628427" y="910927"/>
            <a:ext cx="75520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0000FF"/>
                </a:solidFill>
              </a:rPr>
              <a:t>A naive implementation of a file explorer</a:t>
            </a:r>
          </a:p>
        </p:txBody>
      </p:sp>
      <p:sp>
        <p:nvSpPr>
          <p:cNvPr id="9007" name="Composite diagram">
            <a:extLst>
              <a:ext uri="{FF2B5EF4-FFF2-40B4-BE49-F238E27FC236}">
                <a16:creationId xmlns:a16="http://schemas.microsoft.com/office/drawing/2014/main" id="{E6F2BFEA-28E3-4A55-8E89-87951858AB46}"/>
              </a:ext>
            </a:extLst>
          </p:cNvPr>
          <p:cNvSpPr>
            <a:spLocks noGrp="1"/>
          </p:cNvSpPr>
          <p:nvPr/>
        </p:nvSpPr>
        <p:spPr>
          <a:xfrm>
            <a:off x="271656" y="1942522"/>
            <a:ext cx="5271820" cy="3621293"/>
          </a:xfrm>
          <a:prstGeom prst="rect">
            <a:avLst/>
          </a:prstGeom>
          <a:solidFill>
            <a:srgbClr val="FFFFFF"/>
          </a:solidFill>
          <a:ln w="12000">
            <a:solidFill>
              <a:srgbClr val="163B66"/>
            </a:solidFill>
          </a:ln>
        </p:spPr>
        <p:txBody>
          <a:bodyPr wrap="square" lIns="160000" tIns="100000" rIns="80000" bIns="80000"/>
          <a:lstStyle/>
          <a:p>
            <a:endParaRPr sz="2000" dirty="0"/>
          </a:p>
          <a:p>
            <a:r>
              <a:rPr sz="2000" dirty="0">
                <a:latin typeface="Aptos"/>
                <a:ea typeface="Aptos"/>
                <a:cs typeface="Aptos"/>
              </a:rPr>
              <a:t>if (node </a:t>
            </a:r>
            <a:r>
              <a:rPr sz="2000" dirty="0" err="1">
                <a:latin typeface="Aptos"/>
                <a:ea typeface="Aptos"/>
                <a:cs typeface="Aptos"/>
              </a:rPr>
              <a:t>instanceof</a:t>
            </a:r>
            <a:r>
              <a:rPr sz="2000" dirty="0">
                <a:latin typeface="Aptos"/>
                <a:ea typeface="Aptos"/>
                <a:cs typeface="Aptos"/>
              </a:rPr>
              <a:t> File) {</a:t>
            </a:r>
            <a:endParaRPr sz="2000" dirty="0"/>
          </a:p>
          <a:p>
            <a:r>
              <a:rPr sz="2000" dirty="0">
                <a:latin typeface="Aptos"/>
                <a:ea typeface="Aptos"/>
                <a:cs typeface="Aptos"/>
              </a:rPr>
              <a:t>    </a:t>
            </a:r>
            <a:r>
              <a:rPr sz="2000" dirty="0" err="1">
                <a:latin typeface="Aptos"/>
                <a:ea typeface="Aptos"/>
                <a:cs typeface="Aptos"/>
              </a:rPr>
              <a:t>displayFile</a:t>
            </a:r>
            <a:r>
              <a:rPr sz="2000" dirty="0">
                <a:latin typeface="Aptos"/>
                <a:ea typeface="Aptos"/>
                <a:cs typeface="Aptos"/>
              </a:rPr>
              <a:t>((File) node);</a:t>
            </a:r>
            <a:endParaRPr sz="2000" dirty="0"/>
          </a:p>
          <a:p>
            <a:r>
              <a:rPr sz="2000" dirty="0">
                <a:latin typeface="Aptos"/>
                <a:ea typeface="Aptos"/>
                <a:cs typeface="Aptos"/>
              </a:rPr>
              <a:t>} else if (node </a:t>
            </a:r>
            <a:r>
              <a:rPr sz="2000" dirty="0" err="1">
                <a:latin typeface="Aptos"/>
                <a:ea typeface="Aptos"/>
                <a:cs typeface="Aptos"/>
              </a:rPr>
              <a:t>instanceof</a:t>
            </a:r>
            <a:r>
              <a:rPr sz="2000" dirty="0">
                <a:latin typeface="Aptos"/>
                <a:ea typeface="Aptos"/>
                <a:cs typeface="Aptos"/>
              </a:rPr>
              <a:t> Folder) {</a:t>
            </a:r>
            <a:endParaRPr sz="2000" dirty="0"/>
          </a:p>
          <a:p>
            <a:r>
              <a:rPr sz="2000" dirty="0">
                <a:latin typeface="Aptos"/>
                <a:ea typeface="Aptos"/>
                <a:cs typeface="Aptos"/>
              </a:rPr>
              <a:t>    for (Node child : ((Folder) node).children) {</a:t>
            </a:r>
            <a:endParaRPr sz="2000" dirty="0"/>
          </a:p>
          <a:p>
            <a:r>
              <a:rPr sz="2000" dirty="0">
                <a:latin typeface="Aptos"/>
                <a:ea typeface="Aptos"/>
                <a:cs typeface="Aptos"/>
              </a:rPr>
              <a:t>        display(child);</a:t>
            </a:r>
            <a:endParaRPr sz="2000" dirty="0"/>
          </a:p>
          <a:p>
            <a:r>
              <a:rPr sz="2000" dirty="0">
                <a:latin typeface="Aptos"/>
                <a:ea typeface="Aptos"/>
                <a:cs typeface="Aptos"/>
              </a:rPr>
              <a:t>    }</a:t>
            </a:r>
            <a:endParaRPr sz="2000" dirty="0"/>
          </a:p>
          <a:p>
            <a:r>
              <a:rPr sz="2000" dirty="0">
                <a:latin typeface="Aptos"/>
                <a:ea typeface="Aptos"/>
                <a:cs typeface="Aptos"/>
              </a:rPr>
              <a:t>}</a:t>
            </a:r>
            <a:endParaRPr sz="2000" dirty="0"/>
          </a:p>
          <a:p>
            <a:endParaRPr sz="2000" dirty="0"/>
          </a:p>
          <a:p>
            <a:r>
              <a:rPr sz="2000" dirty="0">
                <a:latin typeface="Aptos"/>
                <a:ea typeface="Aptos"/>
                <a:cs typeface="Aptos"/>
              </a:rPr>
              <a:t>Each new element type adds another branch.</a:t>
            </a:r>
            <a:endParaRPr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4BC263-28DE-9D01-3CA7-6347811A0B42}"/>
              </a:ext>
            </a:extLst>
          </p:cNvPr>
          <p:cNvSpPr>
            <a:spLocks noGrp="1"/>
          </p:cNvSpPr>
          <p:nvPr/>
        </p:nvSpPr>
        <p:spPr>
          <a:xfrm>
            <a:off x="372009" y="1507257"/>
            <a:ext cx="403242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dirty="0">
                <a:solidFill>
                  <a:srgbClr val="0000FF"/>
                </a:solidFill>
              </a:rPr>
              <a:t>Without Composite Pattern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D7434F-047B-A406-BEB5-FC279CD434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332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1088925-FDB2-43CF-B910-BE9CE7E88E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701DF4-0DBA-4C5B-8B0A-4A3EFE80AF6B}"/>
              </a:ext>
            </a:extLst>
          </p:cNvPr>
          <p:cNvSpPr>
            <a:spLocks noGrp="1"/>
          </p:cNvSpPr>
          <p:nvPr/>
        </p:nvSpPr>
        <p:spPr>
          <a:xfrm>
            <a:off x="685800" y="771525"/>
            <a:ext cx="95250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COMPOSITE PATTERN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C02960-CD1C-49E1-B3D8-078A10615789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noFill/>
          <a:ln w="14288"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algn="ctr">
              <a:buNone/>
              <a:defRPr sz="3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Folder implementation: component and file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C8AE200-EDB0-400B-8413-0AB18984148C}"/>
              </a:ext>
            </a:extLst>
          </p:cNvPr>
          <p:cNvSpPr>
            <a:spLocks noGrp="1"/>
          </p:cNvSpPr>
          <p:nvPr/>
        </p:nvSpPr>
        <p:spPr>
          <a:xfrm>
            <a:off x="628650" y="1590675"/>
            <a:ext cx="5162550" cy="2952750"/>
          </a:xfrm>
          <a:prstGeom prst="roundRect">
            <a:avLst>
              <a:gd name="adj" fmla="val 2581"/>
            </a:avLst>
          </a:prstGeom>
          <a:solidFill>
            <a:srgbClr val="F7F7F7"/>
          </a:solidFill>
          <a:ln w="19050">
            <a:solidFill>
              <a:srgbClr val="C8D5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C00B8B-FBA4-40DF-8EEE-C9CF4A08DFAC}"/>
              </a:ext>
            </a:extLst>
          </p:cNvPr>
          <p:cNvSpPr>
            <a:spLocks noGrp="1"/>
          </p:cNvSpPr>
          <p:nvPr/>
        </p:nvSpPr>
        <p:spPr>
          <a:xfrm>
            <a:off x="819150" y="1724025"/>
            <a:ext cx="4781550" cy="2686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725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public interface FileSystemNode {</a:t>
            </a:r>
          </a:p>
          <a:p>
            <a:pPr>
              <a:buNone/>
              <a:defRPr sz="1725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String getName();</a:t>
            </a:r>
          </a:p>
          <a:p>
            <a:pPr>
              <a:buNone/>
              <a:defRPr sz="1725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long getSize();</a:t>
            </a:r>
          </a:p>
          <a:p>
            <a:pPr>
              <a:buNone/>
              <a:defRPr sz="1725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void display(String indent);</a:t>
            </a:r>
          </a:p>
          <a:p>
            <a:pPr>
              <a:buNone/>
              <a:defRPr sz="1725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23EDB30-8328-4FF1-BB5E-785108A3D3C7}"/>
              </a:ext>
            </a:extLst>
          </p:cNvPr>
          <p:cNvSpPr>
            <a:spLocks noGrp="1"/>
          </p:cNvSpPr>
          <p:nvPr/>
        </p:nvSpPr>
        <p:spPr>
          <a:xfrm>
            <a:off x="6048375" y="1590675"/>
            <a:ext cx="5476875" cy="4114800"/>
          </a:xfrm>
          <a:prstGeom prst="roundRect">
            <a:avLst>
              <a:gd name="adj" fmla="val 1852"/>
            </a:avLst>
          </a:prstGeom>
          <a:solidFill>
            <a:srgbClr val="F7F7F7"/>
          </a:solidFill>
          <a:ln w="19050">
            <a:solidFill>
              <a:srgbClr val="C8D5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50A52C-EED7-49AF-BD48-3B7A6007CB4D}"/>
              </a:ext>
            </a:extLst>
          </p:cNvPr>
          <p:cNvSpPr>
            <a:spLocks noGrp="1"/>
          </p:cNvSpPr>
          <p:nvPr/>
        </p:nvSpPr>
        <p:spPr>
          <a:xfrm>
            <a:off x="6238875" y="1724025"/>
            <a:ext cx="5095875" cy="3848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2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dirty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public final class </a:t>
            </a:r>
            <a:r>
              <a:rPr sz="1200" b="0" dirty="0" err="1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FileNode</a:t>
            </a:r>
            <a:r>
              <a:rPr sz="1200" b="0" dirty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implements </a:t>
            </a:r>
            <a:r>
              <a:rPr sz="1200" b="0" dirty="0" err="1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FileSystemNode</a:t>
            </a:r>
            <a:r>
              <a:rPr sz="1200" b="0" dirty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{</a:t>
            </a:r>
          </a:p>
          <a:p>
            <a:pPr>
              <a:buNone/>
              <a:defRPr sz="12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dirty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private final String name;</a:t>
            </a:r>
          </a:p>
          <a:p>
            <a:pPr>
              <a:buNone/>
              <a:defRPr sz="12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dirty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private final long size;</a:t>
            </a:r>
          </a:p>
          <a:p>
            <a:endParaRPr sz="1200" b="0" dirty="0">
              <a:solidFill>
                <a:srgbClr val="182B43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2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dirty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public </a:t>
            </a:r>
            <a:r>
              <a:rPr sz="1200" b="0" dirty="0" err="1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FileNode</a:t>
            </a:r>
            <a:r>
              <a:rPr sz="1200" b="0" dirty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(String name, long size) {</a:t>
            </a:r>
          </a:p>
          <a:p>
            <a:pPr>
              <a:buNone/>
              <a:defRPr sz="12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dirty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sz="1200" b="0" dirty="0" err="1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this.name</a:t>
            </a:r>
            <a:r>
              <a:rPr sz="1200" b="0" dirty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= name; </a:t>
            </a:r>
            <a:r>
              <a:rPr sz="1200" b="0" dirty="0" err="1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this.size</a:t>
            </a:r>
            <a:r>
              <a:rPr sz="1200" b="0" dirty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= size;</a:t>
            </a:r>
          </a:p>
          <a:p>
            <a:pPr>
              <a:buNone/>
              <a:defRPr sz="12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dirty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}</a:t>
            </a:r>
          </a:p>
          <a:p>
            <a:pPr>
              <a:buNone/>
              <a:defRPr sz="12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dirty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public String </a:t>
            </a:r>
            <a:r>
              <a:rPr sz="1200" b="0" dirty="0" err="1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getName</a:t>
            </a:r>
            <a:r>
              <a:rPr sz="1200" b="0" dirty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() { return name; }</a:t>
            </a:r>
          </a:p>
          <a:p>
            <a:pPr>
              <a:buNone/>
              <a:defRPr sz="12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dirty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public long </a:t>
            </a:r>
            <a:r>
              <a:rPr sz="1200" b="0" dirty="0" err="1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getSize</a:t>
            </a:r>
            <a:r>
              <a:rPr sz="1200" b="0" dirty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() { return size; }</a:t>
            </a:r>
          </a:p>
          <a:p>
            <a:pPr>
              <a:buNone/>
              <a:defRPr sz="12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dirty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public void display(String indent) {</a:t>
            </a:r>
          </a:p>
          <a:p>
            <a:pPr>
              <a:buNone/>
              <a:defRPr sz="12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dirty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sz="1200" b="0" dirty="0" err="1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System.out.println</a:t>
            </a:r>
            <a:r>
              <a:rPr sz="1200" b="0" dirty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(indent + name);</a:t>
            </a:r>
          </a:p>
          <a:p>
            <a:pPr>
              <a:buNone/>
              <a:defRPr sz="12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dirty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}</a:t>
            </a:r>
          </a:p>
          <a:p>
            <a:pPr>
              <a:buNone/>
              <a:defRPr sz="12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dirty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E8A5D1C-A2BE-F405-5B7B-F8D8F9B808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751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098D64E-E9FF-44D4-B930-B8CDA65506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4069DE-7EBB-4CC0-814D-787710D8041B}"/>
              </a:ext>
            </a:extLst>
          </p:cNvPr>
          <p:cNvSpPr>
            <a:spLocks noGrp="1"/>
          </p:cNvSpPr>
          <p:nvPr/>
        </p:nvSpPr>
        <p:spPr>
          <a:xfrm>
            <a:off x="685800" y="771525"/>
            <a:ext cx="95250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COMPOSITE PATTERN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B53709-ACE0-48E4-8055-1AAE139CA34B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noFill/>
          <a:ln w="14288"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algn="ctr">
              <a:buNone/>
              <a:defRPr sz="3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Folder implementation: composite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300FF9C-9009-4D71-923B-2A1D8C09F15C}"/>
              </a:ext>
            </a:extLst>
          </p:cNvPr>
          <p:cNvSpPr>
            <a:spLocks noGrp="1"/>
          </p:cNvSpPr>
          <p:nvPr/>
        </p:nvSpPr>
        <p:spPr>
          <a:xfrm>
            <a:off x="657225" y="1504950"/>
            <a:ext cx="10877550" cy="4400550"/>
          </a:xfrm>
          <a:prstGeom prst="roundRect">
            <a:avLst>
              <a:gd name="adj" fmla="val 1732"/>
            </a:avLst>
          </a:prstGeom>
          <a:solidFill>
            <a:srgbClr val="F7F7F7"/>
          </a:solidFill>
          <a:ln w="19050">
            <a:solidFill>
              <a:srgbClr val="C8D5E4"/>
            </a:solidFill>
          </a:ln>
        </p:spPr>
        <p:txBody>
          <a:bodyPr/>
          <a:lstStyle/>
          <a:p>
            <a:pPr marL="0" algn="l" defTabSz="914400" rtl="0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4073F3-F730-4D5B-BE60-0583E097EC17}"/>
              </a:ext>
            </a:extLst>
          </p:cNvPr>
          <p:cNvSpPr>
            <a:spLocks noGrp="1"/>
          </p:cNvSpPr>
          <p:nvPr/>
        </p:nvSpPr>
        <p:spPr>
          <a:xfrm>
            <a:off x="847725" y="1638300"/>
            <a:ext cx="10496550" cy="413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41" lnSpcReduction="10000"/>
          </a:bodyPr>
          <a:lstStyle/>
          <a:p>
            <a:pPr>
              <a:buNone/>
              <a:def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public final class Folder implements FileSystemNode {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private final String name;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private final List&lt;FileSystemNode&gt; children = new ArrayList&lt;&gt;();</a:t>
            </a:r>
          </a:p>
          <a:p>
            <a:endParaRPr sz="1500" b="0">
              <a:solidFill>
                <a:srgbClr val="182B43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public Folder(String name) { this.name = name; }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public String getName() { return name; }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public void add(FileSystemNode child) { children.add(child); }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public void remove(FileSystemNode child) { children.remove(child); }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public long getSize() {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    long total = 0;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    for (FileSystemNode child : children) total += child.getSize();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    return total;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}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public void display(String indent) {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    System.out.println(indent + name + "/");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    for (FileSystemNode child : children) child.display(indent + "  ");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}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B9A1E41-E1B3-53B0-0C9D-FE70DCA186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7434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A50D8F5-DAED-4D51-AB79-2B6A6E433F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4B2F5D-E812-4B97-86AE-67C8899D5A76}"/>
              </a:ext>
            </a:extLst>
          </p:cNvPr>
          <p:cNvSpPr>
            <a:spLocks noGrp="1"/>
          </p:cNvSpPr>
          <p:nvPr/>
        </p:nvSpPr>
        <p:spPr>
          <a:xfrm>
            <a:off x="685800" y="771525"/>
            <a:ext cx="95250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COMPOSITE PATTERN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4D09F8-F83C-4A30-AB11-0CC6E9948301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noFill/>
          <a:ln w="14288"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algn="ctr">
              <a:buNone/>
              <a:defRPr sz="3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Folder client: one call traverses the tree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EA3D467-6491-49D6-9493-5B12AB75B755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6191250" cy="3429000"/>
          </a:xfrm>
          <a:prstGeom prst="roundRect">
            <a:avLst>
              <a:gd name="adj" fmla="val 2222"/>
            </a:avLst>
          </a:prstGeom>
          <a:solidFill>
            <a:srgbClr val="F7F7F7"/>
          </a:solidFill>
          <a:ln w="19050">
            <a:solidFill>
              <a:srgbClr val="C8D5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1AD3D8-23C8-4196-87E2-57D466C2907B}"/>
              </a:ext>
            </a:extLst>
          </p:cNvPr>
          <p:cNvSpPr>
            <a:spLocks noGrp="1"/>
          </p:cNvSpPr>
          <p:nvPr/>
        </p:nvSpPr>
        <p:spPr>
          <a:xfrm>
            <a:off x="857250" y="1752600"/>
            <a:ext cx="5810250" cy="3162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75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Folder root = new Folder("Projects");</a:t>
            </a:r>
          </a:p>
          <a:p>
            <a:pPr>
              <a:buNone/>
              <a:defRPr sz="1575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root.add(new FileNode("README.md", 2_000));</a:t>
            </a:r>
          </a:p>
          <a:p>
            <a:pPr>
              <a:buNone/>
              <a:defRPr sz="1575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Folder src = new Folder("src");</a:t>
            </a:r>
          </a:p>
          <a:p>
            <a:pPr>
              <a:buNone/>
              <a:defRPr sz="1575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src.add(new FileNode("App.java", 4_000));</a:t>
            </a:r>
          </a:p>
          <a:p>
            <a:pPr>
              <a:buNone/>
              <a:defRPr sz="1575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root.add(src);</a:t>
            </a:r>
          </a:p>
          <a:p>
            <a:pPr>
              <a:buNone/>
              <a:defRPr sz="1575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root.display("");</a:t>
            </a:r>
          </a:p>
          <a:p>
            <a:pPr>
              <a:buNone/>
              <a:defRPr sz="1575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System.out.println(root.getSize());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5B1305A-CAA8-456D-91C6-CB5D6A8B356F}"/>
              </a:ext>
            </a:extLst>
          </p:cNvPr>
          <p:cNvSpPr>
            <a:spLocks noGrp="1"/>
          </p:cNvSpPr>
          <p:nvPr/>
        </p:nvSpPr>
        <p:spPr>
          <a:xfrm>
            <a:off x="7286625" y="1619250"/>
            <a:ext cx="4238625" cy="3429000"/>
          </a:xfrm>
          <a:prstGeom prst="roundRect">
            <a:avLst>
              <a:gd name="adj" fmla="val 2222"/>
            </a:avLst>
          </a:prstGeom>
          <a:solidFill>
            <a:srgbClr val="E8F3F8"/>
          </a:solidFill>
          <a:ln w="19050">
            <a:solidFill>
              <a:srgbClr val="C8D5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8854D9-986D-4192-9CC2-E00E8EB3C076}"/>
              </a:ext>
            </a:extLst>
          </p:cNvPr>
          <p:cNvSpPr>
            <a:spLocks noGrp="1"/>
          </p:cNvSpPr>
          <p:nvPr/>
        </p:nvSpPr>
        <p:spPr>
          <a:xfrm>
            <a:off x="7286625" y="1619250"/>
            <a:ext cx="76200" cy="342900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E3DB9C-DFB5-43D8-8A6B-43A891C13CEB}"/>
              </a:ext>
            </a:extLst>
          </p:cNvPr>
          <p:cNvSpPr>
            <a:spLocks noGrp="1"/>
          </p:cNvSpPr>
          <p:nvPr/>
        </p:nvSpPr>
        <p:spPr>
          <a:xfrm>
            <a:off x="7515225" y="1790700"/>
            <a:ext cx="378142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06"/>
          </a:bodyPr>
          <a:lstStyle/>
          <a:p>
            <a:pPr>
              <a:buNone/>
              <a:defRPr sz="1725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Expected result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1F6089-A63E-44BC-A2FF-64C243D82675}"/>
              </a:ext>
            </a:extLst>
          </p:cNvPr>
          <p:cNvSpPr>
            <a:spLocks noGrp="1"/>
          </p:cNvSpPr>
          <p:nvPr/>
        </p:nvSpPr>
        <p:spPr>
          <a:xfrm>
            <a:off x="7515225" y="2209800"/>
            <a:ext cx="3781425" cy="2667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B43"/>
                </a:solidFill>
                <a:latin typeface="Times New Roman"/>
                <a:ea typeface="Times New Roman"/>
                <a:cs typeface="Times New Roman"/>
              </a:rPr>
              <a:t>Projects/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B43"/>
                </a:solidFill>
                <a:latin typeface="Times New Roman"/>
                <a:ea typeface="Times New Roman"/>
                <a:cs typeface="Times New Roman"/>
              </a:rPr>
              <a:t>  README.md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B43"/>
                </a:solidFill>
                <a:latin typeface="Times New Roman"/>
                <a:ea typeface="Times New Roman"/>
                <a:cs typeface="Times New Roman"/>
              </a:rPr>
              <a:t>  src/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B43"/>
                </a:solidFill>
                <a:latin typeface="Times New Roman"/>
                <a:ea typeface="Times New Roman"/>
                <a:cs typeface="Times New Roman"/>
              </a:rPr>
              <a:t>    App.java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B43"/>
                </a:solidFill>
                <a:latin typeface="Times New Roman"/>
                <a:ea typeface="Times New Roman"/>
                <a:cs typeface="Times New Roman"/>
              </a:rPr>
              <a:t>6000 bytes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CEACD6-FDAC-489D-8903-C5A28E4E1B1A}"/>
              </a:ext>
            </a:extLst>
          </p:cNvPr>
          <p:cNvSpPr>
            <a:spLocks noGrp="1"/>
          </p:cNvSpPr>
          <p:nvPr/>
        </p:nvSpPr>
        <p:spPr>
          <a:xfrm>
            <a:off x="819150" y="539115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725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2000" b="1" dirty="0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The client calls display() and </a:t>
            </a:r>
            <a:r>
              <a:rPr sz="2000" b="1" dirty="0" err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getSize</a:t>
            </a:r>
            <a:r>
              <a:rPr sz="2000" b="1" dirty="0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() on the root. Folder recursion reaches every child.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006DD53-A267-3CA1-79E3-8982A02C86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53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08130A07-792E-44A6-A0CA-921A97FF85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600ACC-DF97-4475-A3BB-2C0999D674AC}"/>
              </a:ext>
            </a:extLst>
          </p:cNvPr>
          <p:cNvSpPr>
            <a:spLocks noGrp="1"/>
          </p:cNvSpPr>
          <p:nvPr/>
        </p:nvSpPr>
        <p:spPr>
          <a:xfrm>
            <a:off x="685800" y="771525"/>
            <a:ext cx="95250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COMPOSITE PATTERN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5B8798-153A-4E44-8A4D-C7073974ABD3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noFill/>
          <a:ln w="14288"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algn="ctr">
              <a:buNone/>
              <a:defRPr sz="3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000" b="1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GoF</a:t>
            </a:r>
            <a:r>
              <a:rPr sz="30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 example: a drawing editor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15125D0-0AAC-4B82-AB95-579F34F1817C}"/>
              </a:ext>
            </a:extLst>
          </p:cNvPr>
          <p:cNvSpPr>
            <a:spLocks noGrp="1"/>
          </p:cNvSpPr>
          <p:nvPr/>
        </p:nvSpPr>
        <p:spPr>
          <a:xfrm>
            <a:off x="5095875" y="1647825"/>
            <a:ext cx="2000250" cy="704850"/>
          </a:xfrm>
          <a:prstGeom prst="roundRect">
            <a:avLst>
              <a:gd name="adj" fmla="val 10811"/>
            </a:avLst>
          </a:prstGeom>
          <a:solidFill>
            <a:srgbClr val="DDEBF3"/>
          </a:solidFill>
          <a:ln w="19050">
            <a:solidFill>
              <a:srgbClr val="2357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1EBA57-5490-4B13-877D-3282E1DD8EFB}"/>
              </a:ext>
            </a:extLst>
          </p:cNvPr>
          <p:cNvSpPr>
            <a:spLocks noGrp="1"/>
          </p:cNvSpPr>
          <p:nvPr/>
        </p:nvSpPr>
        <p:spPr>
          <a:xfrm>
            <a:off x="5210175" y="1724025"/>
            <a:ext cx="17716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Graphic</a:t>
            </a:r>
          </a:p>
          <a:p>
            <a:pPr>
              <a:buNone/>
              <a:defRPr sz="1500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draw()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21AE6EC-FD8A-48AE-B441-E33EB37216C1}"/>
              </a:ext>
            </a:extLst>
          </p:cNvPr>
          <p:cNvSpPr>
            <a:spLocks noGrp="1"/>
          </p:cNvSpPr>
          <p:nvPr/>
        </p:nvSpPr>
        <p:spPr>
          <a:xfrm>
            <a:off x="1428750" y="3209925"/>
            <a:ext cx="1619250" cy="647700"/>
          </a:xfrm>
          <a:prstGeom prst="roundRect">
            <a:avLst>
              <a:gd name="adj" fmla="val 11765"/>
            </a:avLst>
          </a:prstGeom>
          <a:solidFill>
            <a:srgbClr val="DCF2D4"/>
          </a:solidFill>
          <a:ln w="19050">
            <a:solidFill>
              <a:srgbClr val="087E8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27AF59-5137-447D-ABC4-C2DC15757C93}"/>
              </a:ext>
            </a:extLst>
          </p:cNvPr>
          <p:cNvSpPr>
            <a:spLocks noGrp="1"/>
          </p:cNvSpPr>
          <p:nvPr/>
        </p:nvSpPr>
        <p:spPr>
          <a:xfrm>
            <a:off x="1543050" y="3286125"/>
            <a:ext cx="13906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Line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9721247-C416-4F60-AC87-65D5488FD416}"/>
              </a:ext>
            </a:extLst>
          </p:cNvPr>
          <p:cNvSpPr>
            <a:spLocks noGrp="1"/>
          </p:cNvSpPr>
          <p:nvPr/>
        </p:nvSpPr>
        <p:spPr>
          <a:xfrm>
            <a:off x="3524250" y="3209925"/>
            <a:ext cx="1714500" cy="647700"/>
          </a:xfrm>
          <a:prstGeom prst="roundRect">
            <a:avLst>
              <a:gd name="adj" fmla="val 11765"/>
            </a:avLst>
          </a:prstGeom>
          <a:solidFill>
            <a:srgbClr val="DCF2D4"/>
          </a:solidFill>
          <a:ln w="19050">
            <a:solidFill>
              <a:srgbClr val="087E8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1DE3E7-2069-490A-A336-04BE094330D5}"/>
              </a:ext>
            </a:extLst>
          </p:cNvPr>
          <p:cNvSpPr>
            <a:spLocks noGrp="1"/>
          </p:cNvSpPr>
          <p:nvPr/>
        </p:nvSpPr>
        <p:spPr>
          <a:xfrm>
            <a:off x="3638550" y="3286125"/>
            <a:ext cx="14859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Rectangle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8793A27-579F-4606-AAA9-C97F67E9EBD1}"/>
              </a:ext>
            </a:extLst>
          </p:cNvPr>
          <p:cNvSpPr>
            <a:spLocks noGrp="1"/>
          </p:cNvSpPr>
          <p:nvPr/>
        </p:nvSpPr>
        <p:spPr>
          <a:xfrm>
            <a:off x="7381875" y="3209925"/>
            <a:ext cx="2047875" cy="647700"/>
          </a:xfrm>
          <a:prstGeom prst="roundRect">
            <a:avLst>
              <a:gd name="adj" fmla="val 11765"/>
            </a:avLst>
          </a:prstGeom>
          <a:solidFill>
            <a:srgbClr val="F6C6AD"/>
          </a:solidFill>
          <a:ln w="19050">
            <a:solidFill>
              <a:srgbClr val="F2A9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078237-12F3-4FA6-857F-619AEF60C1F9}"/>
              </a:ext>
            </a:extLst>
          </p:cNvPr>
          <p:cNvSpPr>
            <a:spLocks noGrp="1"/>
          </p:cNvSpPr>
          <p:nvPr/>
        </p:nvSpPr>
        <p:spPr>
          <a:xfrm>
            <a:off x="7496175" y="3286125"/>
            <a:ext cx="181927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Picture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337DD25-44AE-4756-9319-C83D3DA3E24E}"/>
              </a:ext>
            </a:extLst>
          </p:cNvPr>
          <p:cNvSpPr>
            <a:spLocks noGrp="1"/>
          </p:cNvSpPr>
          <p:nvPr/>
        </p:nvSpPr>
        <p:spPr>
          <a:xfrm>
            <a:off x="9715500" y="3209925"/>
            <a:ext cx="1619250" cy="647700"/>
          </a:xfrm>
          <a:prstGeom prst="roundRect">
            <a:avLst>
              <a:gd name="adj" fmla="val 11765"/>
            </a:avLst>
          </a:prstGeom>
          <a:solidFill>
            <a:srgbClr val="DCF2D4"/>
          </a:solidFill>
          <a:ln w="19050">
            <a:solidFill>
              <a:srgbClr val="087E8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B7E684-5EFF-4C4F-A980-B15A789DB2F6}"/>
              </a:ext>
            </a:extLst>
          </p:cNvPr>
          <p:cNvSpPr>
            <a:spLocks noGrp="1"/>
          </p:cNvSpPr>
          <p:nvPr/>
        </p:nvSpPr>
        <p:spPr>
          <a:xfrm>
            <a:off x="9829800" y="3286125"/>
            <a:ext cx="13906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Text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E00ABE-7F4C-4A3A-8BCA-7F0F1BAF01E6}"/>
              </a:ext>
            </a:extLst>
          </p:cNvPr>
          <p:cNvSpPr>
            <a:spLocks noGrp="1"/>
          </p:cNvSpPr>
          <p:nvPr/>
        </p:nvSpPr>
        <p:spPr>
          <a:xfrm>
            <a:off x="6096000" y="2352675"/>
            <a:ext cx="28575" cy="428625"/>
          </a:xfrm>
          <a:prstGeom prst="rect">
            <a:avLst/>
          </a:prstGeom>
          <a:solidFill>
            <a:srgbClr val="9FB2C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D21EE1C-A534-48C2-80BB-F1B2F3B392D8}"/>
              </a:ext>
            </a:extLst>
          </p:cNvPr>
          <p:cNvSpPr>
            <a:spLocks noGrp="1"/>
          </p:cNvSpPr>
          <p:nvPr/>
        </p:nvSpPr>
        <p:spPr>
          <a:xfrm>
            <a:off x="2247900" y="2781300"/>
            <a:ext cx="8286750" cy="28575"/>
          </a:xfrm>
          <a:prstGeom prst="rect">
            <a:avLst/>
          </a:prstGeom>
          <a:solidFill>
            <a:srgbClr val="9FB2C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751EF5-3433-4B27-84A9-7200305A76E7}"/>
              </a:ext>
            </a:extLst>
          </p:cNvPr>
          <p:cNvSpPr>
            <a:spLocks noGrp="1"/>
          </p:cNvSpPr>
          <p:nvPr/>
        </p:nvSpPr>
        <p:spPr>
          <a:xfrm>
            <a:off x="2238375" y="2781300"/>
            <a:ext cx="28575" cy="428625"/>
          </a:xfrm>
          <a:prstGeom prst="rect">
            <a:avLst/>
          </a:prstGeom>
          <a:solidFill>
            <a:srgbClr val="9FB2C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B29AE9F-5FE9-476F-B47D-5133F8B90C50}"/>
              </a:ext>
            </a:extLst>
          </p:cNvPr>
          <p:cNvSpPr>
            <a:spLocks noGrp="1"/>
          </p:cNvSpPr>
          <p:nvPr/>
        </p:nvSpPr>
        <p:spPr>
          <a:xfrm>
            <a:off x="4381500" y="2781300"/>
            <a:ext cx="28575" cy="428625"/>
          </a:xfrm>
          <a:prstGeom prst="rect">
            <a:avLst/>
          </a:prstGeom>
          <a:solidFill>
            <a:srgbClr val="9FB2C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C83DC1-B19D-4FB4-AB1F-03BA52580C62}"/>
              </a:ext>
            </a:extLst>
          </p:cNvPr>
          <p:cNvSpPr>
            <a:spLocks noGrp="1"/>
          </p:cNvSpPr>
          <p:nvPr/>
        </p:nvSpPr>
        <p:spPr>
          <a:xfrm>
            <a:off x="8382000" y="2781300"/>
            <a:ext cx="28575" cy="428625"/>
          </a:xfrm>
          <a:prstGeom prst="rect">
            <a:avLst/>
          </a:prstGeom>
          <a:solidFill>
            <a:srgbClr val="9FB2C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2C8F19-FD62-4767-AC58-431DE6B94C81}"/>
              </a:ext>
            </a:extLst>
          </p:cNvPr>
          <p:cNvSpPr>
            <a:spLocks noGrp="1"/>
          </p:cNvSpPr>
          <p:nvPr/>
        </p:nvSpPr>
        <p:spPr>
          <a:xfrm>
            <a:off x="10515600" y="2781300"/>
            <a:ext cx="28575" cy="428625"/>
          </a:xfrm>
          <a:prstGeom prst="rect">
            <a:avLst/>
          </a:prstGeom>
          <a:solidFill>
            <a:srgbClr val="9FB2C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FD6ED42-473A-44CA-9F82-7EBB8F7DA7EF}"/>
              </a:ext>
            </a:extLst>
          </p:cNvPr>
          <p:cNvSpPr>
            <a:spLocks noGrp="1"/>
          </p:cNvSpPr>
          <p:nvPr/>
        </p:nvSpPr>
        <p:spPr>
          <a:xfrm>
            <a:off x="962025" y="4638675"/>
            <a:ext cx="10287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950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B43"/>
                </a:solidFill>
                <a:latin typeface="Times New Roman"/>
                <a:ea typeface="Times New Roman"/>
                <a:cs typeface="Times New Roman"/>
              </a:rPr>
              <a:t>Picture.draw() calls draw() on each child, including a nested Picture.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A638898-8744-48E7-A96D-4504F0B78808}"/>
              </a:ext>
            </a:extLst>
          </p:cNvPr>
          <p:cNvSpPr>
            <a:spLocks noGrp="1"/>
          </p:cNvSpPr>
          <p:nvPr/>
        </p:nvSpPr>
        <p:spPr>
          <a:xfrm>
            <a:off x="2571750" y="4048125"/>
            <a:ext cx="952500" cy="323850"/>
          </a:xfrm>
          <a:prstGeom prst="roundRect">
            <a:avLst>
              <a:gd name="adj" fmla="val 23529"/>
            </a:avLst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A641E39-CED2-40FA-9E22-756FEB10AB69}"/>
              </a:ext>
            </a:extLst>
          </p:cNvPr>
          <p:cNvSpPr>
            <a:spLocks noGrp="1"/>
          </p:cNvSpPr>
          <p:nvPr/>
        </p:nvSpPr>
        <p:spPr>
          <a:xfrm>
            <a:off x="2657475" y="4076700"/>
            <a:ext cx="7810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907" lnSpcReduction="10000"/>
          </a:bodyPr>
          <a:lstStyle/>
          <a:p>
            <a:pPr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Leaf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464364D-8626-4D74-A056-89C03E0AD469}"/>
              </a:ext>
            </a:extLst>
          </p:cNvPr>
          <p:cNvSpPr>
            <a:spLocks noGrp="1"/>
          </p:cNvSpPr>
          <p:nvPr/>
        </p:nvSpPr>
        <p:spPr>
          <a:xfrm>
            <a:off x="4438650" y="4048125"/>
            <a:ext cx="952500" cy="323850"/>
          </a:xfrm>
          <a:prstGeom prst="roundRect">
            <a:avLst>
              <a:gd name="adj" fmla="val 23529"/>
            </a:avLst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E40167E-6E51-4FEA-8578-F2E269D08084}"/>
              </a:ext>
            </a:extLst>
          </p:cNvPr>
          <p:cNvSpPr>
            <a:spLocks noGrp="1"/>
          </p:cNvSpPr>
          <p:nvPr/>
        </p:nvSpPr>
        <p:spPr>
          <a:xfrm>
            <a:off x="4524375" y="4076700"/>
            <a:ext cx="7810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907" lnSpcReduction="10000"/>
          </a:bodyPr>
          <a:lstStyle/>
          <a:p>
            <a:pPr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Leaf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553BAD40-89F8-457D-9F2E-9CD7296E68BF}"/>
              </a:ext>
            </a:extLst>
          </p:cNvPr>
          <p:cNvSpPr>
            <a:spLocks noGrp="1"/>
          </p:cNvSpPr>
          <p:nvPr/>
        </p:nvSpPr>
        <p:spPr>
          <a:xfrm>
            <a:off x="7762875" y="4048125"/>
            <a:ext cx="1428750" cy="323850"/>
          </a:xfrm>
          <a:prstGeom prst="roundRect">
            <a:avLst>
              <a:gd name="adj" fmla="val 23529"/>
            </a:avLst>
          </a:prstGeom>
          <a:solidFill>
            <a:srgbClr val="C000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85AD2EB-47E6-4B8E-8CDF-0661A2282EA2}"/>
              </a:ext>
            </a:extLst>
          </p:cNvPr>
          <p:cNvSpPr>
            <a:spLocks noGrp="1"/>
          </p:cNvSpPr>
          <p:nvPr/>
        </p:nvSpPr>
        <p:spPr>
          <a:xfrm>
            <a:off x="7848600" y="4076700"/>
            <a:ext cx="12573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907" lnSpcReduction="10000"/>
          </a:bodyPr>
          <a:lstStyle/>
          <a:p>
            <a:pPr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Composite</a:t>
            </a: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2D34C624-8566-C2BF-1CA6-82538213EC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574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8C3ADAF-D59E-49CF-8D07-CEE14A8828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DA4D7E-2DC9-4E8B-9D74-557C1F92F026}"/>
              </a:ext>
            </a:extLst>
          </p:cNvPr>
          <p:cNvSpPr>
            <a:spLocks noGrp="1"/>
          </p:cNvSpPr>
          <p:nvPr/>
        </p:nvSpPr>
        <p:spPr>
          <a:xfrm>
            <a:off x="685800" y="771525"/>
            <a:ext cx="95250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COMPOSITE PATTERN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8E2467-39AD-4E95-8EDE-7CE14DF3E4BD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noFill/>
          <a:ln w="14288"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algn="ctr">
              <a:buNone/>
              <a:defRPr sz="3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UI example: a screen is also a tree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E6343BE-1357-4CE3-ABC4-875271EF066C}"/>
              </a:ext>
            </a:extLst>
          </p:cNvPr>
          <p:cNvSpPr>
            <a:spLocks noGrp="1"/>
          </p:cNvSpPr>
          <p:nvPr/>
        </p:nvSpPr>
        <p:spPr>
          <a:xfrm>
            <a:off x="619125" y="1619250"/>
            <a:ext cx="3381375" cy="3238500"/>
          </a:xfrm>
          <a:prstGeom prst="roundRect">
            <a:avLst>
              <a:gd name="adj" fmla="val 2353"/>
            </a:avLst>
          </a:prstGeom>
          <a:solidFill>
            <a:srgbClr val="E8F3F8"/>
          </a:solidFill>
          <a:ln w="19050">
            <a:solidFill>
              <a:srgbClr val="C8D5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847688-3B2E-4A54-87A7-B295652F0FEB}"/>
              </a:ext>
            </a:extLst>
          </p:cNvPr>
          <p:cNvSpPr>
            <a:spLocks noGrp="1"/>
          </p:cNvSpPr>
          <p:nvPr/>
        </p:nvSpPr>
        <p:spPr>
          <a:xfrm>
            <a:off x="619125" y="1619250"/>
            <a:ext cx="76200" cy="3238500"/>
          </a:xfrm>
          <a:prstGeom prst="rect">
            <a:avLst/>
          </a:prstGeom>
          <a:solidFill>
            <a:srgbClr val="2357A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6F06DC-FB82-4A47-B39B-A6FC1908ECAF}"/>
              </a:ext>
            </a:extLst>
          </p:cNvPr>
          <p:cNvSpPr>
            <a:spLocks noGrp="1"/>
          </p:cNvSpPr>
          <p:nvPr/>
        </p:nvSpPr>
        <p:spPr>
          <a:xfrm>
            <a:off x="847725" y="1790700"/>
            <a:ext cx="292417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06"/>
          </a:bodyPr>
          <a:lstStyle/>
          <a:p>
            <a:pPr>
              <a:buNone/>
              <a:defRPr sz="1725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UIComponent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EBE0B1-CC0A-4AE0-89AA-74D8E55795E4}"/>
              </a:ext>
            </a:extLst>
          </p:cNvPr>
          <p:cNvSpPr>
            <a:spLocks noGrp="1"/>
          </p:cNvSpPr>
          <p:nvPr/>
        </p:nvSpPr>
        <p:spPr>
          <a:xfrm>
            <a:off x="847725" y="2209800"/>
            <a:ext cx="2924175" cy="2476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B43"/>
                </a:solidFill>
                <a:latin typeface="Times New Roman"/>
                <a:ea typeface="Times New Roman"/>
                <a:cs typeface="Times New Roman"/>
              </a:rPr>
              <a:t>render() is the shared operation. The client can render any UIComponent.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0CBA276-8FED-4B02-B843-B94860C4F0D0}"/>
              </a:ext>
            </a:extLst>
          </p:cNvPr>
          <p:cNvSpPr>
            <a:spLocks noGrp="1"/>
          </p:cNvSpPr>
          <p:nvPr/>
        </p:nvSpPr>
        <p:spPr>
          <a:xfrm>
            <a:off x="4410075" y="1619250"/>
            <a:ext cx="3381375" cy="3238500"/>
          </a:xfrm>
          <a:prstGeom prst="roundRect">
            <a:avLst>
              <a:gd name="adj" fmla="val 2353"/>
            </a:avLst>
          </a:prstGeom>
          <a:solidFill>
            <a:srgbClr val="E8F3F8"/>
          </a:solidFill>
          <a:ln w="19050">
            <a:solidFill>
              <a:srgbClr val="C8D5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DABF97-11E3-424A-9710-2F589FEC61FD}"/>
              </a:ext>
            </a:extLst>
          </p:cNvPr>
          <p:cNvSpPr>
            <a:spLocks noGrp="1"/>
          </p:cNvSpPr>
          <p:nvPr/>
        </p:nvSpPr>
        <p:spPr>
          <a:xfrm>
            <a:off x="4410075" y="1619250"/>
            <a:ext cx="76200" cy="323850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B72F08-C7E7-497F-B014-9D24DAEB132E}"/>
              </a:ext>
            </a:extLst>
          </p:cNvPr>
          <p:cNvSpPr>
            <a:spLocks noGrp="1"/>
          </p:cNvSpPr>
          <p:nvPr/>
        </p:nvSpPr>
        <p:spPr>
          <a:xfrm>
            <a:off x="4638675" y="1790700"/>
            <a:ext cx="292417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06"/>
          </a:bodyPr>
          <a:lstStyle/>
          <a:p>
            <a:pPr>
              <a:buNone/>
              <a:defRPr sz="1725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Leaf widgets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603306-9D2E-4921-AFD2-27DB87015526}"/>
              </a:ext>
            </a:extLst>
          </p:cNvPr>
          <p:cNvSpPr>
            <a:spLocks noGrp="1"/>
          </p:cNvSpPr>
          <p:nvPr/>
        </p:nvSpPr>
        <p:spPr>
          <a:xfrm>
            <a:off x="4638675" y="2209800"/>
            <a:ext cx="2924175" cy="2476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B43"/>
                </a:solidFill>
                <a:latin typeface="Times New Roman"/>
                <a:ea typeface="Times New Roman"/>
                <a:cs typeface="Times New Roman"/>
              </a:rPr>
              <a:t>Button, Label, and TextField render their own content.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8C951E7-BE3B-4C1A-B82E-E3582BD356CB}"/>
              </a:ext>
            </a:extLst>
          </p:cNvPr>
          <p:cNvSpPr>
            <a:spLocks noGrp="1"/>
          </p:cNvSpPr>
          <p:nvPr/>
        </p:nvSpPr>
        <p:spPr>
          <a:xfrm>
            <a:off x="8191500" y="1619250"/>
            <a:ext cx="3381375" cy="3238500"/>
          </a:xfrm>
          <a:prstGeom prst="roundRect">
            <a:avLst>
              <a:gd name="adj" fmla="val 2353"/>
            </a:avLst>
          </a:prstGeom>
          <a:solidFill>
            <a:srgbClr val="E8F3F8"/>
          </a:solidFill>
          <a:ln w="19050">
            <a:solidFill>
              <a:srgbClr val="C8D5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53BE60-D36A-4233-BF23-C5FC5C462347}"/>
              </a:ext>
            </a:extLst>
          </p:cNvPr>
          <p:cNvSpPr>
            <a:spLocks noGrp="1"/>
          </p:cNvSpPr>
          <p:nvPr/>
        </p:nvSpPr>
        <p:spPr>
          <a:xfrm>
            <a:off x="8191500" y="1619250"/>
            <a:ext cx="76200" cy="323850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82D7EC-3C71-4684-A1A7-C346C24031C0}"/>
              </a:ext>
            </a:extLst>
          </p:cNvPr>
          <p:cNvSpPr>
            <a:spLocks noGrp="1"/>
          </p:cNvSpPr>
          <p:nvPr/>
        </p:nvSpPr>
        <p:spPr>
          <a:xfrm>
            <a:off x="8420100" y="1790700"/>
            <a:ext cx="292417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06"/>
          </a:bodyPr>
          <a:lstStyle/>
          <a:p>
            <a:pPr>
              <a:buNone/>
              <a:defRPr sz="1725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Container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AB7D94-CFA7-47BD-8AB1-0D9EB48E9048}"/>
              </a:ext>
            </a:extLst>
          </p:cNvPr>
          <p:cNvSpPr>
            <a:spLocks noGrp="1"/>
          </p:cNvSpPr>
          <p:nvPr/>
        </p:nvSpPr>
        <p:spPr>
          <a:xfrm>
            <a:off x="8420100" y="2209800"/>
            <a:ext cx="2924175" cy="2476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B43"/>
                </a:solidFill>
                <a:latin typeface="Times New Roman"/>
                <a:ea typeface="Times New Roman"/>
                <a:cs typeface="Times New Roman"/>
              </a:rPr>
              <a:t>Panel, Form, or Dialog stores UIComponent children and renders them.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45B8700-E45A-4EAF-9646-5E7F962FD3F3}"/>
              </a:ext>
            </a:extLst>
          </p:cNvPr>
          <p:cNvSpPr>
            <a:spLocks noGrp="1"/>
          </p:cNvSpPr>
          <p:nvPr/>
        </p:nvSpPr>
        <p:spPr>
          <a:xfrm>
            <a:off x="866775" y="5257800"/>
            <a:ext cx="103822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00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A Panel can contain another Panel, so a complete screen can start from one root component.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E6B6E619-AAEF-8165-6826-DFB2D5BF81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394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65BA4697-2363-4817-86E7-448239849B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75D076-A7B1-4025-AD63-26D79179BDB3}"/>
              </a:ext>
            </a:extLst>
          </p:cNvPr>
          <p:cNvSpPr>
            <a:spLocks noGrp="1"/>
          </p:cNvSpPr>
          <p:nvPr/>
        </p:nvSpPr>
        <p:spPr>
          <a:xfrm>
            <a:off x="685800" y="771525"/>
            <a:ext cx="95250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COMPOSITE PATTERN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C1FD70-4B6B-476E-988E-5E3D8CC7043A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noFill/>
          <a:ln w="14288"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algn="ctr">
              <a:buNone/>
              <a:defRPr sz="3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UI tree: screen, panels, and widgets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56F48FB-8425-4698-85B6-51144A3524AE}"/>
              </a:ext>
            </a:extLst>
          </p:cNvPr>
          <p:cNvSpPr>
            <a:spLocks noGrp="1"/>
          </p:cNvSpPr>
          <p:nvPr/>
        </p:nvSpPr>
        <p:spPr>
          <a:xfrm>
            <a:off x="4829175" y="1476375"/>
            <a:ext cx="2571750" cy="733425"/>
          </a:xfrm>
          <a:prstGeom prst="roundRect">
            <a:avLst>
              <a:gd name="adj" fmla="val 10390"/>
            </a:avLst>
          </a:prstGeom>
          <a:solidFill>
            <a:srgbClr val="F6C6AD"/>
          </a:solidFill>
          <a:ln w="19050">
            <a:solidFill>
              <a:srgbClr val="F2A9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FCBD0C-6377-429D-B5CD-CF892D539948}"/>
              </a:ext>
            </a:extLst>
          </p:cNvPr>
          <p:cNvSpPr>
            <a:spLocks noGrp="1"/>
          </p:cNvSpPr>
          <p:nvPr/>
        </p:nvSpPr>
        <p:spPr>
          <a:xfrm>
            <a:off x="4943475" y="1552575"/>
            <a:ext cx="2343150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Settings screen</a:t>
            </a:r>
          </a:p>
          <a:p>
            <a:pPr>
              <a:buNone/>
              <a:defRPr sz="1500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Panel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0330C5C-C399-4D8B-9A00-969AFA83845B}"/>
              </a:ext>
            </a:extLst>
          </p:cNvPr>
          <p:cNvSpPr>
            <a:spLocks noGrp="1"/>
          </p:cNvSpPr>
          <p:nvPr/>
        </p:nvSpPr>
        <p:spPr>
          <a:xfrm>
            <a:off x="2171700" y="3048000"/>
            <a:ext cx="2333625" cy="704850"/>
          </a:xfrm>
          <a:prstGeom prst="roundRect">
            <a:avLst>
              <a:gd name="adj" fmla="val 10811"/>
            </a:avLst>
          </a:prstGeom>
          <a:solidFill>
            <a:srgbClr val="F6C6AD"/>
          </a:solidFill>
          <a:ln w="19050">
            <a:solidFill>
              <a:srgbClr val="F2A9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31098B-CFE2-42D9-A90E-AAC495105211}"/>
              </a:ext>
            </a:extLst>
          </p:cNvPr>
          <p:cNvSpPr>
            <a:spLocks noGrp="1"/>
          </p:cNvSpPr>
          <p:nvPr/>
        </p:nvSpPr>
        <p:spPr>
          <a:xfrm>
            <a:off x="2286000" y="3124200"/>
            <a:ext cx="210502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Header Panel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A11FCCB-E774-4BF4-915E-4D82E1C231AE}"/>
              </a:ext>
            </a:extLst>
          </p:cNvPr>
          <p:cNvSpPr>
            <a:spLocks noGrp="1"/>
          </p:cNvSpPr>
          <p:nvPr/>
        </p:nvSpPr>
        <p:spPr>
          <a:xfrm>
            <a:off x="7572375" y="3048000"/>
            <a:ext cx="2333625" cy="704850"/>
          </a:xfrm>
          <a:prstGeom prst="roundRect">
            <a:avLst>
              <a:gd name="adj" fmla="val 10811"/>
            </a:avLst>
          </a:prstGeom>
          <a:solidFill>
            <a:srgbClr val="F6C6AD"/>
          </a:solidFill>
          <a:ln w="19050">
            <a:solidFill>
              <a:srgbClr val="F2A9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148E2B-1440-43BB-88AA-86D65A218AB9}"/>
              </a:ext>
            </a:extLst>
          </p:cNvPr>
          <p:cNvSpPr>
            <a:spLocks noGrp="1"/>
          </p:cNvSpPr>
          <p:nvPr/>
        </p:nvSpPr>
        <p:spPr>
          <a:xfrm>
            <a:off x="7686675" y="3124200"/>
            <a:ext cx="210502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Form Panel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01F153-E95B-4BD5-91C0-126ABDB7062A}"/>
              </a:ext>
            </a:extLst>
          </p:cNvPr>
          <p:cNvSpPr>
            <a:spLocks noGrp="1"/>
          </p:cNvSpPr>
          <p:nvPr/>
        </p:nvSpPr>
        <p:spPr>
          <a:xfrm>
            <a:off x="6096000" y="2209800"/>
            <a:ext cx="28575" cy="476250"/>
          </a:xfrm>
          <a:prstGeom prst="rect">
            <a:avLst/>
          </a:prstGeom>
          <a:solidFill>
            <a:srgbClr val="9FB2C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6FDDE7-06BD-40C4-B382-2B666A3434B1}"/>
              </a:ext>
            </a:extLst>
          </p:cNvPr>
          <p:cNvSpPr>
            <a:spLocks noGrp="1"/>
          </p:cNvSpPr>
          <p:nvPr/>
        </p:nvSpPr>
        <p:spPr>
          <a:xfrm>
            <a:off x="3333750" y="2686050"/>
            <a:ext cx="5419725" cy="28575"/>
          </a:xfrm>
          <a:prstGeom prst="rect">
            <a:avLst/>
          </a:prstGeom>
          <a:solidFill>
            <a:srgbClr val="9FB2C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BD10FE-75FA-499C-9EF6-AF98BEB77360}"/>
              </a:ext>
            </a:extLst>
          </p:cNvPr>
          <p:cNvSpPr>
            <a:spLocks noGrp="1"/>
          </p:cNvSpPr>
          <p:nvPr/>
        </p:nvSpPr>
        <p:spPr>
          <a:xfrm>
            <a:off x="3333750" y="2686050"/>
            <a:ext cx="28575" cy="361950"/>
          </a:xfrm>
          <a:prstGeom prst="rect">
            <a:avLst/>
          </a:prstGeom>
          <a:solidFill>
            <a:srgbClr val="9FB2C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0327D4-3D15-4C79-8C1A-0FF73A191CD5}"/>
              </a:ext>
            </a:extLst>
          </p:cNvPr>
          <p:cNvSpPr>
            <a:spLocks noGrp="1"/>
          </p:cNvSpPr>
          <p:nvPr/>
        </p:nvSpPr>
        <p:spPr>
          <a:xfrm>
            <a:off x="8743950" y="2686050"/>
            <a:ext cx="28575" cy="361950"/>
          </a:xfrm>
          <a:prstGeom prst="rect">
            <a:avLst/>
          </a:prstGeom>
          <a:solidFill>
            <a:srgbClr val="9FB2C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5800A5A-7895-4E22-88B8-CBC533576EAD}"/>
              </a:ext>
            </a:extLst>
          </p:cNvPr>
          <p:cNvSpPr>
            <a:spLocks noGrp="1"/>
          </p:cNvSpPr>
          <p:nvPr/>
        </p:nvSpPr>
        <p:spPr>
          <a:xfrm>
            <a:off x="1609725" y="4648200"/>
            <a:ext cx="1866900" cy="733425"/>
          </a:xfrm>
          <a:prstGeom prst="roundRect">
            <a:avLst>
              <a:gd name="adj" fmla="val 10390"/>
            </a:avLst>
          </a:prstGeom>
          <a:solidFill>
            <a:srgbClr val="DCF2D4"/>
          </a:solidFill>
          <a:ln w="19050">
            <a:solidFill>
              <a:srgbClr val="087E8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DC16DC-0DAB-4792-B5EC-BE6339FFCE81}"/>
              </a:ext>
            </a:extLst>
          </p:cNvPr>
          <p:cNvSpPr>
            <a:spLocks noGrp="1"/>
          </p:cNvSpPr>
          <p:nvPr/>
        </p:nvSpPr>
        <p:spPr>
          <a:xfrm>
            <a:off x="1724025" y="4724400"/>
            <a:ext cx="1638300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Label</a:t>
            </a:r>
          </a:p>
          <a:p>
            <a:pPr>
              <a:buNone/>
              <a:defRPr sz="1500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Settings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683B359-2F9A-453A-817F-AD254325CCD9}"/>
              </a:ext>
            </a:extLst>
          </p:cNvPr>
          <p:cNvSpPr>
            <a:spLocks noGrp="1"/>
          </p:cNvSpPr>
          <p:nvPr/>
        </p:nvSpPr>
        <p:spPr>
          <a:xfrm>
            <a:off x="3876675" y="4648200"/>
            <a:ext cx="1866900" cy="733425"/>
          </a:xfrm>
          <a:prstGeom prst="roundRect">
            <a:avLst>
              <a:gd name="adj" fmla="val 10390"/>
            </a:avLst>
          </a:prstGeom>
          <a:solidFill>
            <a:srgbClr val="DCF2D4"/>
          </a:solidFill>
          <a:ln w="19050">
            <a:solidFill>
              <a:srgbClr val="087E8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4584A5-21A4-49F7-AD10-5091DA09EBA0}"/>
              </a:ext>
            </a:extLst>
          </p:cNvPr>
          <p:cNvSpPr>
            <a:spLocks noGrp="1"/>
          </p:cNvSpPr>
          <p:nvPr/>
        </p:nvSpPr>
        <p:spPr>
          <a:xfrm>
            <a:off x="3990975" y="4724400"/>
            <a:ext cx="1638300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Button</a:t>
            </a:r>
          </a:p>
          <a:p>
            <a:pPr>
              <a:buNone/>
              <a:defRPr sz="1500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Save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68EE49A-C750-4238-AFFD-AAD879B485C0}"/>
              </a:ext>
            </a:extLst>
          </p:cNvPr>
          <p:cNvSpPr>
            <a:spLocks noGrp="1"/>
          </p:cNvSpPr>
          <p:nvPr/>
        </p:nvSpPr>
        <p:spPr>
          <a:xfrm>
            <a:off x="6572250" y="4648200"/>
            <a:ext cx="1866900" cy="733425"/>
          </a:xfrm>
          <a:prstGeom prst="roundRect">
            <a:avLst>
              <a:gd name="adj" fmla="val 10390"/>
            </a:avLst>
          </a:prstGeom>
          <a:solidFill>
            <a:srgbClr val="DCF2D4"/>
          </a:solidFill>
          <a:ln w="19050">
            <a:solidFill>
              <a:srgbClr val="087E8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EA6A69-44A0-43D0-BE53-8AF5C0FEC274}"/>
              </a:ext>
            </a:extLst>
          </p:cNvPr>
          <p:cNvSpPr>
            <a:spLocks noGrp="1"/>
          </p:cNvSpPr>
          <p:nvPr/>
        </p:nvSpPr>
        <p:spPr>
          <a:xfrm>
            <a:off x="6686550" y="4724400"/>
            <a:ext cx="1638300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TextField</a:t>
            </a:r>
          </a:p>
          <a:p>
            <a:pPr>
              <a:buNone/>
              <a:defRPr sz="1500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Username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D2BF7BD-EEE1-4EED-960D-BC1A24921774}"/>
              </a:ext>
            </a:extLst>
          </p:cNvPr>
          <p:cNvSpPr>
            <a:spLocks noGrp="1"/>
          </p:cNvSpPr>
          <p:nvPr/>
        </p:nvSpPr>
        <p:spPr>
          <a:xfrm>
            <a:off x="8848725" y="4648200"/>
            <a:ext cx="1866900" cy="733425"/>
          </a:xfrm>
          <a:prstGeom prst="roundRect">
            <a:avLst>
              <a:gd name="adj" fmla="val 10390"/>
            </a:avLst>
          </a:prstGeom>
          <a:solidFill>
            <a:srgbClr val="DCF2D4"/>
          </a:solidFill>
          <a:ln w="19050">
            <a:solidFill>
              <a:srgbClr val="087E8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0164EA-0B55-4E3B-9A75-330A5501047B}"/>
              </a:ext>
            </a:extLst>
          </p:cNvPr>
          <p:cNvSpPr>
            <a:spLocks noGrp="1"/>
          </p:cNvSpPr>
          <p:nvPr/>
        </p:nvSpPr>
        <p:spPr>
          <a:xfrm>
            <a:off x="8963025" y="4724400"/>
            <a:ext cx="1638300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Button</a:t>
            </a:r>
          </a:p>
          <a:p>
            <a:pPr>
              <a:buNone/>
              <a:defRPr sz="1500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Cancel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4B8479-AE06-4C4A-A668-A472E51B47F8}"/>
              </a:ext>
            </a:extLst>
          </p:cNvPr>
          <p:cNvSpPr>
            <a:spLocks noGrp="1"/>
          </p:cNvSpPr>
          <p:nvPr/>
        </p:nvSpPr>
        <p:spPr>
          <a:xfrm>
            <a:off x="3333750" y="3752850"/>
            <a:ext cx="28575" cy="428625"/>
          </a:xfrm>
          <a:prstGeom prst="rect">
            <a:avLst/>
          </a:prstGeom>
          <a:solidFill>
            <a:srgbClr val="9FB2C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2D6352E-7E3C-4C36-913E-1179C7239808}"/>
              </a:ext>
            </a:extLst>
          </p:cNvPr>
          <p:cNvSpPr>
            <a:spLocks noGrp="1"/>
          </p:cNvSpPr>
          <p:nvPr/>
        </p:nvSpPr>
        <p:spPr>
          <a:xfrm>
            <a:off x="8743950" y="3752850"/>
            <a:ext cx="28575" cy="428625"/>
          </a:xfrm>
          <a:prstGeom prst="rect">
            <a:avLst/>
          </a:prstGeom>
          <a:solidFill>
            <a:srgbClr val="9FB2C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0110324-609B-4349-90DE-074E80F051A6}"/>
              </a:ext>
            </a:extLst>
          </p:cNvPr>
          <p:cNvSpPr>
            <a:spLocks noGrp="1"/>
          </p:cNvSpPr>
          <p:nvPr/>
        </p:nvSpPr>
        <p:spPr>
          <a:xfrm>
            <a:off x="2543175" y="4181475"/>
            <a:ext cx="2266950" cy="28575"/>
          </a:xfrm>
          <a:prstGeom prst="rect">
            <a:avLst/>
          </a:prstGeom>
          <a:solidFill>
            <a:srgbClr val="9FB2C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D50C334-6193-42AB-A4F5-2AE615294FC2}"/>
              </a:ext>
            </a:extLst>
          </p:cNvPr>
          <p:cNvSpPr>
            <a:spLocks noGrp="1"/>
          </p:cNvSpPr>
          <p:nvPr/>
        </p:nvSpPr>
        <p:spPr>
          <a:xfrm>
            <a:off x="7505700" y="4181475"/>
            <a:ext cx="2266950" cy="28575"/>
          </a:xfrm>
          <a:prstGeom prst="rect">
            <a:avLst/>
          </a:prstGeom>
          <a:solidFill>
            <a:srgbClr val="9FB2C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E5D2718-1C40-473C-BEED-DEB3A625F322}"/>
              </a:ext>
            </a:extLst>
          </p:cNvPr>
          <p:cNvSpPr>
            <a:spLocks noGrp="1"/>
          </p:cNvSpPr>
          <p:nvPr/>
        </p:nvSpPr>
        <p:spPr>
          <a:xfrm>
            <a:off x="2543175" y="4181475"/>
            <a:ext cx="28575" cy="466725"/>
          </a:xfrm>
          <a:prstGeom prst="rect">
            <a:avLst/>
          </a:prstGeom>
          <a:solidFill>
            <a:srgbClr val="9FB2C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C00F01B-7A10-46D8-9870-0671C1B4F538}"/>
              </a:ext>
            </a:extLst>
          </p:cNvPr>
          <p:cNvSpPr>
            <a:spLocks noGrp="1"/>
          </p:cNvSpPr>
          <p:nvPr/>
        </p:nvSpPr>
        <p:spPr>
          <a:xfrm>
            <a:off x="4810125" y="4181475"/>
            <a:ext cx="28575" cy="466725"/>
          </a:xfrm>
          <a:prstGeom prst="rect">
            <a:avLst/>
          </a:prstGeom>
          <a:solidFill>
            <a:srgbClr val="9FB2C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0C3F51C-E0B9-470A-87FF-16ACDF65A04A}"/>
              </a:ext>
            </a:extLst>
          </p:cNvPr>
          <p:cNvSpPr>
            <a:spLocks noGrp="1"/>
          </p:cNvSpPr>
          <p:nvPr/>
        </p:nvSpPr>
        <p:spPr>
          <a:xfrm>
            <a:off x="7505700" y="4181475"/>
            <a:ext cx="28575" cy="466725"/>
          </a:xfrm>
          <a:prstGeom prst="rect">
            <a:avLst/>
          </a:prstGeom>
          <a:solidFill>
            <a:srgbClr val="9FB2C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76ADB36-1DE4-4836-9ED4-750F3F56DEDD}"/>
              </a:ext>
            </a:extLst>
          </p:cNvPr>
          <p:cNvSpPr>
            <a:spLocks noGrp="1"/>
          </p:cNvSpPr>
          <p:nvPr/>
        </p:nvSpPr>
        <p:spPr>
          <a:xfrm>
            <a:off x="9772650" y="4181475"/>
            <a:ext cx="28575" cy="466725"/>
          </a:xfrm>
          <a:prstGeom prst="rect">
            <a:avLst/>
          </a:prstGeom>
          <a:solidFill>
            <a:srgbClr val="9FB2CE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9938ADD-E28F-4D80-88F0-4A57AA78B2CF}"/>
              </a:ext>
            </a:extLst>
          </p:cNvPr>
          <p:cNvSpPr>
            <a:spLocks noGrp="1"/>
          </p:cNvSpPr>
          <p:nvPr/>
        </p:nvSpPr>
        <p:spPr>
          <a:xfrm>
            <a:off x="2857500" y="5705475"/>
            <a:ext cx="6667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667" lnSpcReduction="10000"/>
          </a:bodyPr>
          <a:lstStyle/>
          <a:p>
            <a:pPr>
              <a:buNone/>
              <a:defRPr sz="187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screen.render() delegates through panels to widgets.</a:t>
            </a: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CA343885-3AD5-6D45-8E2C-98F5C60D53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5069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9846CE3-9B04-402F-AA0D-87754AC49A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8127DE-85E8-4CCF-ADE6-3D1F34D44CD1}"/>
              </a:ext>
            </a:extLst>
          </p:cNvPr>
          <p:cNvSpPr>
            <a:spLocks noGrp="1"/>
          </p:cNvSpPr>
          <p:nvPr/>
        </p:nvSpPr>
        <p:spPr>
          <a:xfrm>
            <a:off x="685800" y="771525"/>
            <a:ext cx="95250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COMPOSITE PATTERN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939132-6741-4096-8369-2F1EDFDC6039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noFill/>
          <a:ln w="14288"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algn="ctr">
              <a:buNone/>
              <a:defRPr sz="3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UI implementation: interface and container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46E366E-52E5-4598-986A-4046C48C74C2}"/>
              </a:ext>
            </a:extLst>
          </p:cNvPr>
          <p:cNvSpPr>
            <a:spLocks noGrp="1"/>
          </p:cNvSpPr>
          <p:nvPr/>
        </p:nvSpPr>
        <p:spPr>
          <a:xfrm>
            <a:off x="638175" y="1628775"/>
            <a:ext cx="5353050" cy="3524250"/>
          </a:xfrm>
          <a:prstGeom prst="roundRect">
            <a:avLst>
              <a:gd name="adj" fmla="val 2162"/>
            </a:avLst>
          </a:prstGeom>
          <a:solidFill>
            <a:srgbClr val="F7F7F7"/>
          </a:solidFill>
          <a:ln w="19050">
            <a:solidFill>
              <a:srgbClr val="C8D5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311C40-4DB4-45D9-9090-31E74FC0548F}"/>
              </a:ext>
            </a:extLst>
          </p:cNvPr>
          <p:cNvSpPr>
            <a:spLocks noGrp="1"/>
          </p:cNvSpPr>
          <p:nvPr/>
        </p:nvSpPr>
        <p:spPr>
          <a:xfrm>
            <a:off x="828675" y="1762125"/>
            <a:ext cx="4972050" cy="3257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928" lnSpcReduction="10000"/>
          </a:bodyPr>
          <a:lstStyle/>
          <a:p>
            <a:pPr>
              <a:buNone/>
              <a:def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interface UIComponent {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void render();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}</a:t>
            </a:r>
          </a:p>
          <a:p>
            <a:endParaRPr sz="1500" b="0">
              <a:solidFill>
                <a:srgbClr val="182B43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final class Button implements UIComponent {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private final String label;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Button(String label) { this.label = label; }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public void render() {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    System.out.println("Button: " + label);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}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70DE5E3-26DC-4CE9-8DAC-E01D18615B06}"/>
              </a:ext>
            </a:extLst>
          </p:cNvPr>
          <p:cNvSpPr>
            <a:spLocks noGrp="1"/>
          </p:cNvSpPr>
          <p:nvPr/>
        </p:nvSpPr>
        <p:spPr>
          <a:xfrm>
            <a:off x="6248400" y="1628775"/>
            <a:ext cx="5334000" cy="3524250"/>
          </a:xfrm>
          <a:prstGeom prst="roundRect">
            <a:avLst>
              <a:gd name="adj" fmla="val 2162"/>
            </a:avLst>
          </a:prstGeom>
          <a:solidFill>
            <a:srgbClr val="F7F7F7"/>
          </a:solidFill>
          <a:ln w="19050">
            <a:solidFill>
              <a:srgbClr val="C8D5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B9EE28-1130-44E7-B537-396917B99799}"/>
              </a:ext>
            </a:extLst>
          </p:cNvPr>
          <p:cNvSpPr>
            <a:spLocks noGrp="1"/>
          </p:cNvSpPr>
          <p:nvPr/>
        </p:nvSpPr>
        <p:spPr>
          <a:xfrm>
            <a:off x="6438900" y="1762125"/>
            <a:ext cx="4953000" cy="3257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257" lnSpcReduction="10000"/>
          </a:bodyPr>
          <a:lstStyle/>
          <a:p>
            <a:pPr>
              <a:buNone/>
              <a:def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final class Panel implements UIComponent {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private final List&lt;UIComponent&gt; children =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    new ArrayList&lt;&gt;();</a:t>
            </a:r>
          </a:p>
          <a:p>
            <a:endParaRPr sz="1500" b="0">
              <a:solidFill>
                <a:srgbClr val="182B43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void add(UIComponent child) {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    children.add(child);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}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public void render() {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    for (UIComponent child : children)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        child.render();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    }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18FF3A-07C1-487D-8ACE-9332830FC122}"/>
              </a:ext>
            </a:extLst>
          </p:cNvPr>
          <p:cNvSpPr>
            <a:spLocks noGrp="1"/>
          </p:cNvSpPr>
          <p:nvPr/>
        </p:nvSpPr>
        <p:spPr>
          <a:xfrm>
            <a:off x="819150" y="5400675"/>
            <a:ext cx="10287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650" b="0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C"/>
                </a:solidFill>
                <a:latin typeface="Arial"/>
                <a:ea typeface="Arial"/>
                <a:cs typeface="Arial"/>
              </a:rPr>
              <a:t>The real render method would draw widgets; console output keeps the recursion visible.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4422CA8-3835-C565-89B4-182CE337B0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5106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2A3D17E-2E01-446B-84F1-1E23A7C007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1081B8-FBE5-4F2B-967C-DCA221F4DC60}"/>
              </a:ext>
            </a:extLst>
          </p:cNvPr>
          <p:cNvSpPr>
            <a:spLocks noGrp="1"/>
          </p:cNvSpPr>
          <p:nvPr/>
        </p:nvSpPr>
        <p:spPr>
          <a:xfrm>
            <a:off x="685800" y="771525"/>
            <a:ext cx="95250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COMPOSITE PATTERN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09CEF4-A218-4E65-9495-E0928467738F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noFill/>
          <a:ln w="14288"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algn="ctr">
              <a:buNone/>
              <a:defRPr sz="3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UI client: build once, render from the root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938648D-4AF6-4A25-80B2-405FCB23CE3A}"/>
              </a:ext>
            </a:extLst>
          </p:cNvPr>
          <p:cNvSpPr>
            <a:spLocks noGrp="1"/>
          </p:cNvSpPr>
          <p:nvPr/>
        </p:nvSpPr>
        <p:spPr>
          <a:xfrm>
            <a:off x="657225" y="1619250"/>
            <a:ext cx="6572250" cy="3657600"/>
          </a:xfrm>
          <a:prstGeom prst="roundRect">
            <a:avLst>
              <a:gd name="adj" fmla="val 2083"/>
            </a:avLst>
          </a:prstGeom>
          <a:solidFill>
            <a:srgbClr val="F7F7F7"/>
          </a:solidFill>
          <a:ln w="19050">
            <a:solidFill>
              <a:srgbClr val="C8D5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F24B00-CECA-471B-9585-3C22ADACAB33}"/>
              </a:ext>
            </a:extLst>
          </p:cNvPr>
          <p:cNvSpPr>
            <a:spLocks noGrp="1"/>
          </p:cNvSpPr>
          <p:nvPr/>
        </p:nvSpPr>
        <p:spPr>
          <a:xfrm>
            <a:off x="847725" y="1752600"/>
            <a:ext cx="6191250" cy="3390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75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Panel screen = new Panel();</a:t>
            </a:r>
          </a:p>
          <a:p>
            <a:pPr>
              <a:buNone/>
              <a:defRPr sz="1575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Panel form = new Panel();</a:t>
            </a:r>
          </a:p>
          <a:p>
            <a:pPr>
              <a:buNone/>
              <a:defRPr sz="1575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form.add(new TextField("Username"));</a:t>
            </a:r>
          </a:p>
          <a:p>
            <a:pPr>
              <a:buNone/>
              <a:defRPr sz="1575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form.add(new Button("Save"));</a:t>
            </a:r>
          </a:p>
          <a:p>
            <a:pPr>
              <a:buNone/>
              <a:defRPr sz="1575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screen.add(new Label("Settings"));</a:t>
            </a:r>
          </a:p>
          <a:p>
            <a:pPr>
              <a:buNone/>
              <a:defRPr sz="1575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screen.add(form);</a:t>
            </a:r>
          </a:p>
          <a:p>
            <a:endParaRPr sz="1575" b="0">
              <a:solidFill>
                <a:srgbClr val="182B43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75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UIComponent view = screen;</a:t>
            </a:r>
          </a:p>
          <a:p>
            <a:pPr>
              <a:buNone/>
              <a:defRPr sz="1575" b="0">
                <a:solidFill>
                  <a:srgbClr val="182B43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82B43"/>
                </a:solidFill>
                <a:latin typeface="Courier New"/>
                <a:ea typeface="Courier New"/>
                <a:cs typeface="Courier New"/>
              </a:rPr>
              <a:t>view.render();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E0FC435-54A7-4066-A41A-7B203E3ABF44}"/>
              </a:ext>
            </a:extLst>
          </p:cNvPr>
          <p:cNvSpPr>
            <a:spLocks noGrp="1"/>
          </p:cNvSpPr>
          <p:nvPr/>
        </p:nvSpPr>
        <p:spPr>
          <a:xfrm>
            <a:off x="7648575" y="1619250"/>
            <a:ext cx="3857625" cy="3657600"/>
          </a:xfrm>
          <a:prstGeom prst="roundRect">
            <a:avLst>
              <a:gd name="adj" fmla="val 2083"/>
            </a:avLst>
          </a:prstGeom>
          <a:solidFill>
            <a:srgbClr val="E8F3F8"/>
          </a:solidFill>
          <a:ln w="19050">
            <a:solidFill>
              <a:srgbClr val="C8D5E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61CB7A-F6F3-4388-9CBC-D721820DE12C}"/>
              </a:ext>
            </a:extLst>
          </p:cNvPr>
          <p:cNvSpPr>
            <a:spLocks noGrp="1"/>
          </p:cNvSpPr>
          <p:nvPr/>
        </p:nvSpPr>
        <p:spPr>
          <a:xfrm>
            <a:off x="7648575" y="1619250"/>
            <a:ext cx="76200" cy="365760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B4B4B5-DC59-489F-B672-059E20DA6BE3}"/>
              </a:ext>
            </a:extLst>
          </p:cNvPr>
          <p:cNvSpPr>
            <a:spLocks noGrp="1"/>
          </p:cNvSpPr>
          <p:nvPr/>
        </p:nvSpPr>
        <p:spPr>
          <a:xfrm>
            <a:off x="7877175" y="1790700"/>
            <a:ext cx="340042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06"/>
          </a:bodyPr>
          <a:lstStyle/>
          <a:p>
            <a:pPr>
              <a:buNone/>
              <a:defRPr sz="1725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Call sequence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7AB430-2B45-4837-B0B9-FDA7F6A15ACD}"/>
              </a:ext>
            </a:extLst>
          </p:cNvPr>
          <p:cNvSpPr>
            <a:spLocks noGrp="1"/>
          </p:cNvSpPr>
          <p:nvPr/>
        </p:nvSpPr>
        <p:spPr>
          <a:xfrm>
            <a:off x="7877175" y="2209800"/>
            <a:ext cx="3400425" cy="2895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B43"/>
                </a:solidFill>
                <a:latin typeface="Arial"/>
                <a:ea typeface="Arial"/>
                <a:cs typeface="Arial"/>
              </a:rPr>
              <a:t>screen.render()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 Label.render()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 form.render()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   TextField.render()</a:t>
            </a:r>
          </a:p>
          <a:p>
            <a:pPr>
              <a:buNone/>
              <a:defRPr sz="1500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B43"/>
                </a:solidFill>
                <a:latin typeface="Arial"/>
                <a:ea typeface="Arial"/>
                <a:cs typeface="Arial"/>
              </a:rPr>
              <a:t>    Button.render()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7C1442-FEFE-46EB-BB74-E56558CAA46A}"/>
              </a:ext>
            </a:extLst>
          </p:cNvPr>
          <p:cNvSpPr>
            <a:spLocks noGrp="1"/>
          </p:cNvSpPr>
          <p:nvPr/>
        </p:nvSpPr>
        <p:spPr>
          <a:xfrm>
            <a:off x="904875" y="5534025"/>
            <a:ext cx="102870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725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Adding a new widget changes the tree, while the client still calls render() once.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8B337B5-61E8-A1BA-73B7-A478CCB210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7656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7BB539C-9699-4730-BF62-1E19745583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B9333DD-47E7-45EF-87AE-07CFF999778D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5248275" cy="3228975"/>
          </a:xfrm>
          <a:prstGeom prst="roundRect">
            <a:avLst>
              <a:gd name="adj" fmla="val 2360"/>
            </a:avLst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C8D5E4"/>
            </a:solidFill>
          </a:ln>
        </p:spPr>
        <p:txBody>
          <a:bodyPr/>
          <a:lstStyle/>
          <a:p>
            <a:pPr marL="0" algn="l" defTabSz="914400" rtl="0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71C825-F711-430D-84BD-F9911271AD99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76200" cy="3228975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D3AB09-0C17-4F82-8B4A-48B57ECEEC53}"/>
              </a:ext>
            </a:extLst>
          </p:cNvPr>
          <p:cNvSpPr>
            <a:spLocks noGrp="1"/>
          </p:cNvSpPr>
          <p:nvPr/>
        </p:nvSpPr>
        <p:spPr>
          <a:xfrm>
            <a:off x="857250" y="1790700"/>
            <a:ext cx="479107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06"/>
          </a:bodyPr>
          <a:lstStyle/>
          <a:p>
            <a:pPr>
              <a:buNone/>
              <a:defRPr sz="1725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Benefits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382073-9509-4C30-9B6B-72FB2DA6E8BD}"/>
              </a:ext>
            </a:extLst>
          </p:cNvPr>
          <p:cNvSpPr>
            <a:spLocks noGrp="1"/>
          </p:cNvSpPr>
          <p:nvPr/>
        </p:nvSpPr>
        <p:spPr>
          <a:xfrm>
            <a:off x="857250" y="2209800"/>
            <a:ext cx="4791075" cy="2466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00" b="0" dirty="0">
                <a:solidFill>
                  <a:srgbClr val="182B43"/>
                </a:solidFill>
                <a:latin typeface="Times New Roman"/>
                <a:ea typeface="Times New Roman"/>
                <a:cs typeface="Times New Roman"/>
              </a:rPr>
              <a:t>One client API for leaves and groups.</a:t>
            </a:r>
          </a:p>
          <a:p>
            <a:endParaRPr sz="2000" b="0" dirty="0">
              <a:solidFill>
                <a:srgbClr val="182B43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500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00" b="0" dirty="0">
                <a:solidFill>
                  <a:srgbClr val="182B43"/>
                </a:solidFill>
                <a:latin typeface="Times New Roman"/>
                <a:ea typeface="Times New Roman"/>
                <a:cs typeface="Times New Roman"/>
              </a:rPr>
              <a:t>Nested structures grow naturally.</a:t>
            </a:r>
          </a:p>
          <a:p>
            <a:endParaRPr sz="2000" b="0" dirty="0">
              <a:solidFill>
                <a:srgbClr val="182B43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500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00" b="0" dirty="0">
                <a:solidFill>
                  <a:srgbClr val="182B43"/>
                </a:solidFill>
                <a:latin typeface="Times New Roman"/>
                <a:ea typeface="Times New Roman"/>
                <a:cs typeface="Times New Roman"/>
              </a:rPr>
              <a:t>New leaf types fit without changing traversal code.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D5A88CC-6492-476D-A4CF-0C1B56CC8E79}"/>
              </a:ext>
            </a:extLst>
          </p:cNvPr>
          <p:cNvSpPr>
            <a:spLocks noGrp="1"/>
          </p:cNvSpPr>
          <p:nvPr/>
        </p:nvSpPr>
        <p:spPr>
          <a:xfrm>
            <a:off x="6334125" y="1619250"/>
            <a:ext cx="5248275" cy="3228975"/>
          </a:xfrm>
          <a:prstGeom prst="roundRect">
            <a:avLst>
              <a:gd name="adj" fmla="val 2360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rgbClr val="C8D5E4"/>
            </a:solidFill>
          </a:ln>
        </p:spPr>
        <p:txBody>
          <a:bodyPr/>
          <a:lstStyle/>
          <a:p>
            <a:pPr marL="0" algn="l" defTabSz="914400" rtl="0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CF7F5B-FEC4-4F26-B63A-B7B652D52A89}"/>
              </a:ext>
            </a:extLst>
          </p:cNvPr>
          <p:cNvSpPr>
            <a:spLocks noGrp="1"/>
          </p:cNvSpPr>
          <p:nvPr/>
        </p:nvSpPr>
        <p:spPr>
          <a:xfrm>
            <a:off x="6334125" y="1619250"/>
            <a:ext cx="76200" cy="3228975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4CD2D9-EC83-4F73-8DCD-6FF3E865D435}"/>
              </a:ext>
            </a:extLst>
          </p:cNvPr>
          <p:cNvSpPr>
            <a:spLocks noGrp="1"/>
          </p:cNvSpPr>
          <p:nvPr/>
        </p:nvSpPr>
        <p:spPr>
          <a:xfrm>
            <a:off x="6562725" y="1790700"/>
            <a:ext cx="479107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06"/>
          </a:bodyPr>
          <a:lstStyle/>
          <a:p>
            <a:pPr>
              <a:buNone/>
              <a:defRPr sz="1725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Limits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E7F62B-A1D7-403C-8713-6247C996C37D}"/>
              </a:ext>
            </a:extLst>
          </p:cNvPr>
          <p:cNvSpPr>
            <a:spLocks noGrp="1"/>
          </p:cNvSpPr>
          <p:nvPr/>
        </p:nvSpPr>
        <p:spPr>
          <a:xfrm>
            <a:off x="6562725" y="2209800"/>
            <a:ext cx="4791075" cy="2466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1500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00" b="0" dirty="0">
                <a:solidFill>
                  <a:srgbClr val="182B43"/>
                </a:solidFill>
                <a:latin typeface="Times New Roman"/>
                <a:ea typeface="Times New Roman"/>
                <a:cs typeface="Times New Roman"/>
              </a:rPr>
              <a:t>Recursion can be deep or expensive.</a:t>
            </a:r>
          </a:p>
          <a:p>
            <a:endParaRPr sz="2000" b="0" dirty="0">
              <a:solidFill>
                <a:srgbClr val="182B43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500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00" b="0" dirty="0">
                <a:solidFill>
                  <a:srgbClr val="182B43"/>
                </a:solidFill>
                <a:latin typeface="Times New Roman"/>
                <a:ea typeface="Times New Roman"/>
                <a:cs typeface="Times New Roman"/>
              </a:rPr>
              <a:t>Rules about allowed children need explicit checks.</a:t>
            </a:r>
          </a:p>
          <a:p>
            <a:endParaRPr sz="2000" b="0" dirty="0">
              <a:solidFill>
                <a:srgbClr val="182B43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500" b="0">
                <a:solidFill>
                  <a:srgbClr val="182B43"/>
                </a:solidFill>
                <a:latin typeface="Arial"/>
                <a:ea typeface="Arial"/>
                <a:cs typeface="Arial"/>
              </a:defRPr>
            </a:pPr>
            <a:r>
              <a:rPr sz="2000" b="0" dirty="0">
                <a:solidFill>
                  <a:srgbClr val="182B43"/>
                </a:solidFill>
                <a:latin typeface="Times New Roman"/>
                <a:ea typeface="Times New Roman"/>
                <a:cs typeface="Times New Roman"/>
              </a:rPr>
              <a:t>Parent links and caching complicate updates.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CE8426-BA48-43CE-8D13-E0F46EFAF2AE}"/>
              </a:ext>
            </a:extLst>
          </p:cNvPr>
          <p:cNvSpPr>
            <a:spLocks noGrp="1"/>
          </p:cNvSpPr>
          <p:nvPr/>
        </p:nvSpPr>
        <p:spPr>
          <a:xfrm>
            <a:off x="962025" y="5314950"/>
            <a:ext cx="10096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75" b="1">
                <a:solidFill>
                  <a:srgbClr val="102A4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C"/>
                </a:solidFill>
                <a:latin typeface="Times New Roman"/>
                <a:ea typeface="Times New Roman"/>
                <a:cs typeface="Times New Roman"/>
              </a:rPr>
              <a:t>Use Composite when the domain really forms a part–whole tree.</a:t>
            </a:r>
          </a:p>
        </p:txBody>
      </p:sp>
      <p:sp>
        <p:nvSpPr>
          <p:cNvPr id="17" name="TextBox 2">
            <a:extLst>
              <a:ext uri="{FF2B5EF4-FFF2-40B4-BE49-F238E27FC236}">
                <a16:creationId xmlns:a16="http://schemas.microsoft.com/office/drawing/2014/main" id="{DD47C493-2754-7DA8-A30C-4124A6788A42}"/>
              </a:ext>
            </a:extLst>
          </p:cNvPr>
          <p:cNvSpPr>
            <a:spLocks noGrp="1"/>
          </p:cNvSpPr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600">
                <a:solidFill>
                  <a:srgbClr val="002060"/>
                </a:solidFill>
              </a:rPr>
              <a:t>Composite Pattern - Consequences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0C8D41B-FCE2-3A0A-66C1-0838F67C38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785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412E6E-E51A-CDBC-C642-D9CC87EFAC98}"/>
              </a:ext>
            </a:extLst>
          </p:cNvPr>
          <p:cNvSpPr>
            <a:spLocks noGrp="1"/>
          </p:cNvSpPr>
          <p:nvPr/>
        </p:nvSpPr>
        <p:spPr>
          <a:xfrm>
            <a:off x="511278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600">
                <a:solidFill>
                  <a:srgbClr val="002060"/>
                </a:solidFill>
              </a:rPr>
              <a:t>Applicability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62FA31-9FAD-B5DA-B86A-A434764F53CE}"/>
              </a:ext>
            </a:extLst>
          </p:cNvPr>
          <p:cNvSpPr>
            <a:spLocks noGrp="1"/>
          </p:cNvSpPr>
          <p:nvPr/>
        </p:nvSpPr>
        <p:spPr>
          <a:xfrm>
            <a:off x="511277" y="845177"/>
            <a:ext cx="10628671" cy="227754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0000FF"/>
                </a:solidFill>
              </a:rPr>
              <a:t>When should we use the Composite Pattern?</a:t>
            </a:r>
          </a:p>
          <a:p>
            <a:pPr lvl="0">
              <a:buNone/>
            </a:pPr>
            <a:r>
              <a:rPr sz="2400" dirty="0"/>
              <a:t>✔ Objects form a tree or part-whole hierarchy.</a:t>
            </a:r>
          </a:p>
          <a:p>
            <a:pPr lvl="0">
              <a:buNone/>
            </a:pPr>
            <a:r>
              <a:rPr sz="2400" dirty="0"/>
              <a:t>✔ Clients should treat leaves and groups uniformly.</a:t>
            </a:r>
          </a:p>
          <a:p>
            <a:pPr lvl="0">
              <a:buNone/>
            </a:pPr>
            <a:r>
              <a:rPr sz="2400" dirty="0"/>
              <a:t>✔ Operations should work recursively on nested groups.</a:t>
            </a:r>
          </a:p>
          <a:p>
            <a:pPr lvl="0">
              <a:buNone/>
            </a:pPr>
            <a:r>
              <a:rPr sz="2400" dirty="0"/>
              <a:t>✔ New element types should fit the same interface.</a:t>
            </a:r>
          </a:p>
          <a:p>
            <a:pPr marL="342900" indent="-342900">
              <a:buFont typeface="Arial"/>
              <a:buChar char="•"/>
            </a:pPr>
            <a:endParaRPr sz="2200" dirty="0">
              <a:solidFill>
                <a:srgbClr val="0000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FF3AE4-8FB0-64C0-A985-340A252F2DC0}"/>
              </a:ext>
            </a:extLst>
          </p:cNvPr>
          <p:cNvSpPr>
            <a:spLocks noGrp="1"/>
          </p:cNvSpPr>
          <p:nvPr/>
        </p:nvSpPr>
        <p:spPr>
          <a:xfrm>
            <a:off x="511277" y="3980819"/>
            <a:ext cx="6679231" cy="17851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sz="2200" b="1" dirty="0">
                <a:solidFill>
                  <a:srgbClr val="0000FF"/>
                </a:solidFill>
              </a:rPr>
              <a:t>When NOT to Use Composite Pattern</a:t>
            </a:r>
          </a:p>
          <a:p>
            <a:pPr lvl="0">
              <a:buNone/>
            </a:pPr>
            <a:r>
              <a:rPr sz="2200" dirty="0"/>
              <a:t>✘ The data has no meaningful hierarchy.</a:t>
            </a:r>
          </a:p>
          <a:p>
            <a:pPr lvl="0">
              <a:buNone/>
            </a:pPr>
            <a:r>
              <a:rPr sz="2200" dirty="0"/>
              <a:t>✘ Leaves and groups need unrelated operations.</a:t>
            </a:r>
          </a:p>
          <a:p>
            <a:pPr lvl="0">
              <a:buNone/>
            </a:pPr>
            <a:r>
              <a:rPr sz="2200" dirty="0"/>
              <a:t>✘ Strict type safety for child operations matters most.</a:t>
            </a:r>
          </a:p>
          <a:p>
            <a:pPr lvl="0">
              <a:buNone/>
            </a:pPr>
            <a:r>
              <a:rPr sz="2200" dirty="0"/>
              <a:t>✘ A simple flat collection is sufficient.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568B0E-B191-6DE0-50B0-98C86290B0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905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1407</Words>
  <Application>Microsoft Macintosh PowerPoint</Application>
  <DocSecurity>0</DocSecurity>
  <PresentationFormat>Widescreen</PresentationFormat>
  <Paragraphs>256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Aswathy Mohan</cp:lastModifiedBy>
  <cp:revision>1</cp:revision>
  <dcterms:created xsi:type="dcterms:W3CDTF">2026-09-30T06:08:28Z</dcterms:created>
  <dcterms:modified xsi:type="dcterms:W3CDTF">2026-09-30T06:52:24Z</dcterms:modified>
</cp:coreProperties>
</file>