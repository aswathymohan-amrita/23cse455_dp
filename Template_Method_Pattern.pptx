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8" r:id="rId4"/>
    <p:sldId id="258" r:id="rId5"/>
    <p:sldId id="259" r:id="rId6"/>
    <p:sldId id="260" r:id="rId7"/>
    <p:sldId id="261" r:id="rId8"/>
    <p:sldId id="262" r:id="rId9"/>
    <p:sldId id="263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98356D-F6E2-D140-80CE-3D91CFDAC451}" v="10" dt="2026-10-14T06:47:35.0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7"/>
    <p:restoredTop sz="94643"/>
  </p:normalViewPr>
  <p:slideViewPr>
    <p:cSldViewPr snapToGrid="0">
      <p:cViewPr varScale="1">
        <p:scale>
          <a:sx n="115" d="100"/>
          <a:sy n="115" d="100"/>
        </p:scale>
        <p:origin x="71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wathy Mohan" userId="8ec7b060-ec9d-4a76-a81c-f80212d9386c" providerId="ADAL" clId="{A2D8F3F3-AB79-5800-97AF-2AFE679C11CA}"/>
    <pc:docChg chg="custSel addSld delSld modSld">
      <pc:chgData name="Aswathy Mohan" userId="8ec7b060-ec9d-4a76-a81c-f80212d9386c" providerId="ADAL" clId="{A2D8F3F3-AB79-5800-97AF-2AFE679C11CA}" dt="2026-10-15T04:34:24.437" v="196" actId="2696"/>
      <pc:docMkLst>
        <pc:docMk/>
      </pc:docMkLst>
      <pc:sldChg chg="delSp modSp mod">
        <pc:chgData name="Aswathy Mohan" userId="8ec7b060-ec9d-4a76-a81c-f80212d9386c" providerId="ADAL" clId="{A2D8F3F3-AB79-5800-97AF-2AFE679C11CA}" dt="2026-10-14T06:31:44.303" v="34" actId="20577"/>
        <pc:sldMkLst>
          <pc:docMk/>
          <pc:sldMk cId="24980951" sldId="257"/>
        </pc:sldMkLst>
        <pc:spChg chg="del">
          <ac:chgData name="Aswathy Mohan" userId="8ec7b060-ec9d-4a76-a81c-f80212d9386c" providerId="ADAL" clId="{A2D8F3F3-AB79-5800-97AF-2AFE679C11CA}" dt="2026-10-14T06:29:55.566" v="0" actId="478"/>
          <ac:spMkLst>
            <pc:docMk/>
            <pc:sldMk cId="24980951" sldId="257"/>
            <ac:spMk id="3" creationId="{BEB44252-697C-46F2-B57A-650C9CC6F8B4}"/>
          </ac:spMkLst>
        </pc:spChg>
        <pc:spChg chg="mod">
          <ac:chgData name="Aswathy Mohan" userId="8ec7b060-ec9d-4a76-a81c-f80212d9386c" providerId="ADAL" clId="{A2D8F3F3-AB79-5800-97AF-2AFE679C11CA}" dt="2026-10-14T06:31:28.997" v="4" actId="255"/>
          <ac:spMkLst>
            <pc:docMk/>
            <pc:sldMk cId="24980951" sldId="257"/>
            <ac:spMk id="4" creationId="{4FF021CD-B922-40CA-8357-918DDF03A024}"/>
          </ac:spMkLst>
        </pc:spChg>
        <pc:spChg chg="mod">
          <ac:chgData name="Aswathy Mohan" userId="8ec7b060-ec9d-4a76-a81c-f80212d9386c" providerId="ADAL" clId="{A2D8F3F3-AB79-5800-97AF-2AFE679C11CA}" dt="2026-10-14T06:31:44.303" v="34" actId="20577"/>
          <ac:spMkLst>
            <pc:docMk/>
            <pc:sldMk cId="24980951" sldId="257"/>
            <ac:spMk id="5" creationId="{BC5DC8C2-5C5F-46D7-B70F-19711A06E472}"/>
          </ac:spMkLst>
        </pc:spChg>
        <pc:spChg chg="mod">
          <ac:chgData name="Aswathy Mohan" userId="8ec7b060-ec9d-4a76-a81c-f80212d9386c" providerId="ADAL" clId="{A2D8F3F3-AB79-5800-97AF-2AFE679C11CA}" dt="2026-10-14T06:31:28.997" v="4" actId="255"/>
          <ac:spMkLst>
            <pc:docMk/>
            <pc:sldMk cId="24980951" sldId="257"/>
            <ac:spMk id="6" creationId="{DA1059A4-6BF5-40FB-8E12-E68B74D1F48C}"/>
          </ac:spMkLst>
        </pc:spChg>
        <pc:spChg chg="mod">
          <ac:chgData name="Aswathy Mohan" userId="8ec7b060-ec9d-4a76-a81c-f80212d9386c" providerId="ADAL" clId="{A2D8F3F3-AB79-5800-97AF-2AFE679C11CA}" dt="2026-10-14T06:31:28.997" v="4" actId="255"/>
          <ac:spMkLst>
            <pc:docMk/>
            <pc:sldMk cId="24980951" sldId="257"/>
            <ac:spMk id="7" creationId="{3CDCC8BB-0C52-48A2-A029-DC09A118A434}"/>
          </ac:spMkLst>
        </pc:spChg>
        <pc:spChg chg="mod">
          <ac:chgData name="Aswathy Mohan" userId="8ec7b060-ec9d-4a76-a81c-f80212d9386c" providerId="ADAL" clId="{A2D8F3F3-AB79-5800-97AF-2AFE679C11CA}" dt="2026-10-14T06:31:28.997" v="4" actId="255"/>
          <ac:spMkLst>
            <pc:docMk/>
            <pc:sldMk cId="24980951" sldId="257"/>
            <ac:spMk id="8" creationId="{3884AF64-FDE1-4748-B4B3-30AA730AEBF6}"/>
          </ac:spMkLst>
        </pc:spChg>
        <pc:spChg chg="mod">
          <ac:chgData name="Aswathy Mohan" userId="8ec7b060-ec9d-4a76-a81c-f80212d9386c" providerId="ADAL" clId="{A2D8F3F3-AB79-5800-97AF-2AFE679C11CA}" dt="2026-10-14T06:31:28.997" v="4" actId="255"/>
          <ac:spMkLst>
            <pc:docMk/>
            <pc:sldMk cId="24980951" sldId="257"/>
            <ac:spMk id="9" creationId="{102F71B1-09F0-42A1-9A96-1AD9E216EF99}"/>
          </ac:spMkLst>
        </pc:spChg>
        <pc:spChg chg="mod">
          <ac:chgData name="Aswathy Mohan" userId="8ec7b060-ec9d-4a76-a81c-f80212d9386c" providerId="ADAL" clId="{A2D8F3F3-AB79-5800-97AF-2AFE679C11CA}" dt="2026-10-14T06:31:28.997" v="4" actId="255"/>
          <ac:spMkLst>
            <pc:docMk/>
            <pc:sldMk cId="24980951" sldId="257"/>
            <ac:spMk id="10" creationId="{8ED93A5E-6E33-4E33-8B86-A8CD64BBB03C}"/>
          </ac:spMkLst>
        </pc:spChg>
        <pc:spChg chg="mod">
          <ac:chgData name="Aswathy Mohan" userId="8ec7b060-ec9d-4a76-a81c-f80212d9386c" providerId="ADAL" clId="{A2D8F3F3-AB79-5800-97AF-2AFE679C11CA}" dt="2026-10-14T06:31:28.997" v="4" actId="255"/>
          <ac:spMkLst>
            <pc:docMk/>
            <pc:sldMk cId="24980951" sldId="257"/>
            <ac:spMk id="11" creationId="{10987FF5-98FA-40CE-BE59-9351218F9D36}"/>
          </ac:spMkLst>
        </pc:spChg>
        <pc:spChg chg="mod">
          <ac:chgData name="Aswathy Mohan" userId="8ec7b060-ec9d-4a76-a81c-f80212d9386c" providerId="ADAL" clId="{A2D8F3F3-AB79-5800-97AF-2AFE679C11CA}" dt="2026-10-14T06:31:28.997" v="4" actId="255"/>
          <ac:spMkLst>
            <pc:docMk/>
            <pc:sldMk cId="24980951" sldId="257"/>
            <ac:spMk id="12" creationId="{037BC694-0F37-46FC-B050-EB71DBE01D75}"/>
          </ac:spMkLst>
        </pc:spChg>
        <pc:spChg chg="mod">
          <ac:chgData name="Aswathy Mohan" userId="8ec7b060-ec9d-4a76-a81c-f80212d9386c" providerId="ADAL" clId="{A2D8F3F3-AB79-5800-97AF-2AFE679C11CA}" dt="2026-10-14T06:31:28.997" v="4" actId="255"/>
          <ac:spMkLst>
            <pc:docMk/>
            <pc:sldMk cId="24980951" sldId="257"/>
            <ac:spMk id="13" creationId="{5A68E434-60BD-4B41-B928-9B62866E2E3D}"/>
          </ac:spMkLst>
        </pc:spChg>
      </pc:sldChg>
      <pc:sldChg chg="modSp mod">
        <pc:chgData name="Aswathy Mohan" userId="8ec7b060-ec9d-4a76-a81c-f80212d9386c" providerId="ADAL" clId="{A2D8F3F3-AB79-5800-97AF-2AFE679C11CA}" dt="2026-10-14T06:37:50.566" v="45" actId="255"/>
        <pc:sldMkLst>
          <pc:docMk/>
          <pc:sldMk cId="762283175" sldId="258"/>
        </pc:sldMkLst>
        <pc:spChg chg="mod">
          <ac:chgData name="Aswathy Mohan" userId="8ec7b060-ec9d-4a76-a81c-f80212d9386c" providerId="ADAL" clId="{A2D8F3F3-AB79-5800-97AF-2AFE679C11CA}" dt="2026-10-14T06:31:59.190" v="35" actId="255"/>
          <ac:spMkLst>
            <pc:docMk/>
            <pc:sldMk cId="762283175" sldId="258"/>
            <ac:spMk id="3" creationId="{3948837A-7F0F-4EBD-8011-4F7855D1112B}"/>
          </ac:spMkLst>
        </pc:spChg>
        <pc:spChg chg="mod">
          <ac:chgData name="Aswathy Mohan" userId="8ec7b060-ec9d-4a76-a81c-f80212d9386c" providerId="ADAL" clId="{A2D8F3F3-AB79-5800-97AF-2AFE679C11CA}" dt="2026-10-14T06:37:50.566" v="45" actId="255"/>
          <ac:spMkLst>
            <pc:docMk/>
            <pc:sldMk cId="762283175" sldId="258"/>
            <ac:spMk id="6" creationId="{9D928EEA-A56F-4618-AA5D-66F44370FB4F}"/>
          </ac:spMkLst>
        </pc:spChg>
        <pc:spChg chg="mod">
          <ac:chgData name="Aswathy Mohan" userId="8ec7b060-ec9d-4a76-a81c-f80212d9386c" providerId="ADAL" clId="{A2D8F3F3-AB79-5800-97AF-2AFE679C11CA}" dt="2026-10-14T06:37:47.267" v="44" actId="255"/>
          <ac:spMkLst>
            <pc:docMk/>
            <pc:sldMk cId="762283175" sldId="258"/>
            <ac:spMk id="11" creationId="{37C9C439-75F7-43B5-A360-847DB108CC8E}"/>
          </ac:spMkLst>
        </pc:spChg>
      </pc:sldChg>
      <pc:sldChg chg="addSp delSp modSp mod">
        <pc:chgData name="Aswathy Mohan" userId="8ec7b060-ec9d-4a76-a81c-f80212d9386c" providerId="ADAL" clId="{A2D8F3F3-AB79-5800-97AF-2AFE679C11CA}" dt="2026-10-14T06:47:49.062" v="149"/>
        <pc:sldMkLst>
          <pc:docMk/>
          <pc:sldMk cId="465689967" sldId="259"/>
        </pc:sldMkLst>
        <pc:spChg chg="mod">
          <ac:chgData name="Aswathy Mohan" userId="8ec7b060-ec9d-4a76-a81c-f80212d9386c" providerId="ADAL" clId="{A2D8F3F3-AB79-5800-97AF-2AFE679C11CA}" dt="2026-10-14T06:47:33.273" v="121" actId="20577"/>
          <ac:spMkLst>
            <pc:docMk/>
            <pc:sldMk cId="465689967" sldId="259"/>
            <ac:spMk id="2" creationId="{9107172F-C059-43DC-B8F6-EE82679E41AF}"/>
          </ac:spMkLst>
        </pc:spChg>
        <pc:spChg chg="mod">
          <ac:chgData name="Aswathy Mohan" userId="8ec7b060-ec9d-4a76-a81c-f80212d9386c" providerId="ADAL" clId="{A2D8F3F3-AB79-5800-97AF-2AFE679C11CA}" dt="2026-10-14T06:47:48.405" v="147" actId="14100"/>
          <ac:spMkLst>
            <pc:docMk/>
            <pc:sldMk cId="465689967" sldId="259"/>
            <ac:spMk id="3" creationId="{A580320F-1A5C-49B2-85F3-55E9AE023263}"/>
          </ac:spMkLst>
        </pc:spChg>
        <pc:spChg chg="add del mod">
          <ac:chgData name="Aswathy Mohan" userId="8ec7b060-ec9d-4a76-a81c-f80212d9386c" providerId="ADAL" clId="{A2D8F3F3-AB79-5800-97AF-2AFE679C11CA}" dt="2026-10-14T06:47:49.062" v="149"/>
          <ac:spMkLst>
            <pc:docMk/>
            <pc:sldMk cId="465689967" sldId="259"/>
            <ac:spMk id="13" creationId="{5A2EA6CA-77F0-B88B-2F9E-72CB4CD99567}"/>
          </ac:spMkLst>
        </pc:spChg>
        <pc:spChg chg="mod">
          <ac:chgData name="Aswathy Mohan" userId="8ec7b060-ec9d-4a76-a81c-f80212d9386c" providerId="ADAL" clId="{A2D8F3F3-AB79-5800-97AF-2AFE679C11CA}" dt="2026-10-14T06:32:22.475" v="39" actId="255"/>
          <ac:spMkLst>
            <pc:docMk/>
            <pc:sldMk cId="465689967" sldId="259"/>
            <ac:spMk id="17" creationId="{0EC74BAE-0F85-4106-879B-D8C23A7FB3CB}"/>
          </ac:spMkLst>
        </pc:spChg>
      </pc:sldChg>
      <pc:sldChg chg="modSp mod">
        <pc:chgData name="Aswathy Mohan" userId="8ec7b060-ec9d-4a76-a81c-f80212d9386c" providerId="ADAL" clId="{A2D8F3F3-AB79-5800-97AF-2AFE679C11CA}" dt="2026-10-14T07:37:50.410" v="158" actId="255"/>
        <pc:sldMkLst>
          <pc:docMk/>
          <pc:sldMk cId="2095791507" sldId="260"/>
        </pc:sldMkLst>
        <pc:spChg chg="mod">
          <ac:chgData name="Aswathy Mohan" userId="8ec7b060-ec9d-4a76-a81c-f80212d9386c" providerId="ADAL" clId="{A2D8F3F3-AB79-5800-97AF-2AFE679C11CA}" dt="2026-10-14T07:37:50.410" v="158" actId="255"/>
          <ac:spMkLst>
            <pc:docMk/>
            <pc:sldMk cId="2095791507" sldId="260"/>
            <ac:spMk id="3" creationId="{244676EF-3B8B-4B45-986E-06CD08CB9587}"/>
          </ac:spMkLst>
        </pc:spChg>
        <pc:spChg chg="mod">
          <ac:chgData name="Aswathy Mohan" userId="8ec7b060-ec9d-4a76-a81c-f80212d9386c" providerId="ADAL" clId="{A2D8F3F3-AB79-5800-97AF-2AFE679C11CA}" dt="2026-10-14T07:37:50.410" v="158" actId="255"/>
          <ac:spMkLst>
            <pc:docMk/>
            <pc:sldMk cId="2095791507" sldId="260"/>
            <ac:spMk id="7" creationId="{D5C86D02-9649-490E-986B-20643A55EC40}"/>
          </ac:spMkLst>
        </pc:spChg>
        <pc:spChg chg="mod">
          <ac:chgData name="Aswathy Mohan" userId="8ec7b060-ec9d-4a76-a81c-f80212d9386c" providerId="ADAL" clId="{A2D8F3F3-AB79-5800-97AF-2AFE679C11CA}" dt="2026-10-14T07:37:50.410" v="158" actId="255"/>
          <ac:spMkLst>
            <pc:docMk/>
            <pc:sldMk cId="2095791507" sldId="260"/>
            <ac:spMk id="10" creationId="{12E0DDB3-DC24-4928-BF6D-230B4FC8C072}"/>
          </ac:spMkLst>
        </pc:spChg>
        <pc:spChg chg="mod">
          <ac:chgData name="Aswathy Mohan" userId="8ec7b060-ec9d-4a76-a81c-f80212d9386c" providerId="ADAL" clId="{A2D8F3F3-AB79-5800-97AF-2AFE679C11CA}" dt="2026-10-14T07:37:50.410" v="158" actId="255"/>
          <ac:spMkLst>
            <pc:docMk/>
            <pc:sldMk cId="2095791507" sldId="260"/>
            <ac:spMk id="13" creationId="{7E0AFCF2-D109-4691-9967-A499ACCDCBF3}"/>
          </ac:spMkLst>
        </pc:spChg>
        <pc:spChg chg="mod">
          <ac:chgData name="Aswathy Mohan" userId="8ec7b060-ec9d-4a76-a81c-f80212d9386c" providerId="ADAL" clId="{A2D8F3F3-AB79-5800-97AF-2AFE679C11CA}" dt="2026-10-14T07:37:50.410" v="158" actId="255"/>
          <ac:spMkLst>
            <pc:docMk/>
            <pc:sldMk cId="2095791507" sldId="260"/>
            <ac:spMk id="14" creationId="{E4333839-9DD9-4B84-82D2-ABA14D4C8D4D}"/>
          </ac:spMkLst>
        </pc:spChg>
        <pc:spChg chg="mod">
          <ac:chgData name="Aswathy Mohan" userId="8ec7b060-ec9d-4a76-a81c-f80212d9386c" providerId="ADAL" clId="{A2D8F3F3-AB79-5800-97AF-2AFE679C11CA}" dt="2026-10-14T07:37:50.410" v="158" actId="255"/>
          <ac:spMkLst>
            <pc:docMk/>
            <pc:sldMk cId="2095791507" sldId="260"/>
            <ac:spMk id="15" creationId="{DB56CED1-E2D7-43D7-BDBE-FD565C5ACA75}"/>
          </ac:spMkLst>
        </pc:spChg>
        <pc:spChg chg="mod">
          <ac:chgData name="Aswathy Mohan" userId="8ec7b060-ec9d-4a76-a81c-f80212d9386c" providerId="ADAL" clId="{A2D8F3F3-AB79-5800-97AF-2AFE679C11CA}" dt="2026-10-14T07:37:50.410" v="158" actId="255"/>
          <ac:spMkLst>
            <pc:docMk/>
            <pc:sldMk cId="2095791507" sldId="260"/>
            <ac:spMk id="16" creationId="{AAECB8F7-6AF3-4BE6-985B-B4D2F76AEA8E}"/>
          </ac:spMkLst>
        </pc:spChg>
        <pc:spChg chg="mod">
          <ac:chgData name="Aswathy Mohan" userId="8ec7b060-ec9d-4a76-a81c-f80212d9386c" providerId="ADAL" clId="{A2D8F3F3-AB79-5800-97AF-2AFE679C11CA}" dt="2026-10-14T07:37:50.410" v="158" actId="255"/>
          <ac:spMkLst>
            <pc:docMk/>
            <pc:sldMk cId="2095791507" sldId="260"/>
            <ac:spMk id="17" creationId="{1838D69D-543A-4BE4-85C3-895A19EEA396}"/>
          </ac:spMkLst>
        </pc:spChg>
        <pc:spChg chg="mod">
          <ac:chgData name="Aswathy Mohan" userId="8ec7b060-ec9d-4a76-a81c-f80212d9386c" providerId="ADAL" clId="{A2D8F3F3-AB79-5800-97AF-2AFE679C11CA}" dt="2026-10-14T07:37:50.410" v="158" actId="255"/>
          <ac:spMkLst>
            <pc:docMk/>
            <pc:sldMk cId="2095791507" sldId="260"/>
            <ac:spMk id="20" creationId="{74D11CF9-6E48-4B15-B190-656865115DBE}"/>
          </ac:spMkLst>
        </pc:spChg>
        <pc:spChg chg="mod">
          <ac:chgData name="Aswathy Mohan" userId="8ec7b060-ec9d-4a76-a81c-f80212d9386c" providerId="ADAL" clId="{A2D8F3F3-AB79-5800-97AF-2AFE679C11CA}" dt="2026-10-14T07:37:50.410" v="158" actId="255"/>
          <ac:spMkLst>
            <pc:docMk/>
            <pc:sldMk cId="2095791507" sldId="260"/>
            <ac:spMk id="21" creationId="{7EF64591-6CA0-4E50-87DC-F33748D930E9}"/>
          </ac:spMkLst>
        </pc:spChg>
      </pc:sldChg>
      <pc:sldChg chg="modSp mod">
        <pc:chgData name="Aswathy Mohan" userId="8ec7b060-ec9d-4a76-a81c-f80212d9386c" providerId="ADAL" clId="{A2D8F3F3-AB79-5800-97AF-2AFE679C11CA}" dt="2026-10-15T04:32:28.618" v="191" actId="1036"/>
        <pc:sldMkLst>
          <pc:docMk/>
          <pc:sldMk cId="554194316" sldId="261"/>
        </pc:sldMkLst>
        <pc:spChg chg="mod">
          <ac:chgData name="Aswathy Mohan" userId="8ec7b060-ec9d-4a76-a81c-f80212d9386c" providerId="ADAL" clId="{A2D8F3F3-AB79-5800-97AF-2AFE679C11CA}" dt="2026-10-14T07:38:04.473" v="159" actId="255"/>
          <ac:spMkLst>
            <pc:docMk/>
            <pc:sldMk cId="554194316" sldId="261"/>
            <ac:spMk id="3" creationId="{43120B23-9E64-4711-BA97-4A8871ED83BF}"/>
          </ac:spMkLst>
        </pc:spChg>
        <pc:spChg chg="mod">
          <ac:chgData name="Aswathy Mohan" userId="8ec7b060-ec9d-4a76-a81c-f80212d9386c" providerId="ADAL" clId="{A2D8F3F3-AB79-5800-97AF-2AFE679C11CA}" dt="2026-10-15T04:32:28.618" v="191" actId="1036"/>
          <ac:spMkLst>
            <pc:docMk/>
            <pc:sldMk cId="554194316" sldId="261"/>
            <ac:spMk id="7" creationId="{53B48C56-6939-4A0A-B389-2DCCECF58EB9}"/>
          </ac:spMkLst>
        </pc:spChg>
        <pc:spChg chg="mod">
          <ac:chgData name="Aswathy Mohan" userId="8ec7b060-ec9d-4a76-a81c-f80212d9386c" providerId="ADAL" clId="{A2D8F3F3-AB79-5800-97AF-2AFE679C11CA}" dt="2026-10-14T07:38:04.473" v="159" actId="255"/>
          <ac:spMkLst>
            <pc:docMk/>
            <pc:sldMk cId="554194316" sldId="261"/>
            <ac:spMk id="8" creationId="{83F83012-79DB-475B-9E05-50E27192B644}"/>
          </ac:spMkLst>
        </pc:spChg>
        <pc:spChg chg="mod">
          <ac:chgData name="Aswathy Mohan" userId="8ec7b060-ec9d-4a76-a81c-f80212d9386c" providerId="ADAL" clId="{A2D8F3F3-AB79-5800-97AF-2AFE679C11CA}" dt="2026-10-15T04:32:08.571" v="189" actId="20577"/>
          <ac:spMkLst>
            <pc:docMk/>
            <pc:sldMk cId="554194316" sldId="261"/>
            <ac:spMk id="9" creationId="{41AA7FDC-15FC-4486-B073-C8BCF27D3CBB}"/>
          </ac:spMkLst>
        </pc:spChg>
        <pc:spChg chg="mod">
          <ac:chgData name="Aswathy Mohan" userId="8ec7b060-ec9d-4a76-a81c-f80212d9386c" providerId="ADAL" clId="{A2D8F3F3-AB79-5800-97AF-2AFE679C11CA}" dt="2026-10-14T07:38:04.473" v="159" actId="255"/>
          <ac:spMkLst>
            <pc:docMk/>
            <pc:sldMk cId="554194316" sldId="261"/>
            <ac:spMk id="10" creationId="{12C4C0E6-C228-4B40-A8E3-2E072843148B}"/>
          </ac:spMkLst>
        </pc:spChg>
        <pc:spChg chg="mod">
          <ac:chgData name="Aswathy Mohan" userId="8ec7b060-ec9d-4a76-a81c-f80212d9386c" providerId="ADAL" clId="{A2D8F3F3-AB79-5800-97AF-2AFE679C11CA}" dt="2026-10-14T07:38:04.473" v="159" actId="255"/>
          <ac:spMkLst>
            <pc:docMk/>
            <pc:sldMk cId="554194316" sldId="261"/>
            <ac:spMk id="11" creationId="{6B430869-4F10-4B39-A353-A611256CA4CD}"/>
          </ac:spMkLst>
        </pc:spChg>
      </pc:sldChg>
      <pc:sldChg chg="modSp mod">
        <pc:chgData name="Aswathy Mohan" userId="8ec7b060-ec9d-4a76-a81c-f80212d9386c" providerId="ADAL" clId="{A2D8F3F3-AB79-5800-97AF-2AFE679C11CA}" dt="2026-10-14T07:36:37.359" v="152" actId="1036"/>
        <pc:sldMkLst>
          <pc:docMk/>
          <pc:sldMk cId="675974635" sldId="262"/>
        </pc:sldMkLst>
        <pc:spChg chg="mod">
          <ac:chgData name="Aswathy Mohan" userId="8ec7b060-ec9d-4a76-a81c-f80212d9386c" providerId="ADAL" clId="{A2D8F3F3-AB79-5800-97AF-2AFE679C11CA}" dt="2026-10-14T07:36:35.718" v="150" actId="255"/>
          <ac:spMkLst>
            <pc:docMk/>
            <pc:sldMk cId="675974635" sldId="262"/>
            <ac:spMk id="3" creationId="{D2CAEA10-4D53-43E1-91B6-7650886A4ED7}"/>
          </ac:spMkLst>
        </pc:spChg>
        <pc:spChg chg="mod">
          <ac:chgData name="Aswathy Mohan" userId="8ec7b060-ec9d-4a76-a81c-f80212d9386c" providerId="ADAL" clId="{A2D8F3F3-AB79-5800-97AF-2AFE679C11CA}" dt="2026-10-14T07:36:37.359" v="152" actId="1036"/>
          <ac:spMkLst>
            <pc:docMk/>
            <pc:sldMk cId="675974635" sldId="262"/>
            <ac:spMk id="5" creationId="{CB003A3D-278C-46DD-8B87-E00D20FA61CF}"/>
          </ac:spMkLst>
        </pc:spChg>
      </pc:sldChg>
      <pc:sldChg chg="delSp modSp mod">
        <pc:chgData name="Aswathy Mohan" userId="8ec7b060-ec9d-4a76-a81c-f80212d9386c" providerId="ADAL" clId="{A2D8F3F3-AB79-5800-97AF-2AFE679C11CA}" dt="2026-10-15T04:33:09.871" v="192" actId="478"/>
        <pc:sldMkLst>
          <pc:docMk/>
          <pc:sldMk cId="1193980828" sldId="263"/>
        </pc:sldMkLst>
        <pc:spChg chg="mod">
          <ac:chgData name="Aswathy Mohan" userId="8ec7b060-ec9d-4a76-a81c-f80212d9386c" providerId="ADAL" clId="{A2D8F3F3-AB79-5800-97AF-2AFE679C11CA}" dt="2026-10-14T07:38:13.411" v="160" actId="255"/>
          <ac:spMkLst>
            <pc:docMk/>
            <pc:sldMk cId="1193980828" sldId="263"/>
            <ac:spMk id="3" creationId="{BF3B36E2-24C4-4C47-9C71-13597FDCEC75}"/>
          </ac:spMkLst>
        </pc:spChg>
        <pc:spChg chg="mod">
          <ac:chgData name="Aswathy Mohan" userId="8ec7b060-ec9d-4a76-a81c-f80212d9386c" providerId="ADAL" clId="{A2D8F3F3-AB79-5800-97AF-2AFE679C11CA}" dt="2026-10-14T07:38:13.411" v="160" actId="255"/>
          <ac:spMkLst>
            <pc:docMk/>
            <pc:sldMk cId="1193980828" sldId="263"/>
            <ac:spMk id="4" creationId="{E9AB2384-2CC1-4A8C-9096-D34E8B19C5AC}"/>
          </ac:spMkLst>
        </pc:spChg>
        <pc:spChg chg="mod">
          <ac:chgData name="Aswathy Mohan" userId="8ec7b060-ec9d-4a76-a81c-f80212d9386c" providerId="ADAL" clId="{A2D8F3F3-AB79-5800-97AF-2AFE679C11CA}" dt="2026-10-14T07:38:13.411" v="160" actId="255"/>
          <ac:spMkLst>
            <pc:docMk/>
            <pc:sldMk cId="1193980828" sldId="263"/>
            <ac:spMk id="5" creationId="{6DB9DB0D-79B0-4CAC-9D90-23948508348C}"/>
          </ac:spMkLst>
        </pc:spChg>
        <pc:spChg chg="mod">
          <ac:chgData name="Aswathy Mohan" userId="8ec7b060-ec9d-4a76-a81c-f80212d9386c" providerId="ADAL" clId="{A2D8F3F3-AB79-5800-97AF-2AFE679C11CA}" dt="2026-10-14T07:38:13.411" v="160" actId="255"/>
          <ac:spMkLst>
            <pc:docMk/>
            <pc:sldMk cId="1193980828" sldId="263"/>
            <ac:spMk id="6" creationId="{0590EBED-51A0-4C48-846A-76A84B5EAE93}"/>
          </ac:spMkLst>
        </pc:spChg>
        <pc:spChg chg="mod">
          <ac:chgData name="Aswathy Mohan" userId="8ec7b060-ec9d-4a76-a81c-f80212d9386c" providerId="ADAL" clId="{A2D8F3F3-AB79-5800-97AF-2AFE679C11CA}" dt="2026-10-14T07:38:13.411" v="160" actId="255"/>
          <ac:spMkLst>
            <pc:docMk/>
            <pc:sldMk cId="1193980828" sldId="263"/>
            <ac:spMk id="7" creationId="{61CACA0B-9D02-4C6A-BC52-F494B7FF2EEC}"/>
          </ac:spMkLst>
        </pc:spChg>
        <pc:spChg chg="mod">
          <ac:chgData name="Aswathy Mohan" userId="8ec7b060-ec9d-4a76-a81c-f80212d9386c" providerId="ADAL" clId="{A2D8F3F3-AB79-5800-97AF-2AFE679C11CA}" dt="2026-10-14T07:38:13.411" v="160" actId="255"/>
          <ac:spMkLst>
            <pc:docMk/>
            <pc:sldMk cId="1193980828" sldId="263"/>
            <ac:spMk id="9" creationId="{7933D06E-2BCC-4340-A811-20C77154985C}"/>
          </ac:spMkLst>
        </pc:spChg>
        <pc:spChg chg="mod">
          <ac:chgData name="Aswathy Mohan" userId="8ec7b060-ec9d-4a76-a81c-f80212d9386c" providerId="ADAL" clId="{A2D8F3F3-AB79-5800-97AF-2AFE679C11CA}" dt="2026-10-14T07:38:13.411" v="160" actId="255"/>
          <ac:spMkLst>
            <pc:docMk/>
            <pc:sldMk cId="1193980828" sldId="263"/>
            <ac:spMk id="12" creationId="{230ACBD2-3F4B-4FEE-B76E-8FD5D6C85463}"/>
          </ac:spMkLst>
        </pc:spChg>
        <pc:spChg chg="mod">
          <ac:chgData name="Aswathy Mohan" userId="8ec7b060-ec9d-4a76-a81c-f80212d9386c" providerId="ADAL" clId="{A2D8F3F3-AB79-5800-97AF-2AFE679C11CA}" dt="2026-10-14T07:38:13.411" v="160" actId="255"/>
          <ac:spMkLst>
            <pc:docMk/>
            <pc:sldMk cId="1193980828" sldId="263"/>
            <ac:spMk id="13" creationId="{62A96704-608F-42C1-92AE-67BB61CD6918}"/>
          </ac:spMkLst>
        </pc:spChg>
        <pc:spChg chg="del mod">
          <ac:chgData name="Aswathy Mohan" userId="8ec7b060-ec9d-4a76-a81c-f80212d9386c" providerId="ADAL" clId="{A2D8F3F3-AB79-5800-97AF-2AFE679C11CA}" dt="2026-10-15T04:33:09.871" v="192" actId="478"/>
          <ac:spMkLst>
            <pc:docMk/>
            <pc:sldMk cId="1193980828" sldId="263"/>
            <ac:spMk id="14" creationId="{9100F767-8D82-4EF0-BBED-0A0D6026C332}"/>
          </ac:spMkLst>
        </pc:spChg>
        <pc:spChg chg="mod">
          <ac:chgData name="Aswathy Mohan" userId="8ec7b060-ec9d-4a76-a81c-f80212d9386c" providerId="ADAL" clId="{A2D8F3F3-AB79-5800-97AF-2AFE679C11CA}" dt="2026-10-14T07:38:13.411" v="160" actId="255"/>
          <ac:spMkLst>
            <pc:docMk/>
            <pc:sldMk cId="1193980828" sldId="263"/>
            <ac:spMk id="15" creationId="{FFAD67CC-829E-448A-A546-E68ECB3B8012}"/>
          </ac:spMkLst>
        </pc:spChg>
      </pc:sldChg>
      <pc:sldChg chg="modSp del mod">
        <pc:chgData name="Aswathy Mohan" userId="8ec7b060-ec9d-4a76-a81c-f80212d9386c" providerId="ADAL" clId="{A2D8F3F3-AB79-5800-97AF-2AFE679C11CA}" dt="2026-10-15T04:33:32.736" v="193" actId="2696"/>
        <pc:sldMkLst>
          <pc:docMk/>
          <pc:sldMk cId="1498001003" sldId="264"/>
        </pc:sldMkLst>
        <pc:spChg chg="mod">
          <ac:chgData name="Aswathy Mohan" userId="8ec7b060-ec9d-4a76-a81c-f80212d9386c" providerId="ADAL" clId="{A2D8F3F3-AB79-5800-97AF-2AFE679C11CA}" dt="2026-10-14T07:36:48.300" v="153" actId="255"/>
          <ac:spMkLst>
            <pc:docMk/>
            <pc:sldMk cId="1498001003" sldId="264"/>
            <ac:spMk id="3" creationId="{07EC4885-92B4-4E7C-A30B-E544EAD72B46}"/>
          </ac:spMkLst>
        </pc:spChg>
        <pc:spChg chg="mod">
          <ac:chgData name="Aswathy Mohan" userId="8ec7b060-ec9d-4a76-a81c-f80212d9386c" providerId="ADAL" clId="{A2D8F3F3-AB79-5800-97AF-2AFE679C11CA}" dt="2026-10-14T07:39:00.774" v="161" actId="255"/>
          <ac:spMkLst>
            <pc:docMk/>
            <pc:sldMk cId="1498001003" sldId="264"/>
            <ac:spMk id="14" creationId="{A28FCC33-E706-4301-B614-CCDBA0D36970}"/>
          </ac:spMkLst>
        </pc:spChg>
        <pc:spChg chg="mod">
          <ac:chgData name="Aswathy Mohan" userId="8ec7b060-ec9d-4a76-a81c-f80212d9386c" providerId="ADAL" clId="{A2D8F3F3-AB79-5800-97AF-2AFE679C11CA}" dt="2026-10-14T07:39:32.550" v="173" actId="20577"/>
          <ac:spMkLst>
            <pc:docMk/>
            <pc:sldMk cId="1498001003" sldId="264"/>
            <ac:spMk id="15" creationId="{E0166B3F-59D3-4005-9FB6-9EAF7FD007A6}"/>
          </ac:spMkLst>
        </pc:spChg>
      </pc:sldChg>
      <pc:sldChg chg="modSp del mod">
        <pc:chgData name="Aswathy Mohan" userId="8ec7b060-ec9d-4a76-a81c-f80212d9386c" providerId="ADAL" clId="{A2D8F3F3-AB79-5800-97AF-2AFE679C11CA}" dt="2026-10-15T04:34:24.437" v="196" actId="2696"/>
        <pc:sldMkLst>
          <pc:docMk/>
          <pc:sldMk cId="222968358" sldId="265"/>
        </pc:sldMkLst>
        <pc:spChg chg="mod">
          <ac:chgData name="Aswathy Mohan" userId="8ec7b060-ec9d-4a76-a81c-f80212d9386c" providerId="ADAL" clId="{A2D8F3F3-AB79-5800-97AF-2AFE679C11CA}" dt="2026-10-14T07:37:05.608" v="154" actId="255"/>
          <ac:spMkLst>
            <pc:docMk/>
            <pc:sldMk cId="222968358" sldId="265"/>
            <ac:spMk id="3" creationId="{7CDA60FE-5E49-43A1-8F17-CD13C0BD7B3F}"/>
          </ac:spMkLst>
        </pc:spChg>
        <pc:spChg chg="mod">
          <ac:chgData name="Aswathy Mohan" userId="8ec7b060-ec9d-4a76-a81c-f80212d9386c" providerId="ADAL" clId="{A2D8F3F3-AB79-5800-97AF-2AFE679C11CA}" dt="2026-10-14T07:37:05.608" v="154" actId="255"/>
          <ac:spMkLst>
            <pc:docMk/>
            <pc:sldMk cId="222968358" sldId="265"/>
            <ac:spMk id="4" creationId="{507CF1C1-4702-49E5-90F4-EF19C096C7C0}"/>
          </ac:spMkLst>
        </pc:spChg>
        <pc:spChg chg="mod">
          <ac:chgData name="Aswathy Mohan" userId="8ec7b060-ec9d-4a76-a81c-f80212d9386c" providerId="ADAL" clId="{A2D8F3F3-AB79-5800-97AF-2AFE679C11CA}" dt="2026-10-14T07:37:05.608" v="154" actId="255"/>
          <ac:spMkLst>
            <pc:docMk/>
            <pc:sldMk cId="222968358" sldId="265"/>
            <ac:spMk id="5" creationId="{28086FC1-0634-4A71-96D0-00625FAACF06}"/>
          </ac:spMkLst>
        </pc:spChg>
        <pc:spChg chg="mod">
          <ac:chgData name="Aswathy Mohan" userId="8ec7b060-ec9d-4a76-a81c-f80212d9386c" providerId="ADAL" clId="{A2D8F3F3-AB79-5800-97AF-2AFE679C11CA}" dt="2026-10-14T07:37:05.608" v="154" actId="255"/>
          <ac:spMkLst>
            <pc:docMk/>
            <pc:sldMk cId="222968358" sldId="265"/>
            <ac:spMk id="6" creationId="{E0A24146-3FAD-4EDA-9F9D-C90DD5E3FD18}"/>
          </ac:spMkLst>
        </pc:spChg>
        <pc:spChg chg="mod">
          <ac:chgData name="Aswathy Mohan" userId="8ec7b060-ec9d-4a76-a81c-f80212d9386c" providerId="ADAL" clId="{A2D8F3F3-AB79-5800-97AF-2AFE679C11CA}" dt="2026-10-14T07:37:05.608" v="154" actId="255"/>
          <ac:spMkLst>
            <pc:docMk/>
            <pc:sldMk cId="222968358" sldId="265"/>
            <ac:spMk id="7" creationId="{797AAA26-DDD8-4E47-A8C3-63616BFD1D72}"/>
          </ac:spMkLst>
        </pc:spChg>
        <pc:spChg chg="mod">
          <ac:chgData name="Aswathy Mohan" userId="8ec7b060-ec9d-4a76-a81c-f80212d9386c" providerId="ADAL" clId="{A2D8F3F3-AB79-5800-97AF-2AFE679C11CA}" dt="2026-10-14T07:37:05.608" v="154" actId="255"/>
          <ac:spMkLst>
            <pc:docMk/>
            <pc:sldMk cId="222968358" sldId="265"/>
            <ac:spMk id="8" creationId="{B7DA3146-C2BD-4F24-A8AC-D00F4C0C2CE2}"/>
          </ac:spMkLst>
        </pc:spChg>
        <pc:spChg chg="mod">
          <ac:chgData name="Aswathy Mohan" userId="8ec7b060-ec9d-4a76-a81c-f80212d9386c" providerId="ADAL" clId="{A2D8F3F3-AB79-5800-97AF-2AFE679C11CA}" dt="2026-10-14T07:37:05.608" v="154" actId="255"/>
          <ac:spMkLst>
            <pc:docMk/>
            <pc:sldMk cId="222968358" sldId="265"/>
            <ac:spMk id="9" creationId="{38A8B40E-0EB3-4362-A35B-F97C18E7D776}"/>
          </ac:spMkLst>
        </pc:spChg>
        <pc:spChg chg="mod">
          <ac:chgData name="Aswathy Mohan" userId="8ec7b060-ec9d-4a76-a81c-f80212d9386c" providerId="ADAL" clId="{A2D8F3F3-AB79-5800-97AF-2AFE679C11CA}" dt="2026-10-14T07:37:05.608" v="154" actId="255"/>
          <ac:spMkLst>
            <pc:docMk/>
            <pc:sldMk cId="222968358" sldId="265"/>
            <ac:spMk id="10" creationId="{41E3D569-D2C9-4672-A8DD-6F52933FCFBC}"/>
          </ac:spMkLst>
        </pc:spChg>
        <pc:spChg chg="mod">
          <ac:chgData name="Aswathy Mohan" userId="8ec7b060-ec9d-4a76-a81c-f80212d9386c" providerId="ADAL" clId="{A2D8F3F3-AB79-5800-97AF-2AFE679C11CA}" dt="2026-10-14T07:37:05.608" v="154" actId="255"/>
          <ac:spMkLst>
            <pc:docMk/>
            <pc:sldMk cId="222968358" sldId="265"/>
            <ac:spMk id="11" creationId="{6AE9ACF9-287E-4EE5-9484-D8C9DFFCC1C5}"/>
          </ac:spMkLst>
        </pc:spChg>
        <pc:spChg chg="mod">
          <ac:chgData name="Aswathy Mohan" userId="8ec7b060-ec9d-4a76-a81c-f80212d9386c" providerId="ADAL" clId="{A2D8F3F3-AB79-5800-97AF-2AFE679C11CA}" dt="2026-10-14T07:37:05.608" v="154" actId="255"/>
          <ac:spMkLst>
            <pc:docMk/>
            <pc:sldMk cId="222968358" sldId="265"/>
            <ac:spMk id="12" creationId="{239D0D3A-4F58-482B-AFEC-A416728DD278}"/>
          </ac:spMkLst>
        </pc:spChg>
      </pc:sldChg>
      <pc:sldChg chg="delSp modSp mod">
        <pc:chgData name="Aswathy Mohan" userId="8ec7b060-ec9d-4a76-a81c-f80212d9386c" providerId="ADAL" clId="{A2D8F3F3-AB79-5800-97AF-2AFE679C11CA}" dt="2026-10-15T04:33:52.551" v="195" actId="255"/>
        <pc:sldMkLst>
          <pc:docMk/>
          <pc:sldMk cId="1715209315" sldId="266"/>
        </pc:sldMkLst>
        <pc:spChg chg="del">
          <ac:chgData name="Aswathy Mohan" userId="8ec7b060-ec9d-4a76-a81c-f80212d9386c" providerId="ADAL" clId="{A2D8F3F3-AB79-5800-97AF-2AFE679C11CA}" dt="2026-10-15T04:33:46.819" v="194" actId="478"/>
          <ac:spMkLst>
            <pc:docMk/>
            <pc:sldMk cId="1715209315" sldId="266"/>
            <ac:spMk id="3" creationId="{F2E76735-5F15-44F7-B782-651553765A32}"/>
          </ac:spMkLst>
        </pc:spChg>
        <pc:spChg chg="mod">
          <ac:chgData name="Aswathy Mohan" userId="8ec7b060-ec9d-4a76-a81c-f80212d9386c" providerId="ADAL" clId="{A2D8F3F3-AB79-5800-97AF-2AFE679C11CA}" dt="2026-10-15T04:33:52.551" v="195" actId="255"/>
          <ac:spMkLst>
            <pc:docMk/>
            <pc:sldMk cId="1715209315" sldId="266"/>
            <ac:spMk id="4" creationId="{6A842DAB-ACA3-4112-B764-AC01F00CF8D3}"/>
          </ac:spMkLst>
        </pc:spChg>
        <pc:spChg chg="mod">
          <ac:chgData name="Aswathy Mohan" userId="8ec7b060-ec9d-4a76-a81c-f80212d9386c" providerId="ADAL" clId="{A2D8F3F3-AB79-5800-97AF-2AFE679C11CA}" dt="2026-10-15T04:33:52.551" v="195" actId="255"/>
          <ac:spMkLst>
            <pc:docMk/>
            <pc:sldMk cId="1715209315" sldId="266"/>
            <ac:spMk id="6" creationId="{3C1630D6-7002-45A7-B5C1-61B370E03D4A}"/>
          </ac:spMkLst>
        </pc:spChg>
        <pc:spChg chg="mod">
          <ac:chgData name="Aswathy Mohan" userId="8ec7b060-ec9d-4a76-a81c-f80212d9386c" providerId="ADAL" clId="{A2D8F3F3-AB79-5800-97AF-2AFE679C11CA}" dt="2026-10-15T04:33:52.551" v="195" actId="255"/>
          <ac:spMkLst>
            <pc:docMk/>
            <pc:sldMk cId="1715209315" sldId="266"/>
            <ac:spMk id="11" creationId="{43ABAEBE-4DA3-4011-A8DA-4B807EF03061}"/>
          </ac:spMkLst>
        </pc:spChg>
        <pc:spChg chg="mod">
          <ac:chgData name="Aswathy Mohan" userId="8ec7b060-ec9d-4a76-a81c-f80212d9386c" providerId="ADAL" clId="{A2D8F3F3-AB79-5800-97AF-2AFE679C11CA}" dt="2026-10-15T04:33:52.551" v="195" actId="255"/>
          <ac:spMkLst>
            <pc:docMk/>
            <pc:sldMk cId="1715209315" sldId="266"/>
            <ac:spMk id="13" creationId="{13A0B6C5-C476-4BC0-8872-6CE59BB5EF6D}"/>
          </ac:spMkLst>
        </pc:spChg>
        <pc:spChg chg="mod">
          <ac:chgData name="Aswathy Mohan" userId="8ec7b060-ec9d-4a76-a81c-f80212d9386c" providerId="ADAL" clId="{A2D8F3F3-AB79-5800-97AF-2AFE679C11CA}" dt="2026-10-15T04:33:52.551" v="195" actId="255"/>
          <ac:spMkLst>
            <pc:docMk/>
            <pc:sldMk cId="1715209315" sldId="266"/>
            <ac:spMk id="14" creationId="{1D3191DE-A893-4C7C-B5A5-7FC56F5AD45F}"/>
          </ac:spMkLst>
        </pc:spChg>
        <pc:spChg chg="mod">
          <ac:chgData name="Aswathy Mohan" userId="8ec7b060-ec9d-4a76-a81c-f80212d9386c" providerId="ADAL" clId="{A2D8F3F3-AB79-5800-97AF-2AFE679C11CA}" dt="2026-10-15T04:33:52.551" v="195" actId="255"/>
          <ac:spMkLst>
            <pc:docMk/>
            <pc:sldMk cId="1715209315" sldId="266"/>
            <ac:spMk id="18" creationId="{DB701A94-3B3A-4508-BDDE-9F3ED393AFEB}"/>
          </ac:spMkLst>
        </pc:spChg>
        <pc:spChg chg="mod">
          <ac:chgData name="Aswathy Mohan" userId="8ec7b060-ec9d-4a76-a81c-f80212d9386c" providerId="ADAL" clId="{A2D8F3F3-AB79-5800-97AF-2AFE679C11CA}" dt="2026-10-15T04:33:52.551" v="195" actId="255"/>
          <ac:spMkLst>
            <pc:docMk/>
            <pc:sldMk cId="1715209315" sldId="266"/>
            <ac:spMk id="19" creationId="{1C6C3532-8A75-441B-B56A-23ECC774181D}"/>
          </ac:spMkLst>
        </pc:spChg>
        <pc:spChg chg="mod">
          <ac:chgData name="Aswathy Mohan" userId="8ec7b060-ec9d-4a76-a81c-f80212d9386c" providerId="ADAL" clId="{A2D8F3F3-AB79-5800-97AF-2AFE679C11CA}" dt="2026-10-15T04:33:52.551" v="195" actId="255"/>
          <ac:spMkLst>
            <pc:docMk/>
            <pc:sldMk cId="1715209315" sldId="266"/>
            <ac:spMk id="21" creationId="{056831F2-2267-45EF-AC9B-D2FC54624D29}"/>
          </ac:spMkLst>
        </pc:spChg>
        <pc:spChg chg="mod">
          <ac:chgData name="Aswathy Mohan" userId="8ec7b060-ec9d-4a76-a81c-f80212d9386c" providerId="ADAL" clId="{A2D8F3F3-AB79-5800-97AF-2AFE679C11CA}" dt="2026-10-15T04:33:52.551" v="195" actId="255"/>
          <ac:spMkLst>
            <pc:docMk/>
            <pc:sldMk cId="1715209315" sldId="266"/>
            <ac:spMk id="22" creationId="{56B91C9D-11F1-48CB-821C-41605AD59BC3}"/>
          </ac:spMkLst>
        </pc:spChg>
        <pc:spChg chg="mod">
          <ac:chgData name="Aswathy Mohan" userId="8ec7b060-ec9d-4a76-a81c-f80212d9386c" providerId="ADAL" clId="{A2D8F3F3-AB79-5800-97AF-2AFE679C11CA}" dt="2026-10-15T04:33:52.551" v="195" actId="255"/>
          <ac:spMkLst>
            <pc:docMk/>
            <pc:sldMk cId="1715209315" sldId="266"/>
            <ac:spMk id="25" creationId="{37B79F9C-355A-42E3-B817-6019607B9AC8}"/>
          </ac:spMkLst>
        </pc:spChg>
      </pc:sldChg>
      <pc:sldChg chg="delSp modSp mod">
        <pc:chgData name="Aswathy Mohan" userId="8ec7b060-ec9d-4a76-a81c-f80212d9386c" providerId="ADAL" clId="{A2D8F3F3-AB79-5800-97AF-2AFE679C11CA}" dt="2026-10-14T07:37:29.753" v="156" actId="255"/>
        <pc:sldMkLst>
          <pc:docMk/>
          <pc:sldMk cId="660865431" sldId="267"/>
        </pc:sldMkLst>
        <pc:spChg chg="mod">
          <ac:chgData name="Aswathy Mohan" userId="8ec7b060-ec9d-4a76-a81c-f80212d9386c" providerId="ADAL" clId="{A2D8F3F3-AB79-5800-97AF-2AFE679C11CA}" dt="2026-10-14T07:37:29.753" v="156" actId="255"/>
          <ac:spMkLst>
            <pc:docMk/>
            <pc:sldMk cId="660865431" sldId="267"/>
            <ac:spMk id="3" creationId="{D3389B9F-0B3F-4538-9219-CA6ED4CFAE3F}"/>
          </ac:spMkLst>
        </pc:spChg>
        <pc:spChg chg="mod">
          <ac:chgData name="Aswathy Mohan" userId="8ec7b060-ec9d-4a76-a81c-f80212d9386c" providerId="ADAL" clId="{A2D8F3F3-AB79-5800-97AF-2AFE679C11CA}" dt="2026-10-14T07:37:29.753" v="156" actId="255"/>
          <ac:spMkLst>
            <pc:docMk/>
            <pc:sldMk cId="660865431" sldId="267"/>
            <ac:spMk id="4" creationId="{C98D84E9-E435-4C51-ABB9-7A2076AD7EFF}"/>
          </ac:spMkLst>
        </pc:spChg>
        <pc:spChg chg="mod">
          <ac:chgData name="Aswathy Mohan" userId="8ec7b060-ec9d-4a76-a81c-f80212d9386c" providerId="ADAL" clId="{A2D8F3F3-AB79-5800-97AF-2AFE679C11CA}" dt="2026-10-14T07:37:29.753" v="156" actId="255"/>
          <ac:spMkLst>
            <pc:docMk/>
            <pc:sldMk cId="660865431" sldId="267"/>
            <ac:spMk id="5" creationId="{9B4096E9-6BBE-4F9D-80BF-F2E0E1D1DB9F}"/>
          </ac:spMkLst>
        </pc:spChg>
        <pc:spChg chg="mod">
          <ac:chgData name="Aswathy Mohan" userId="8ec7b060-ec9d-4a76-a81c-f80212d9386c" providerId="ADAL" clId="{A2D8F3F3-AB79-5800-97AF-2AFE679C11CA}" dt="2026-10-14T07:37:29.753" v="156" actId="255"/>
          <ac:spMkLst>
            <pc:docMk/>
            <pc:sldMk cId="660865431" sldId="267"/>
            <ac:spMk id="6" creationId="{8C5FA1FB-7B82-450C-ACCE-B37E6E53A4EC}"/>
          </ac:spMkLst>
        </pc:spChg>
        <pc:spChg chg="mod">
          <ac:chgData name="Aswathy Mohan" userId="8ec7b060-ec9d-4a76-a81c-f80212d9386c" providerId="ADAL" clId="{A2D8F3F3-AB79-5800-97AF-2AFE679C11CA}" dt="2026-10-14T07:37:29.753" v="156" actId="255"/>
          <ac:spMkLst>
            <pc:docMk/>
            <pc:sldMk cId="660865431" sldId="267"/>
            <ac:spMk id="7" creationId="{4E94A388-5012-436E-9A11-4341D8699D68}"/>
          </ac:spMkLst>
        </pc:spChg>
        <pc:spChg chg="mod">
          <ac:chgData name="Aswathy Mohan" userId="8ec7b060-ec9d-4a76-a81c-f80212d9386c" providerId="ADAL" clId="{A2D8F3F3-AB79-5800-97AF-2AFE679C11CA}" dt="2026-10-14T07:37:29.753" v="156" actId="255"/>
          <ac:spMkLst>
            <pc:docMk/>
            <pc:sldMk cId="660865431" sldId="267"/>
            <ac:spMk id="8" creationId="{3F0B3552-E130-449C-A97F-19783A7E7254}"/>
          </ac:spMkLst>
        </pc:spChg>
        <pc:spChg chg="mod">
          <ac:chgData name="Aswathy Mohan" userId="8ec7b060-ec9d-4a76-a81c-f80212d9386c" providerId="ADAL" clId="{A2D8F3F3-AB79-5800-97AF-2AFE679C11CA}" dt="2026-10-14T07:37:29.753" v="156" actId="255"/>
          <ac:spMkLst>
            <pc:docMk/>
            <pc:sldMk cId="660865431" sldId="267"/>
            <ac:spMk id="9" creationId="{070CA2FA-D551-4DCF-ACE0-4E2E55E123EC}"/>
          </ac:spMkLst>
        </pc:spChg>
        <pc:spChg chg="mod">
          <ac:chgData name="Aswathy Mohan" userId="8ec7b060-ec9d-4a76-a81c-f80212d9386c" providerId="ADAL" clId="{A2D8F3F3-AB79-5800-97AF-2AFE679C11CA}" dt="2026-10-14T07:37:29.753" v="156" actId="255"/>
          <ac:spMkLst>
            <pc:docMk/>
            <pc:sldMk cId="660865431" sldId="267"/>
            <ac:spMk id="10" creationId="{980C7A8D-0213-4C68-A0B3-C4F779F56CF0}"/>
          </ac:spMkLst>
        </pc:spChg>
        <pc:spChg chg="del">
          <ac:chgData name="Aswathy Mohan" userId="8ec7b060-ec9d-4a76-a81c-f80212d9386c" providerId="ADAL" clId="{A2D8F3F3-AB79-5800-97AF-2AFE679C11CA}" dt="2026-10-14T07:37:22.789" v="155" actId="478"/>
          <ac:spMkLst>
            <pc:docMk/>
            <pc:sldMk cId="660865431" sldId="267"/>
            <ac:spMk id="11" creationId="{96EA6417-EADB-418D-A136-6AC2840D1221}"/>
          </ac:spMkLst>
        </pc:spChg>
        <pc:spChg chg="del">
          <ac:chgData name="Aswathy Mohan" userId="8ec7b060-ec9d-4a76-a81c-f80212d9386c" providerId="ADAL" clId="{A2D8F3F3-AB79-5800-97AF-2AFE679C11CA}" dt="2026-10-14T07:37:22.789" v="155" actId="478"/>
          <ac:spMkLst>
            <pc:docMk/>
            <pc:sldMk cId="660865431" sldId="267"/>
            <ac:spMk id="12" creationId="{1CFBB369-DFF7-4B7D-BACA-9D30A5CD4349}"/>
          </ac:spMkLst>
        </pc:spChg>
        <pc:spChg chg="del">
          <ac:chgData name="Aswathy Mohan" userId="8ec7b060-ec9d-4a76-a81c-f80212d9386c" providerId="ADAL" clId="{A2D8F3F3-AB79-5800-97AF-2AFE679C11CA}" dt="2026-10-14T07:37:22.789" v="155" actId="478"/>
          <ac:spMkLst>
            <pc:docMk/>
            <pc:sldMk cId="660865431" sldId="267"/>
            <ac:spMk id="13" creationId="{66EC5AF5-8B20-4E5D-9C71-86DFE47B7537}"/>
          </ac:spMkLst>
        </pc:spChg>
        <pc:spChg chg="mod">
          <ac:chgData name="Aswathy Mohan" userId="8ec7b060-ec9d-4a76-a81c-f80212d9386c" providerId="ADAL" clId="{A2D8F3F3-AB79-5800-97AF-2AFE679C11CA}" dt="2026-10-14T07:37:29.753" v="156" actId="255"/>
          <ac:spMkLst>
            <pc:docMk/>
            <pc:sldMk cId="660865431" sldId="267"/>
            <ac:spMk id="14" creationId="{1C16FA00-D5E8-42B6-ACCF-D550A27498AA}"/>
          </ac:spMkLst>
        </pc:spChg>
      </pc:sldChg>
      <pc:sldChg chg="addSp modSp new mod">
        <pc:chgData name="Aswathy Mohan" userId="8ec7b060-ec9d-4a76-a81c-f80212d9386c" providerId="ADAL" clId="{A2D8F3F3-AB79-5800-97AF-2AFE679C11CA}" dt="2026-10-14T06:46:48.113" v="79" actId="1036"/>
        <pc:sldMkLst>
          <pc:docMk/>
          <pc:sldMk cId="4215752672" sldId="268"/>
        </pc:sldMkLst>
        <pc:spChg chg="add mod">
          <ac:chgData name="Aswathy Mohan" userId="8ec7b060-ec9d-4a76-a81c-f80212d9386c" providerId="ADAL" clId="{A2D8F3F3-AB79-5800-97AF-2AFE679C11CA}" dt="2026-10-14T06:46:02.782" v="48"/>
          <ac:spMkLst>
            <pc:docMk/>
            <pc:sldMk cId="4215752672" sldId="268"/>
            <ac:spMk id="3" creationId="{8D70ADE2-F6D6-636A-8DC0-EA06B4054DA3}"/>
          </ac:spMkLst>
        </pc:spChg>
        <pc:spChg chg="add mod">
          <ac:chgData name="Aswathy Mohan" userId="8ec7b060-ec9d-4a76-a81c-f80212d9386c" providerId="ADAL" clId="{A2D8F3F3-AB79-5800-97AF-2AFE679C11CA}" dt="2026-10-14T06:46:13.484" v="49"/>
          <ac:spMkLst>
            <pc:docMk/>
            <pc:sldMk cId="4215752672" sldId="268"/>
            <ac:spMk id="4" creationId="{E0EC2298-223D-7C16-CC65-704C255A2736}"/>
          </ac:spMkLst>
        </pc:spChg>
        <pc:spChg chg="add mod">
          <ac:chgData name="Aswathy Mohan" userId="8ec7b060-ec9d-4a76-a81c-f80212d9386c" providerId="ADAL" clId="{A2D8F3F3-AB79-5800-97AF-2AFE679C11CA}" dt="2026-10-14T06:46:20.408" v="50"/>
          <ac:spMkLst>
            <pc:docMk/>
            <pc:sldMk cId="4215752672" sldId="268"/>
            <ac:spMk id="5" creationId="{A7E0F848-94DA-5E82-4D11-BA207D1905E0}"/>
          </ac:spMkLst>
        </pc:spChg>
        <pc:spChg chg="add mod">
          <ac:chgData name="Aswathy Mohan" userId="8ec7b060-ec9d-4a76-a81c-f80212d9386c" providerId="ADAL" clId="{A2D8F3F3-AB79-5800-97AF-2AFE679C11CA}" dt="2026-10-14T06:46:32.292" v="51"/>
          <ac:spMkLst>
            <pc:docMk/>
            <pc:sldMk cId="4215752672" sldId="268"/>
            <ac:spMk id="6" creationId="{E1009BD1-6494-EDE9-2D81-A88706174A62}"/>
          </ac:spMkLst>
        </pc:spChg>
        <pc:spChg chg="add mod">
          <ac:chgData name="Aswathy Mohan" userId="8ec7b060-ec9d-4a76-a81c-f80212d9386c" providerId="ADAL" clId="{A2D8F3F3-AB79-5800-97AF-2AFE679C11CA}" dt="2026-10-14T06:46:41.970" v="52"/>
          <ac:spMkLst>
            <pc:docMk/>
            <pc:sldMk cId="4215752672" sldId="268"/>
            <ac:spMk id="7" creationId="{B8E68449-0D0E-6AB6-135B-7985C2A57B0E}"/>
          </ac:spMkLst>
        </pc:spChg>
        <pc:picChg chg="add mod">
          <ac:chgData name="Aswathy Mohan" userId="8ec7b060-ec9d-4a76-a81c-f80212d9386c" providerId="ADAL" clId="{A2D8F3F3-AB79-5800-97AF-2AFE679C11CA}" dt="2026-10-14T06:46:48.113" v="79" actId="1036"/>
          <ac:picMkLst>
            <pc:docMk/>
            <pc:sldMk cId="4215752672" sldId="268"/>
            <ac:picMk id="2" creationId="{F20A14BF-C197-91A5-E4E0-5BDE48E6FFA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GoF intent and pattern structure: https://people.csail.mit.edu/addy/pattern/pat5j.htm . Beverage example is an illustrative Java implementation. prepare() is the template method. brew() is the variable primitive step. The optional afterPour() hook on slide 9 is an extension to the main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GoF intent and pattern structure: https://people.csail.mit.edu/addy/pattern/pat5j.htm . Beverage example is an illustrative Java implementation. prepare() is the template method. brew() is the variable primitive step. The optional afterPour() hook on slide 9 is an extension to the main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GoF intent and pattern structure: https://people.csail.mit.edu/addy/pattern/pat5j.htm . Beverage example is an illustrative Java implementation. prepare() is the template method. brew() is the variable primitive step. The optional afterPour() hook on slide 9 is an extension to the main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GoF intent and pattern structure: https://people.csail.mit.edu/addy/pattern/pat5j.htm . Beverage example is an illustrative Java implementation. prepare() is the template method. brew() is the variable primitive step. The optional afterPour() hook on slide 9 is an extension to the main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GoF intent and pattern structure: https://people.csail.mit.edu/addy/pattern/pat5j.htm . Beverage example is an illustrative Java implementation. prepare() is the template method. brew() is the variable primitive step. The optional afterPour() hook on slide 9 is an extension to the main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GoF intent and pattern structure: https://people.csail.mit.edu/addy/pattern/pat5j.htm . Beverage example is an illustrative Java implementation. prepare() is the template method. brew() is the variable primitive step. The optional afterPour() hook on slide 9 is an extension to the main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GoF intent and pattern structure: https://people.csail.mit.edu/addy/pattern/pat5j.htm . Beverage example is an illustrative Java implementation. prepare() is the template method. brew() is the variable primitive step. The optional afterPour() hook on slide 9 is an extension to the main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GoF intent and pattern structure: https://people.csail.mit.edu/addy/pattern/pat5j.htm . Beverage example is an illustrative Java implementation. prepare() is the template method. brew() is the variable primitive step. The optional afterPour() hook on slide 9 is an extension to the main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GoF intent and pattern structure: https://people.csail.mit.edu/addy/pattern/pat5j.htm . Beverage example is an illustrative Java implementation. prepare() is the template method. brew() is the variable primitive step. The optional afterPour() hook on slide 9 is an extension to the main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GoF intent and pattern structure: https://people.csail.mit.edu/addy/pattern/pat5j.htm . Beverage example is an illustrative Java implementation. prepare() is the template method. brew() is the variable primitive step. The optional afterPour() hook on slide 9 is an extension to the main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DA5D4F3E-5D1D-44F0-820B-A6933A526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54B98AEC-2B2C-4524-9005-DA34457997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AC14156C-BE49-42ED-B72E-ECBED3FCE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33772DB-AFA0-44BE-BB57-44094E66D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60120D2D-CA35-4511-8B1C-870244F043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D942AD5-C553-4529-8E4B-B211C7748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906761A-9A60-4715-AA9C-404738A3EF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0E9E1CE7-EE93-41EC-827B-F5FA1146EF1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E57479A-EF32-4FB1-86C0-CD152991C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A452B3A-AA69-4348-A492-2A5304074E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C6561D4-E1E3-4251-A72F-7B5AC556377B}"/>
              </a:ext>
            </a:extLst>
          </p:cNvPr>
          <p:cNvSpPr>
            <a:spLocks noGrp="1"/>
          </p:cNvSpPr>
          <p:nvPr/>
        </p:nvSpPr>
        <p:spPr>
          <a:xfrm>
            <a:off x="2333625" y="2686050"/>
            <a:ext cx="9858375" cy="781050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A65A22-F7A4-4BB3-9B59-85CA5ED08F0D}"/>
              </a:ext>
            </a:extLst>
          </p:cNvPr>
          <p:cNvSpPr>
            <a:spLocks noGrp="1"/>
          </p:cNvSpPr>
          <p:nvPr/>
        </p:nvSpPr>
        <p:spPr>
          <a:xfrm>
            <a:off x="2505075" y="2771775"/>
            <a:ext cx="390525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3418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3418" b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418" b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Unit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1D8641E-E07B-46FF-8E37-A27A265E1A09}"/>
              </a:ext>
            </a:extLst>
          </p:cNvPr>
          <p:cNvSpPr>
            <a:spLocks noGrp="1"/>
          </p:cNvSpPr>
          <p:nvPr/>
        </p:nvSpPr>
        <p:spPr>
          <a:xfrm>
            <a:off x="1514475" y="800100"/>
            <a:ext cx="9382125" cy="866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4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42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2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Template Method Design Pattern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74B4C5-BFF1-48A0-A0BF-48A2EAE117A2}"/>
              </a:ext>
            </a:extLst>
          </p:cNvPr>
          <p:cNvSpPr>
            <a:spLocks noGrp="1"/>
          </p:cNvSpPr>
          <p:nvPr/>
        </p:nvSpPr>
        <p:spPr>
          <a:xfrm>
            <a:off x="1381125" y="1790700"/>
            <a:ext cx="9429750" cy="5048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2175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2175" b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Keep the process order fixed and let subclasses customize steps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894E66-9BDF-43CF-9411-F0B25C16B16E}"/>
              </a:ext>
            </a:extLst>
          </p:cNvPr>
          <p:cNvSpPr>
            <a:spLocks noGrp="1"/>
          </p:cNvSpPr>
          <p:nvPr/>
        </p:nvSpPr>
        <p:spPr>
          <a:xfrm>
            <a:off x="2705100" y="4657725"/>
            <a:ext cx="68389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78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1781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81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GoF behavioral pattern</a:t>
            </a:r>
          </a:p>
        </p:txBody>
      </p:sp>
    </p:spTree>
    <p:extLst>
      <p:ext uri="{BB962C8B-B14F-4D97-AF65-F5344CB8AC3E}">
        <p14:creationId xmlns:p14="http://schemas.microsoft.com/office/powerpoint/2010/main" val="2144941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E13F0F0-FD04-4338-A244-D3EBD3D0843E}"/>
              </a:ext>
            </a:extLst>
          </p:cNvPr>
          <p:cNvSpPr>
            <a:spLocks noGrp="1"/>
          </p:cNvSpPr>
          <p:nvPr/>
        </p:nvSpPr>
        <p:spPr>
          <a:xfrm>
            <a:off x="666750" y="0"/>
            <a:ext cx="10858500" cy="647700"/>
          </a:xfrm>
          <a:prstGeom prst="rect">
            <a:avLst/>
          </a:prstGeom>
          <a:solidFill>
            <a:srgbClr val="FFFFFF"/>
          </a:solidFill>
          <a:ln w="12383">
            <a:solidFill>
              <a:srgbClr val="002060"/>
            </a:solidFill>
          </a:ln>
        </p:spPr>
        <p:txBody>
          <a:bodyPr/>
          <a:lstStyle/>
          <a:p>
            <a:endParaRPr lang="en-US" sz="20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5630E9-DE2C-4601-9657-C4A3CFAB51CA}"/>
              </a:ext>
            </a:extLst>
          </p:cNvPr>
          <p:cNvSpPr>
            <a:spLocks noGrp="1"/>
          </p:cNvSpPr>
          <p:nvPr/>
        </p:nvSpPr>
        <p:spPr>
          <a:xfrm>
            <a:off x="790575" y="66675"/>
            <a:ext cx="1060132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264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264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4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Template Method Design Pattern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F021CD-B922-40CA-8357-918DDF03A024}"/>
              </a:ext>
            </a:extLst>
          </p:cNvPr>
          <p:cNvSpPr>
            <a:spLocks noGrp="1"/>
          </p:cNvSpPr>
          <p:nvPr/>
        </p:nvSpPr>
        <p:spPr>
          <a:xfrm>
            <a:off x="11258550" y="648652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968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968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5DC8C2-5C5F-46D7-B70F-19711A06E472}"/>
              </a:ext>
            </a:extLst>
          </p:cNvPr>
          <p:cNvSpPr>
            <a:spLocks noGrp="1"/>
          </p:cNvSpPr>
          <p:nvPr/>
        </p:nvSpPr>
        <p:spPr>
          <a:xfrm>
            <a:off x="628650" y="1104900"/>
            <a:ext cx="666750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34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34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Gang of Four </a:t>
            </a:r>
            <a:r>
              <a:rPr lang="en-US" sz="200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Definition</a:t>
            </a:r>
            <a:endParaRPr sz="2000" b="1" dirty="0">
              <a:solidFill>
                <a:srgbClr val="0000F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1059A4-6BF5-40FB-8E12-E68B74D1F48C}"/>
              </a:ext>
            </a:extLst>
          </p:cNvPr>
          <p:cNvSpPr>
            <a:spLocks noGrp="1"/>
          </p:cNvSpPr>
          <p:nvPr/>
        </p:nvSpPr>
        <p:spPr>
          <a:xfrm>
            <a:off x="628650" y="1485900"/>
            <a:ext cx="10925175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7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>
              <a:defRPr sz="1875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IN" sz="2000" b="1" dirty="0">
                <a:solidFill>
                  <a:srgbClr val="0000FF"/>
                </a:solidFill>
                <a:latin typeface="Times New Roman"/>
              </a:rPr>
              <a:t>Define the skeleton of an algorithm in an operation, deferring some steps to subclasses. Template Method lets subclasses redefine certain steps of an algorithm without changing the algorithm's structure.</a:t>
            </a:r>
            <a:endParaRPr sz="2000" b="1" dirty="0">
              <a:solidFill>
                <a:srgbClr val="0000F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DCC8BB-0C52-48A2-A029-DC09A118A434}"/>
              </a:ext>
            </a:extLst>
          </p:cNvPr>
          <p:cNvSpPr>
            <a:spLocks noGrp="1"/>
          </p:cNvSpPr>
          <p:nvPr/>
        </p:nvSpPr>
        <p:spPr>
          <a:xfrm>
            <a:off x="628650" y="2676525"/>
            <a:ext cx="5095875" cy="2505075"/>
          </a:xfrm>
          <a:prstGeom prst="rect">
            <a:avLst/>
          </a:prstGeom>
          <a:solidFill>
            <a:srgbClr val="DDEBF3"/>
          </a:solidFill>
          <a:ln w="0">
            <a:noFill/>
          </a:ln>
        </p:spPr>
        <p:txBody>
          <a:bodyPr/>
          <a:lstStyle/>
          <a:p>
            <a:endParaRPr lang="en-US" sz="20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84AF64-FDE1-4748-B4B3-30AA730AEBF6}"/>
              </a:ext>
            </a:extLst>
          </p:cNvPr>
          <p:cNvSpPr>
            <a:spLocks noGrp="1"/>
          </p:cNvSpPr>
          <p:nvPr/>
        </p:nvSpPr>
        <p:spPr>
          <a:xfrm>
            <a:off x="781050" y="2809875"/>
            <a:ext cx="457200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34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34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Simple definition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2F71B1-09F0-42A1-9A96-1AD9E216EF99}"/>
              </a:ext>
            </a:extLst>
          </p:cNvPr>
          <p:cNvSpPr>
            <a:spLocks noGrp="1"/>
          </p:cNvSpPr>
          <p:nvPr/>
        </p:nvSpPr>
        <p:spPr>
          <a:xfrm>
            <a:off x="781050" y="3276600"/>
            <a:ext cx="4695825" cy="1447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7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 concrete method calls several steps in order. Subclasses override the variable steps, while the superclass keeps the shared process.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D93A5E-6E33-4E33-8B86-A8CD64BBB03C}"/>
              </a:ext>
            </a:extLst>
          </p:cNvPr>
          <p:cNvSpPr>
            <a:spLocks noGrp="1"/>
          </p:cNvSpPr>
          <p:nvPr/>
        </p:nvSpPr>
        <p:spPr>
          <a:xfrm>
            <a:off x="5981700" y="2676525"/>
            <a:ext cx="5562600" cy="2505075"/>
          </a:xfrm>
          <a:prstGeom prst="rect">
            <a:avLst/>
          </a:prstGeom>
          <a:solidFill>
            <a:srgbClr val="DDF2D5"/>
          </a:solidFill>
          <a:ln w="0">
            <a:noFill/>
          </a:ln>
        </p:spPr>
        <p:txBody>
          <a:bodyPr/>
          <a:lstStyle/>
          <a:p>
            <a:endParaRPr lang="en-US" sz="20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987FF5-98FA-40CE-BE59-9351218F9D36}"/>
              </a:ext>
            </a:extLst>
          </p:cNvPr>
          <p:cNvSpPr>
            <a:spLocks noGrp="1"/>
          </p:cNvSpPr>
          <p:nvPr/>
        </p:nvSpPr>
        <p:spPr>
          <a:xfrm>
            <a:off x="6143625" y="2809875"/>
            <a:ext cx="5095875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34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34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Everyday analogy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37BC694-0F37-46FC-B050-EB71DBE01D75}"/>
              </a:ext>
            </a:extLst>
          </p:cNvPr>
          <p:cNvSpPr>
            <a:spLocks noGrp="1"/>
          </p:cNvSpPr>
          <p:nvPr/>
        </p:nvSpPr>
        <p:spPr>
          <a:xfrm>
            <a:off x="6143625" y="3276600"/>
            <a:ext cx="5105400" cy="1457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7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Tea and coffee share a preparation process: boil water, brew, then pour. Brewing differs, but the overall order stays the same.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A68E434-60BD-4B41-B928-9B62866E2E3D}"/>
              </a:ext>
            </a:extLst>
          </p:cNvPr>
          <p:cNvSpPr>
            <a:spLocks noGrp="1"/>
          </p:cNvSpPr>
          <p:nvPr/>
        </p:nvSpPr>
        <p:spPr>
          <a:xfrm>
            <a:off x="733425" y="5572125"/>
            <a:ext cx="10477500" cy="581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20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20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prepare() is the TEMPLATE METHOD. brew() is a customizable step.</a:t>
            </a:r>
          </a:p>
        </p:txBody>
      </p:sp>
    </p:spTree>
    <p:extLst>
      <p:ext uri="{BB962C8B-B14F-4D97-AF65-F5344CB8AC3E}">
        <p14:creationId xmlns:p14="http://schemas.microsoft.com/office/powerpoint/2010/main" val="24980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20A14BF-C197-91A5-E4E0-5BDE48E6FF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6927" y="1161583"/>
            <a:ext cx="7531100" cy="51816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D70ADE2-F6D6-636A-8DC0-EA06B4054DA3}"/>
              </a:ext>
            </a:extLst>
          </p:cNvPr>
          <p:cNvSpPr>
            <a:spLocks noGrp="1"/>
          </p:cNvSpPr>
          <p:nvPr/>
        </p:nvSpPr>
        <p:spPr>
          <a:xfrm>
            <a:off x="666750" y="0"/>
            <a:ext cx="10858500" cy="647700"/>
          </a:xfrm>
          <a:prstGeom prst="rect">
            <a:avLst/>
          </a:prstGeom>
          <a:solidFill>
            <a:srgbClr val="FFFFFF"/>
          </a:solidFill>
          <a:ln w="12383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EC2298-223D-7C16-CC65-704C255A2736}"/>
              </a:ext>
            </a:extLst>
          </p:cNvPr>
          <p:cNvSpPr>
            <a:spLocks noGrp="1"/>
          </p:cNvSpPr>
          <p:nvPr/>
        </p:nvSpPr>
        <p:spPr>
          <a:xfrm>
            <a:off x="790575" y="66675"/>
            <a:ext cx="1060132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264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264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40" b="0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Structure and Participants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E68449-0D0E-6AB6-135B-7985C2A57B0E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95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95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TEMPLATE METHOD PATTERN</a:t>
            </a:r>
          </a:p>
        </p:txBody>
      </p:sp>
    </p:spTree>
    <p:extLst>
      <p:ext uri="{BB962C8B-B14F-4D97-AF65-F5344CB8AC3E}">
        <p14:creationId xmlns:p14="http://schemas.microsoft.com/office/powerpoint/2010/main" val="42157526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14931CA4-5B3D-4F3F-BBC5-65E009B30C90}"/>
              </a:ext>
            </a:extLst>
          </p:cNvPr>
          <p:cNvSpPr>
            <a:spLocks noGrp="1"/>
          </p:cNvSpPr>
          <p:nvPr/>
        </p:nvSpPr>
        <p:spPr>
          <a:xfrm>
            <a:off x="666750" y="0"/>
            <a:ext cx="10858500" cy="647700"/>
          </a:xfrm>
          <a:prstGeom prst="rect">
            <a:avLst/>
          </a:prstGeom>
          <a:solidFill>
            <a:srgbClr val="FFFFFF"/>
          </a:solidFill>
          <a:ln w="12383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8390BE-797E-4940-AA50-9EE2462DC766}"/>
              </a:ext>
            </a:extLst>
          </p:cNvPr>
          <p:cNvSpPr>
            <a:spLocks noGrp="1"/>
          </p:cNvSpPr>
          <p:nvPr/>
        </p:nvSpPr>
        <p:spPr>
          <a:xfrm>
            <a:off x="790575" y="66675"/>
            <a:ext cx="1060132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264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264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4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Without and With Template Method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48837A-7F0F-4EBD-8011-4F7855D1112B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95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95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TEMPLATE METHOD PATTERN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4B7254-6F07-4122-9EBC-300BFD126621}"/>
              </a:ext>
            </a:extLst>
          </p:cNvPr>
          <p:cNvSpPr>
            <a:spLocks noGrp="1"/>
          </p:cNvSpPr>
          <p:nvPr/>
        </p:nvSpPr>
        <p:spPr>
          <a:xfrm>
            <a:off x="11258550" y="648652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968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968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68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D1BD26-C1AC-4E3F-B469-071C1886787C}"/>
              </a:ext>
            </a:extLst>
          </p:cNvPr>
          <p:cNvSpPr>
            <a:spLocks noGrp="1"/>
          </p:cNvSpPr>
          <p:nvPr/>
        </p:nvSpPr>
        <p:spPr>
          <a:xfrm>
            <a:off x="619125" y="1238250"/>
            <a:ext cx="5210175" cy="4171950"/>
          </a:xfrm>
          <a:prstGeom prst="rect">
            <a:avLst/>
          </a:prstGeom>
          <a:solidFill>
            <a:srgbClr val="F6C6A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928EEA-A56F-4618-AA5D-66F44370FB4F}"/>
              </a:ext>
            </a:extLst>
          </p:cNvPr>
          <p:cNvSpPr>
            <a:spLocks noGrp="1"/>
          </p:cNvSpPr>
          <p:nvPr/>
        </p:nvSpPr>
        <p:spPr>
          <a:xfrm>
            <a:off x="781050" y="1381125"/>
            <a:ext cx="48577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8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58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8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Without </a:t>
            </a:r>
            <a:r>
              <a:rPr sz="16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Template</a:t>
            </a:r>
            <a:r>
              <a:rPr sz="158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 Method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0BB96F-9A68-40D2-93B6-50D0F4E047A2}"/>
              </a:ext>
            </a:extLst>
          </p:cNvPr>
          <p:cNvSpPr>
            <a:spLocks noGrp="1"/>
          </p:cNvSpPr>
          <p:nvPr/>
        </p:nvSpPr>
        <p:spPr>
          <a:xfrm>
            <a:off x="781050" y="1962150"/>
            <a:ext cx="4781550" cy="1085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7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Tea and Coffee each repeat the preparation sequence. Updating the shared process means editing both classes.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2EC263-7773-4438-87AC-72B25DAE13BE}"/>
              </a:ext>
            </a:extLst>
          </p:cNvPr>
          <p:cNvSpPr>
            <a:spLocks noGrp="1"/>
          </p:cNvSpPr>
          <p:nvPr/>
        </p:nvSpPr>
        <p:spPr>
          <a:xfrm>
            <a:off x="781050" y="3514725"/>
            <a:ext cx="4762500" cy="1152525"/>
          </a:xfrm>
          <a:prstGeom prst="rect">
            <a:avLst/>
          </a:prstGeom>
          <a:solidFill>
            <a:srgbClr val="F8FAFC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27D63A-0F4B-4C32-A01D-94745A047339}"/>
              </a:ext>
            </a:extLst>
          </p:cNvPr>
          <p:cNvSpPr>
            <a:spLocks noGrp="1"/>
          </p:cNvSpPr>
          <p:nvPr/>
        </p:nvSpPr>
        <p:spPr>
          <a:xfrm>
            <a:off x="952500" y="3619500"/>
            <a:ext cx="4419600" cy="9429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75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l">
              <a:buNone/>
              <a:def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// In both classes</a:t>
            </a:r>
          </a:p>
          <a:p>
            <a:pPr algn="l">
              <a:buNone/>
              <a:def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boilWater();</a:t>
            </a:r>
          </a:p>
          <a:p>
            <a:pPr algn="l">
              <a:buNone/>
              <a:def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brew();</a:t>
            </a:r>
          </a:p>
          <a:p>
            <a:pPr algn="l">
              <a:buNone/>
              <a:def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pour();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9348756-E667-4DCF-8D3F-25A5AA22B595}"/>
              </a:ext>
            </a:extLst>
          </p:cNvPr>
          <p:cNvSpPr>
            <a:spLocks noGrp="1"/>
          </p:cNvSpPr>
          <p:nvPr/>
        </p:nvSpPr>
        <p:spPr>
          <a:xfrm>
            <a:off x="6115050" y="1238250"/>
            <a:ext cx="5438775" cy="4171950"/>
          </a:xfrm>
          <a:prstGeom prst="rect">
            <a:avLst/>
          </a:prstGeom>
          <a:solidFill>
            <a:srgbClr val="DDF2D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C9C439-75F7-43B5-A360-847DB108CC8E}"/>
              </a:ext>
            </a:extLst>
          </p:cNvPr>
          <p:cNvSpPr>
            <a:spLocks noGrp="1"/>
          </p:cNvSpPr>
          <p:nvPr/>
        </p:nvSpPr>
        <p:spPr>
          <a:xfrm>
            <a:off x="6276975" y="1381125"/>
            <a:ext cx="495300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34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34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0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With Template Method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9E902D-B590-4E49-9AB8-17952721719C}"/>
              </a:ext>
            </a:extLst>
          </p:cNvPr>
          <p:cNvSpPr>
            <a:spLocks noGrp="1"/>
          </p:cNvSpPr>
          <p:nvPr/>
        </p:nvSpPr>
        <p:spPr>
          <a:xfrm>
            <a:off x="6276975" y="1952625"/>
            <a:ext cx="4972050" cy="1238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7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Beverage defines prepare() once. Tea and Coffee inherit it and implement brew() differently.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37200C-0470-4786-A91A-D0132D80DB3A}"/>
              </a:ext>
            </a:extLst>
          </p:cNvPr>
          <p:cNvSpPr>
            <a:spLocks noGrp="1"/>
          </p:cNvSpPr>
          <p:nvPr/>
        </p:nvSpPr>
        <p:spPr>
          <a:xfrm>
            <a:off x="6276975" y="3562350"/>
            <a:ext cx="4972050" cy="1238250"/>
          </a:xfrm>
          <a:prstGeom prst="rect">
            <a:avLst/>
          </a:prstGeom>
          <a:solidFill>
            <a:srgbClr val="F8FAFC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4A0C37-DF86-4295-A2AA-C255C275D6C9}"/>
              </a:ext>
            </a:extLst>
          </p:cNvPr>
          <p:cNvSpPr>
            <a:spLocks noGrp="1"/>
          </p:cNvSpPr>
          <p:nvPr/>
        </p:nvSpPr>
        <p:spPr>
          <a:xfrm>
            <a:off x="6448425" y="3667125"/>
            <a:ext cx="4629150" cy="1028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43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l">
              <a:buNone/>
              <a:defRPr sz="154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543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// In superclass Beverage</a:t>
            </a:r>
          </a:p>
          <a:p>
            <a:pPr algn="l">
              <a:buNone/>
              <a:defRPr sz="154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543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final void prepare() {</a:t>
            </a:r>
          </a:p>
          <a:p>
            <a:pPr algn="l">
              <a:buNone/>
              <a:defRPr sz="154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543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boilWater(); brew(); pour();</a:t>
            </a:r>
          </a:p>
          <a:p>
            <a:pPr algn="l">
              <a:buNone/>
              <a:defRPr sz="154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543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D5FA5F-7F67-4FDC-BF0F-B7CB19F6DA2D}"/>
              </a:ext>
            </a:extLst>
          </p:cNvPr>
          <p:cNvSpPr>
            <a:spLocks noGrp="1"/>
          </p:cNvSpPr>
          <p:nvPr/>
        </p:nvSpPr>
        <p:spPr>
          <a:xfrm>
            <a:off x="790575" y="5657850"/>
            <a:ext cx="10382250" cy="5524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8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The template method fixes the order. Subclasses provide the variable step implementations.</a:t>
            </a:r>
          </a:p>
        </p:txBody>
      </p:sp>
    </p:spTree>
    <p:extLst>
      <p:ext uri="{BB962C8B-B14F-4D97-AF65-F5344CB8AC3E}">
        <p14:creationId xmlns:p14="http://schemas.microsoft.com/office/powerpoint/2010/main" val="762283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C496DCA-0183-4ADE-A747-F348EF269F9D}"/>
              </a:ext>
            </a:extLst>
          </p:cNvPr>
          <p:cNvSpPr>
            <a:spLocks noGrp="1"/>
          </p:cNvSpPr>
          <p:nvPr/>
        </p:nvSpPr>
        <p:spPr>
          <a:xfrm>
            <a:off x="666750" y="0"/>
            <a:ext cx="10858500" cy="647700"/>
          </a:xfrm>
          <a:prstGeom prst="rect">
            <a:avLst/>
          </a:prstGeom>
          <a:solidFill>
            <a:srgbClr val="FFFFFF"/>
          </a:solidFill>
          <a:ln w="12383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107172F-C059-43DC-B8F6-EE82679E41AF}"/>
              </a:ext>
            </a:extLst>
          </p:cNvPr>
          <p:cNvSpPr>
            <a:spLocks noGrp="1"/>
          </p:cNvSpPr>
          <p:nvPr/>
        </p:nvSpPr>
        <p:spPr>
          <a:xfrm>
            <a:off x="790575" y="66675"/>
            <a:ext cx="1060132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264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264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40" b="0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Structure and Participants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0320F-1A5C-49B2-85F3-55E9AE023263}"/>
              </a:ext>
            </a:extLst>
          </p:cNvPr>
          <p:cNvSpPr>
            <a:spLocks noGrp="1"/>
          </p:cNvSpPr>
          <p:nvPr/>
        </p:nvSpPr>
        <p:spPr>
          <a:xfrm>
            <a:off x="552449" y="723900"/>
            <a:ext cx="6974623" cy="581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95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95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TEMPLATE METHOD PATTERN</a:t>
            </a:r>
            <a:r>
              <a:rPr lang="en-US" sz="200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 ( based on Example)</a:t>
            </a:r>
            <a:endParaRPr sz="2000" b="1" dirty="0">
              <a:solidFill>
                <a:srgbClr val="0000F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5E04FB-0B16-4B41-9209-5C4C8E992AF5}"/>
              </a:ext>
            </a:extLst>
          </p:cNvPr>
          <p:cNvSpPr>
            <a:spLocks noGrp="1"/>
          </p:cNvSpPr>
          <p:nvPr/>
        </p:nvSpPr>
        <p:spPr>
          <a:xfrm>
            <a:off x="11258550" y="648652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968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968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68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E63D7A-1D57-4D96-A93D-775772C16D0C}"/>
              </a:ext>
            </a:extLst>
          </p:cNvPr>
          <p:cNvSpPr>
            <a:spLocks noGrp="1"/>
          </p:cNvSpPr>
          <p:nvPr/>
        </p:nvSpPr>
        <p:spPr>
          <a:xfrm>
            <a:off x="590550" y="1924050"/>
            <a:ext cx="2171700" cy="1028700"/>
          </a:xfrm>
          <a:prstGeom prst="rect">
            <a:avLst/>
          </a:prstGeom>
          <a:solidFill>
            <a:srgbClr val="DDEBF3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EC3594-FCFE-421D-BA13-E5794093FDAA}"/>
              </a:ext>
            </a:extLst>
          </p:cNvPr>
          <p:cNvSpPr>
            <a:spLocks noGrp="1"/>
          </p:cNvSpPr>
          <p:nvPr/>
        </p:nvSpPr>
        <p:spPr>
          <a:xfrm>
            <a:off x="666750" y="1981200"/>
            <a:ext cx="2019300" cy="914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Abstract Class</a:t>
            </a:r>
          </a:p>
          <a:p>
            <a:pPr algn="ctr">
              <a:buNone/>
              <a:def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Beverage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5F3A45-ED34-4BBE-A761-EDE8E75BD512}"/>
              </a:ext>
            </a:extLst>
          </p:cNvPr>
          <p:cNvSpPr>
            <a:spLocks noGrp="1"/>
          </p:cNvSpPr>
          <p:nvPr/>
        </p:nvSpPr>
        <p:spPr>
          <a:xfrm>
            <a:off x="3648075" y="1819275"/>
            <a:ext cx="2171700" cy="1228725"/>
          </a:xfrm>
          <a:prstGeom prst="rect">
            <a:avLst/>
          </a:prstGeom>
          <a:solidFill>
            <a:srgbClr val="EACBE7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7CC7E9-66A1-4905-93FD-6196EF8327BA}"/>
              </a:ext>
            </a:extLst>
          </p:cNvPr>
          <p:cNvSpPr>
            <a:spLocks noGrp="1"/>
          </p:cNvSpPr>
          <p:nvPr/>
        </p:nvSpPr>
        <p:spPr>
          <a:xfrm>
            <a:off x="3724275" y="1876425"/>
            <a:ext cx="2019300" cy="11144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Template Method</a:t>
            </a:r>
          </a:p>
          <a:p>
            <a:pPr algn="ctr">
              <a:buNone/>
              <a:def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prepare()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4C3C66-F3D5-4AB6-A60C-3E13A9AA9912}"/>
              </a:ext>
            </a:extLst>
          </p:cNvPr>
          <p:cNvSpPr>
            <a:spLocks noGrp="1"/>
          </p:cNvSpPr>
          <p:nvPr/>
        </p:nvSpPr>
        <p:spPr>
          <a:xfrm>
            <a:off x="6696075" y="1752600"/>
            <a:ext cx="2447925" cy="1371600"/>
          </a:xfrm>
          <a:prstGeom prst="rect">
            <a:avLst/>
          </a:prstGeom>
          <a:solidFill>
            <a:srgbClr val="F6C6AD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6FFE9B-A98A-475D-948A-CE23867130F9}"/>
              </a:ext>
            </a:extLst>
          </p:cNvPr>
          <p:cNvSpPr>
            <a:spLocks noGrp="1"/>
          </p:cNvSpPr>
          <p:nvPr/>
        </p:nvSpPr>
        <p:spPr>
          <a:xfrm>
            <a:off x="6772275" y="1809750"/>
            <a:ext cx="2295525" cy="1257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Primitive Step</a:t>
            </a:r>
          </a:p>
          <a:p>
            <a:pPr algn="ctr">
              <a:buNone/>
              <a:def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brew()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63E7B6-A114-4F1B-8B60-609BFD34FF2B}"/>
              </a:ext>
            </a:extLst>
          </p:cNvPr>
          <p:cNvSpPr>
            <a:spLocks noGrp="1"/>
          </p:cNvSpPr>
          <p:nvPr/>
        </p:nvSpPr>
        <p:spPr>
          <a:xfrm>
            <a:off x="9658350" y="1924050"/>
            <a:ext cx="1905000" cy="1028700"/>
          </a:xfrm>
          <a:prstGeom prst="rect">
            <a:avLst/>
          </a:prstGeom>
          <a:solidFill>
            <a:srgbClr val="DDF2D5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05A48A6-9A40-4B2B-90BC-E5F574A3DAE1}"/>
              </a:ext>
            </a:extLst>
          </p:cNvPr>
          <p:cNvSpPr>
            <a:spLocks noGrp="1"/>
          </p:cNvSpPr>
          <p:nvPr/>
        </p:nvSpPr>
        <p:spPr>
          <a:xfrm>
            <a:off x="9734550" y="1981200"/>
            <a:ext cx="1752600" cy="9144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Concrete Class</a:t>
            </a:r>
          </a:p>
          <a:p>
            <a:pPr algn="ctr">
              <a:buNone/>
              <a:def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Tea or Coffee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6D387F-6D1A-474D-BE9F-4CBFA53E9E86}"/>
              </a:ext>
            </a:extLst>
          </p:cNvPr>
          <p:cNvSpPr>
            <a:spLocks noGrp="1"/>
          </p:cNvSpPr>
          <p:nvPr/>
        </p:nvSpPr>
        <p:spPr>
          <a:xfrm>
            <a:off x="609600" y="3524250"/>
            <a:ext cx="10934700" cy="2343150"/>
          </a:xfrm>
          <a:prstGeom prst="rect">
            <a:avLst/>
          </a:prstGeom>
          <a:solidFill>
            <a:srgbClr val="F7F7F7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EC74BAE-0F85-4106-879B-D8C23A7FB3CB}"/>
              </a:ext>
            </a:extLst>
          </p:cNvPr>
          <p:cNvSpPr>
            <a:spLocks noGrp="1"/>
          </p:cNvSpPr>
          <p:nvPr/>
        </p:nvSpPr>
        <p:spPr>
          <a:xfrm>
            <a:off x="790575" y="3667125"/>
            <a:ext cx="1019175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34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34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Responsibilities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D9B1F33-29D5-41DA-A02B-564D3E420241}"/>
              </a:ext>
            </a:extLst>
          </p:cNvPr>
          <p:cNvSpPr>
            <a:spLocks noGrp="1"/>
          </p:cNvSpPr>
          <p:nvPr/>
        </p:nvSpPr>
        <p:spPr>
          <a:xfrm>
            <a:off x="790575" y="4133850"/>
            <a:ext cx="10334625" cy="1343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Beverage declares brew() and implements prepare(). The concrete prepare() method calls boilWater(), brew(), then pour(). Tea and Coffee implement brew(). The client calls prepare() on a selected beverage.</a:t>
            </a:r>
          </a:p>
        </p:txBody>
      </p:sp>
    </p:spTree>
    <p:extLst>
      <p:ext uri="{BB962C8B-B14F-4D97-AF65-F5344CB8AC3E}">
        <p14:creationId xmlns:p14="http://schemas.microsoft.com/office/powerpoint/2010/main" val="465689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7EF64591-6CA0-4E50-87DC-F33748D930E9}"/>
              </a:ext>
            </a:extLst>
          </p:cNvPr>
          <p:cNvSpPr>
            <a:spLocks noGrp="1"/>
          </p:cNvSpPr>
          <p:nvPr/>
        </p:nvSpPr>
        <p:spPr>
          <a:xfrm>
            <a:off x="666750" y="0"/>
            <a:ext cx="10858500" cy="647700"/>
          </a:xfrm>
          <a:prstGeom prst="rect">
            <a:avLst/>
          </a:prstGeom>
          <a:solidFill>
            <a:srgbClr val="FFFFFF"/>
          </a:solidFill>
          <a:ln w="12383">
            <a:solidFill>
              <a:srgbClr val="002060"/>
            </a:solidFill>
          </a:ln>
        </p:spPr>
        <p:txBody>
          <a:bodyPr/>
          <a:lstStyle/>
          <a:p>
            <a:endParaRPr lang="en-US" sz="20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E8DF31-93E7-4223-9D9D-D8563CCB4F4E}"/>
              </a:ext>
            </a:extLst>
          </p:cNvPr>
          <p:cNvSpPr>
            <a:spLocks noGrp="1"/>
          </p:cNvSpPr>
          <p:nvPr/>
        </p:nvSpPr>
        <p:spPr>
          <a:xfrm>
            <a:off x="790575" y="66675"/>
            <a:ext cx="1060132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264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264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4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How the Template Method Runs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4676EF-3B8B-4B45-986E-06CD08CB9587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95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95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TEMPLATE METHOD PATTERN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F658A9-F80F-48CC-8C94-18C0CCAC7091}"/>
              </a:ext>
            </a:extLst>
          </p:cNvPr>
          <p:cNvSpPr>
            <a:spLocks noGrp="1"/>
          </p:cNvSpPr>
          <p:nvPr/>
        </p:nvSpPr>
        <p:spPr>
          <a:xfrm>
            <a:off x="11258550" y="648652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968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968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045ECD-A898-443F-9E82-776E0C395D87}"/>
              </a:ext>
            </a:extLst>
          </p:cNvPr>
          <p:cNvSpPr>
            <a:spLocks noGrp="1"/>
          </p:cNvSpPr>
          <p:nvPr/>
        </p:nvSpPr>
        <p:spPr>
          <a:xfrm>
            <a:off x="619125" y="1247775"/>
            <a:ext cx="10934700" cy="2333625"/>
          </a:xfrm>
          <a:prstGeom prst="rect">
            <a:avLst/>
          </a:prstGeom>
          <a:solidFill>
            <a:srgbClr val="DDEBF3"/>
          </a:solidFill>
          <a:ln w="0">
            <a:noFill/>
          </a:ln>
        </p:spPr>
        <p:txBody>
          <a:bodyPr/>
          <a:lstStyle/>
          <a:p>
            <a:endParaRPr lang="en-US" sz="20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1693D6-C27A-4556-90BE-01DB87E8A804}"/>
              </a:ext>
            </a:extLst>
          </p:cNvPr>
          <p:cNvSpPr>
            <a:spLocks noGrp="1"/>
          </p:cNvSpPr>
          <p:nvPr/>
        </p:nvSpPr>
        <p:spPr>
          <a:xfrm>
            <a:off x="790575" y="1390650"/>
            <a:ext cx="990600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34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34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A client calls new Tea().prepare()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C86D02-9649-490E-986B-20643A55EC40}"/>
              </a:ext>
            </a:extLst>
          </p:cNvPr>
          <p:cNvSpPr>
            <a:spLocks noGrp="1"/>
          </p:cNvSpPr>
          <p:nvPr/>
        </p:nvSpPr>
        <p:spPr>
          <a:xfrm>
            <a:off x="809625" y="2124075"/>
            <a:ext cx="2524125" cy="981075"/>
          </a:xfrm>
          <a:prstGeom prst="rect">
            <a:avLst/>
          </a:prstGeom>
          <a:solidFill>
            <a:srgbClr val="DDF2D5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 sz="20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A02F6E-1BB6-495E-8464-2370ED8695B0}"/>
              </a:ext>
            </a:extLst>
          </p:cNvPr>
          <p:cNvSpPr>
            <a:spLocks noGrp="1"/>
          </p:cNvSpPr>
          <p:nvPr/>
        </p:nvSpPr>
        <p:spPr>
          <a:xfrm>
            <a:off x="885825" y="2181225"/>
            <a:ext cx="2371725" cy="866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5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15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Step 1</a:t>
            </a:r>
          </a:p>
          <a:p>
            <a:pPr algn="ctr">
              <a:buNone/>
              <a:defRPr sz="15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boilWater()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09B65C0-7CED-4FBC-BAE3-DB993BC33AA4}"/>
              </a:ext>
            </a:extLst>
          </p:cNvPr>
          <p:cNvSpPr>
            <a:spLocks noGrp="1"/>
          </p:cNvSpPr>
          <p:nvPr/>
        </p:nvSpPr>
        <p:spPr>
          <a:xfrm>
            <a:off x="4695825" y="2124075"/>
            <a:ext cx="2628900" cy="981075"/>
          </a:xfrm>
          <a:prstGeom prst="rect">
            <a:avLst/>
          </a:prstGeom>
          <a:solidFill>
            <a:srgbClr val="F6C6AD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 sz="20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E0DDB3-DC24-4928-BF6D-230B4FC8C072}"/>
              </a:ext>
            </a:extLst>
          </p:cNvPr>
          <p:cNvSpPr>
            <a:spLocks noGrp="1"/>
          </p:cNvSpPr>
          <p:nvPr/>
        </p:nvSpPr>
        <p:spPr>
          <a:xfrm>
            <a:off x="4772025" y="2181225"/>
            <a:ext cx="2476500" cy="866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5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15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Step 2</a:t>
            </a:r>
          </a:p>
          <a:p>
            <a:pPr algn="ctr">
              <a:buNone/>
              <a:defRPr sz="15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Tea.brew()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52A54A-ACAF-4911-A286-1280B14ED075}"/>
              </a:ext>
            </a:extLst>
          </p:cNvPr>
          <p:cNvSpPr>
            <a:spLocks noGrp="1"/>
          </p:cNvSpPr>
          <p:nvPr/>
        </p:nvSpPr>
        <p:spPr>
          <a:xfrm>
            <a:off x="8667750" y="2124075"/>
            <a:ext cx="2533650" cy="981075"/>
          </a:xfrm>
          <a:prstGeom prst="rect">
            <a:avLst/>
          </a:prstGeom>
          <a:solidFill>
            <a:srgbClr val="DDF2D5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309498-5480-4042-A7C9-1AEC88CCE166}"/>
              </a:ext>
            </a:extLst>
          </p:cNvPr>
          <p:cNvSpPr>
            <a:spLocks noGrp="1"/>
          </p:cNvSpPr>
          <p:nvPr/>
        </p:nvSpPr>
        <p:spPr>
          <a:xfrm>
            <a:off x="8743950" y="2181225"/>
            <a:ext cx="2381250" cy="8667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15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15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Step 3</a:t>
            </a:r>
          </a:p>
          <a:p>
            <a:pPr algn="ctr">
              <a:buNone/>
              <a:defRPr sz="157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pour()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0AFCF2-D109-4691-9967-A499ACCDCBF3}"/>
              </a:ext>
            </a:extLst>
          </p:cNvPr>
          <p:cNvSpPr>
            <a:spLocks noGrp="1"/>
          </p:cNvSpPr>
          <p:nvPr/>
        </p:nvSpPr>
        <p:spPr>
          <a:xfrm>
            <a:off x="3333750" y="2600325"/>
            <a:ext cx="1362075" cy="28575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/>
          <a:lstStyle/>
          <a:p>
            <a:endParaRPr lang="en-US" sz="2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4333839-9DD9-4B84-82D2-ABA14D4C8D4D}"/>
              </a:ext>
            </a:extLst>
          </p:cNvPr>
          <p:cNvSpPr>
            <a:spLocks noGrp="1"/>
          </p:cNvSpPr>
          <p:nvPr/>
        </p:nvSpPr>
        <p:spPr>
          <a:xfrm>
            <a:off x="7324725" y="2600325"/>
            <a:ext cx="1343025" cy="28575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/>
          <a:lstStyle/>
          <a:p>
            <a:endParaRPr lang="en-US" sz="2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B56CED1-E2D7-43D7-BDBE-FD565C5ACA75}"/>
              </a:ext>
            </a:extLst>
          </p:cNvPr>
          <p:cNvSpPr>
            <a:spLocks noGrp="1"/>
          </p:cNvSpPr>
          <p:nvPr/>
        </p:nvSpPr>
        <p:spPr>
          <a:xfrm>
            <a:off x="619125" y="3867150"/>
            <a:ext cx="5248275" cy="2019300"/>
          </a:xfrm>
          <a:prstGeom prst="rect">
            <a:avLst/>
          </a:prstGeom>
          <a:solidFill>
            <a:srgbClr val="DDF2D5"/>
          </a:solidFill>
          <a:ln w="0">
            <a:noFill/>
          </a:ln>
        </p:spPr>
        <p:txBody>
          <a:bodyPr/>
          <a:lstStyle/>
          <a:p>
            <a:endParaRPr lang="en-US" sz="20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ECB8F7-6AF3-4BE6-985B-B4D2F76AEA8E}"/>
              </a:ext>
            </a:extLst>
          </p:cNvPr>
          <p:cNvSpPr>
            <a:spLocks noGrp="1"/>
          </p:cNvSpPr>
          <p:nvPr/>
        </p:nvSpPr>
        <p:spPr>
          <a:xfrm>
            <a:off x="781050" y="4019550"/>
            <a:ext cx="485775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34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34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Shared steps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838D69D-543A-4BE4-85C3-895A19EEA396}"/>
              </a:ext>
            </a:extLst>
          </p:cNvPr>
          <p:cNvSpPr>
            <a:spLocks noGrp="1"/>
          </p:cNvSpPr>
          <p:nvPr/>
        </p:nvSpPr>
        <p:spPr>
          <a:xfrm>
            <a:off x="781050" y="4486275"/>
            <a:ext cx="4819650" cy="1095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Beverage supplies boilWater() and pour(). Every beverage reuses these common operations.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87F762A-2A13-42E8-AE9E-FB1D66849E16}"/>
              </a:ext>
            </a:extLst>
          </p:cNvPr>
          <p:cNvSpPr>
            <a:spLocks noGrp="1"/>
          </p:cNvSpPr>
          <p:nvPr/>
        </p:nvSpPr>
        <p:spPr>
          <a:xfrm>
            <a:off x="6124575" y="3867150"/>
            <a:ext cx="5429250" cy="2019300"/>
          </a:xfrm>
          <a:prstGeom prst="rect">
            <a:avLst/>
          </a:prstGeom>
          <a:solidFill>
            <a:srgbClr val="F6C6AD"/>
          </a:solidFill>
          <a:ln w="0">
            <a:noFill/>
          </a:ln>
        </p:spPr>
        <p:txBody>
          <a:bodyPr/>
          <a:lstStyle/>
          <a:p>
            <a:endParaRPr lang="en-US" sz="20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E980423-4CC9-468B-A587-F8F1A65F0999}"/>
              </a:ext>
            </a:extLst>
          </p:cNvPr>
          <p:cNvSpPr>
            <a:spLocks noGrp="1"/>
          </p:cNvSpPr>
          <p:nvPr/>
        </p:nvSpPr>
        <p:spPr>
          <a:xfrm>
            <a:off x="6286500" y="4019550"/>
            <a:ext cx="4962525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397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397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Variable step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4D11CF9-6E48-4B15-B190-656865115DBE}"/>
              </a:ext>
            </a:extLst>
          </p:cNvPr>
          <p:cNvSpPr>
            <a:spLocks noGrp="1"/>
          </p:cNvSpPr>
          <p:nvPr/>
        </p:nvSpPr>
        <p:spPr>
          <a:xfrm>
            <a:off x="6286500" y="4486275"/>
            <a:ext cx="4962525" cy="1095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The call to brew() runs the selected subclass’s implementation. Tea brews tea leaves. Coffee brews ground coffee.</a:t>
            </a:r>
          </a:p>
        </p:txBody>
      </p:sp>
    </p:spTree>
    <p:extLst>
      <p:ext uri="{BB962C8B-B14F-4D97-AF65-F5344CB8AC3E}">
        <p14:creationId xmlns:p14="http://schemas.microsoft.com/office/powerpoint/2010/main" val="2095791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0207529-0B2B-4E38-9E8C-50B5E786B309}"/>
              </a:ext>
            </a:extLst>
          </p:cNvPr>
          <p:cNvSpPr>
            <a:spLocks noGrp="1"/>
          </p:cNvSpPr>
          <p:nvPr/>
        </p:nvSpPr>
        <p:spPr>
          <a:xfrm>
            <a:off x="666750" y="0"/>
            <a:ext cx="10858500" cy="647700"/>
          </a:xfrm>
          <a:prstGeom prst="rect">
            <a:avLst/>
          </a:prstGeom>
          <a:solidFill>
            <a:srgbClr val="FFFFFF"/>
          </a:solidFill>
          <a:ln w="12383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3AD7B4-835F-408D-A1B0-EAD2797EB32B}"/>
              </a:ext>
            </a:extLst>
          </p:cNvPr>
          <p:cNvSpPr>
            <a:spLocks noGrp="1"/>
          </p:cNvSpPr>
          <p:nvPr/>
        </p:nvSpPr>
        <p:spPr>
          <a:xfrm>
            <a:off x="790575" y="66675"/>
            <a:ext cx="1060132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264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264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4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Java: The Abstract Class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120B23-9E64-4711-BA97-4A8871ED83BF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95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95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TEMPLATE METHOD PATTERN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000A15-C680-4916-A83B-1F6FF6D3592A}"/>
              </a:ext>
            </a:extLst>
          </p:cNvPr>
          <p:cNvSpPr>
            <a:spLocks noGrp="1"/>
          </p:cNvSpPr>
          <p:nvPr/>
        </p:nvSpPr>
        <p:spPr>
          <a:xfrm>
            <a:off x="11258550" y="648652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968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968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68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06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01AF97-CB72-4A8A-B8CF-8B8E9EEB966C}"/>
              </a:ext>
            </a:extLst>
          </p:cNvPr>
          <p:cNvSpPr>
            <a:spLocks noGrp="1"/>
          </p:cNvSpPr>
          <p:nvPr/>
        </p:nvSpPr>
        <p:spPr>
          <a:xfrm>
            <a:off x="638175" y="1219200"/>
            <a:ext cx="5438775" cy="4514850"/>
          </a:xfrm>
          <a:prstGeom prst="rect">
            <a:avLst/>
          </a:prstGeom>
          <a:solidFill>
            <a:srgbClr val="F8FAFC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1B3403-2406-49DA-97CF-481C75902D1C}"/>
              </a:ext>
            </a:extLst>
          </p:cNvPr>
          <p:cNvSpPr>
            <a:spLocks noGrp="1"/>
          </p:cNvSpPr>
          <p:nvPr/>
        </p:nvSpPr>
        <p:spPr>
          <a:xfrm>
            <a:off x="809625" y="1323975"/>
            <a:ext cx="5095875" cy="430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463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l">
              <a:buNone/>
              <a:defRPr sz="146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463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abstract class Beverage {</a:t>
            </a:r>
          </a:p>
          <a:p>
            <a:pPr algn="l">
              <a:buNone/>
              <a:defRPr sz="146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463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// TEMPLATE METHOD</a:t>
            </a:r>
          </a:p>
          <a:p>
            <a:pPr algn="l">
              <a:buNone/>
              <a:defRPr sz="146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463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public final void prepare() {</a:t>
            </a:r>
          </a:p>
          <a:p>
            <a:pPr algn="l">
              <a:defRPr sz="1463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463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  boilWater();</a:t>
            </a:r>
          </a:p>
          <a:p>
            <a:pPr algn="l">
              <a:buNone/>
              <a:defRPr sz="146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463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  brew();</a:t>
            </a:r>
          </a:p>
          <a:p>
            <a:pPr algn="l">
              <a:buNone/>
              <a:defRPr sz="146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463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  pour();</a:t>
            </a:r>
          </a:p>
          <a:p>
            <a:pPr algn="l">
              <a:buNone/>
              <a:defRPr sz="146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463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}</a:t>
            </a:r>
          </a:p>
          <a:p>
            <a:pPr algn="l">
              <a:buNone/>
              <a:defRPr sz="146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463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private void boilWater() {</a:t>
            </a:r>
          </a:p>
          <a:p>
            <a:pPr algn="l">
              <a:buNone/>
              <a:defRPr sz="146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463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  System.out.println("Boil water");</a:t>
            </a:r>
          </a:p>
          <a:p>
            <a:pPr algn="l">
              <a:buNone/>
              <a:defRPr sz="146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463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}</a:t>
            </a:r>
          </a:p>
          <a:p>
            <a:pPr algn="l">
              <a:buNone/>
              <a:defRPr sz="146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463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protected abstract void brew();</a:t>
            </a:r>
          </a:p>
          <a:p>
            <a:pPr algn="l">
              <a:buNone/>
              <a:defRPr sz="146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463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private void pour() {</a:t>
            </a:r>
          </a:p>
          <a:p>
            <a:pPr algn="l">
              <a:buNone/>
              <a:defRPr sz="146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463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  System.out.println("Pour into cup");</a:t>
            </a:r>
          </a:p>
          <a:p>
            <a:pPr algn="l">
              <a:buNone/>
              <a:defRPr sz="146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463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}</a:t>
            </a:r>
          </a:p>
          <a:p>
            <a:pPr algn="l">
              <a:buNone/>
              <a:defRPr sz="146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463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B48C56-6939-4A0A-B389-2DCCECF58EB9}"/>
              </a:ext>
            </a:extLst>
          </p:cNvPr>
          <p:cNvSpPr>
            <a:spLocks noGrp="1"/>
          </p:cNvSpPr>
          <p:nvPr/>
        </p:nvSpPr>
        <p:spPr>
          <a:xfrm>
            <a:off x="6334125" y="1241502"/>
            <a:ext cx="5191125" cy="4514850"/>
          </a:xfrm>
          <a:prstGeom prst="rect">
            <a:avLst/>
          </a:prstGeom>
          <a:solidFill>
            <a:srgbClr val="DDF2D5"/>
          </a:solidFill>
          <a:ln w="0">
            <a:noFill/>
          </a:ln>
        </p:spPr>
        <p:txBody>
          <a:bodyPr/>
          <a:lstStyle/>
          <a:p>
            <a:endParaRPr lang="en-US" sz="20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F83012-79DB-475B-9E05-50E27192B644}"/>
              </a:ext>
            </a:extLst>
          </p:cNvPr>
          <p:cNvSpPr>
            <a:spLocks noGrp="1"/>
          </p:cNvSpPr>
          <p:nvPr/>
        </p:nvSpPr>
        <p:spPr>
          <a:xfrm>
            <a:off x="6496050" y="1381125"/>
            <a:ext cx="4810125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34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34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Template method: prepare()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AA7FDC-15FC-4486-B073-C8BCF27D3CBB}"/>
              </a:ext>
            </a:extLst>
          </p:cNvPr>
          <p:cNvSpPr>
            <a:spLocks noGrp="1"/>
          </p:cNvSpPr>
          <p:nvPr/>
        </p:nvSpPr>
        <p:spPr>
          <a:xfrm>
            <a:off x="6496050" y="1924050"/>
            <a:ext cx="4762500" cy="1057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7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 dirty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prepare() contains the process sequence. final prevents subclasses from replacing that sequence.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C4C0E6-C228-4B40-A8E3-2E072843148B}"/>
              </a:ext>
            </a:extLst>
          </p:cNvPr>
          <p:cNvSpPr>
            <a:spLocks noGrp="1"/>
          </p:cNvSpPr>
          <p:nvPr/>
        </p:nvSpPr>
        <p:spPr>
          <a:xfrm>
            <a:off x="6496050" y="3314700"/>
            <a:ext cx="4810125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34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34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Variable step: brew()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B430869-4F10-4B39-A353-A611256CA4CD}"/>
              </a:ext>
            </a:extLst>
          </p:cNvPr>
          <p:cNvSpPr>
            <a:spLocks noGrp="1"/>
          </p:cNvSpPr>
          <p:nvPr/>
        </p:nvSpPr>
        <p:spPr>
          <a:xfrm>
            <a:off x="6496050" y="3857625"/>
            <a:ext cx="4762500" cy="1238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75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875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brew() is abstract, so each concrete subclass must implement it. The private common methods keep their shared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554194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1694AE1-F50A-404F-91D6-9425B220CA4B}"/>
              </a:ext>
            </a:extLst>
          </p:cNvPr>
          <p:cNvSpPr>
            <a:spLocks noGrp="1"/>
          </p:cNvSpPr>
          <p:nvPr/>
        </p:nvSpPr>
        <p:spPr>
          <a:xfrm>
            <a:off x="666750" y="0"/>
            <a:ext cx="10858500" cy="647700"/>
          </a:xfrm>
          <a:prstGeom prst="rect">
            <a:avLst/>
          </a:prstGeom>
          <a:solidFill>
            <a:srgbClr val="FFFFFF"/>
          </a:solidFill>
          <a:ln w="12383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D647A1-83FB-4A76-8396-016AC3780AE4}"/>
              </a:ext>
            </a:extLst>
          </p:cNvPr>
          <p:cNvSpPr>
            <a:spLocks noGrp="1"/>
          </p:cNvSpPr>
          <p:nvPr/>
        </p:nvSpPr>
        <p:spPr>
          <a:xfrm>
            <a:off x="790575" y="66675"/>
            <a:ext cx="1060132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264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264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4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Java: Concrete Subclasses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CAEA10-4D53-43E1-91B6-7650886A4ED7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95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95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 dirty="0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TEMPLATE METHOD PATTERN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DEC359-4615-4A46-99A3-18B691660A96}"/>
              </a:ext>
            </a:extLst>
          </p:cNvPr>
          <p:cNvSpPr>
            <a:spLocks noGrp="1"/>
          </p:cNvSpPr>
          <p:nvPr/>
        </p:nvSpPr>
        <p:spPr>
          <a:xfrm>
            <a:off x="11258550" y="648652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968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968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68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07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003A3D-278C-46DD-8B87-E00D20FA61CF}"/>
              </a:ext>
            </a:extLst>
          </p:cNvPr>
          <p:cNvSpPr>
            <a:spLocks noGrp="1"/>
          </p:cNvSpPr>
          <p:nvPr/>
        </p:nvSpPr>
        <p:spPr>
          <a:xfrm>
            <a:off x="647700" y="1260552"/>
            <a:ext cx="10887075" cy="4295775"/>
          </a:xfrm>
          <a:prstGeom prst="rect">
            <a:avLst/>
          </a:prstGeom>
          <a:solidFill>
            <a:srgbClr val="F8FAFC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AB3884-6631-4F48-9FB7-CF665E178C09}"/>
              </a:ext>
            </a:extLst>
          </p:cNvPr>
          <p:cNvSpPr>
            <a:spLocks noGrp="1"/>
          </p:cNvSpPr>
          <p:nvPr/>
        </p:nvSpPr>
        <p:spPr>
          <a:xfrm>
            <a:off x="819150" y="1343025"/>
            <a:ext cx="10544175" cy="40862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613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l">
              <a:buNone/>
              <a:defRPr sz="161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class Tea extends Beverage {</a:t>
            </a:r>
          </a:p>
          <a:p>
            <a:pPr algn="l">
              <a:buNone/>
              <a:defRPr sz="161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@Override</a:t>
            </a:r>
          </a:p>
          <a:p>
            <a:pPr algn="l">
              <a:defRPr sz="1613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13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protected void brew() {</a:t>
            </a:r>
          </a:p>
          <a:p>
            <a:pPr algn="l">
              <a:buNone/>
              <a:defRPr sz="161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  System.out.println("Brew tea leaves");</a:t>
            </a:r>
          </a:p>
          <a:p>
            <a:pPr algn="l">
              <a:buNone/>
              <a:defRPr sz="161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}</a:t>
            </a:r>
          </a:p>
          <a:p>
            <a:pPr algn="l">
              <a:buNone/>
              <a:defRPr sz="161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}</a:t>
            </a:r>
          </a:p>
          <a:p>
            <a:pPr algn="l">
              <a:defRPr sz="1613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13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class Coffee extends Beverage {</a:t>
            </a:r>
          </a:p>
          <a:p>
            <a:pPr algn="l">
              <a:buNone/>
              <a:defRPr sz="161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@Override</a:t>
            </a:r>
          </a:p>
          <a:p>
            <a:pPr algn="l">
              <a:buNone/>
              <a:defRPr sz="161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protected void brew() {</a:t>
            </a:r>
          </a:p>
          <a:p>
            <a:pPr algn="l">
              <a:buNone/>
              <a:defRPr sz="161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  System.out.println("Brew ground coffee");</a:t>
            </a:r>
          </a:p>
          <a:p>
            <a:pPr algn="l">
              <a:buNone/>
              <a:defRPr sz="161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  }</a:t>
            </a:r>
          </a:p>
          <a:p>
            <a:pPr algn="l">
              <a:buNone/>
              <a:defRPr sz="1613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1613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ED0ECE-F77D-4F48-B4C3-650A01C55313}"/>
              </a:ext>
            </a:extLst>
          </p:cNvPr>
          <p:cNvSpPr>
            <a:spLocks noGrp="1"/>
          </p:cNvSpPr>
          <p:nvPr/>
        </p:nvSpPr>
        <p:spPr>
          <a:xfrm>
            <a:off x="647700" y="5743575"/>
            <a:ext cx="10887075" cy="609600"/>
          </a:xfrm>
          <a:prstGeom prst="rect">
            <a:avLst/>
          </a:prstGeom>
          <a:solidFill>
            <a:srgbClr val="DDEBF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B18341-8DCE-49B8-9BAD-1FE19BE4DEB5}"/>
              </a:ext>
            </a:extLst>
          </p:cNvPr>
          <p:cNvSpPr>
            <a:spLocks noGrp="1"/>
          </p:cNvSpPr>
          <p:nvPr/>
        </p:nvSpPr>
        <p:spPr>
          <a:xfrm>
            <a:off x="800100" y="5800725"/>
            <a:ext cx="104203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Tea and Coffee override brew(). Both inherit the SAME prepare() template method.</a:t>
            </a:r>
          </a:p>
        </p:txBody>
      </p:sp>
    </p:spTree>
    <p:extLst>
      <p:ext uri="{BB962C8B-B14F-4D97-AF65-F5344CB8AC3E}">
        <p14:creationId xmlns:p14="http://schemas.microsoft.com/office/powerpoint/2010/main" val="6759746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FAD67CC-829E-448A-A546-E68ECB3B8012}"/>
              </a:ext>
            </a:extLst>
          </p:cNvPr>
          <p:cNvSpPr>
            <a:spLocks noGrp="1"/>
          </p:cNvSpPr>
          <p:nvPr/>
        </p:nvSpPr>
        <p:spPr>
          <a:xfrm>
            <a:off x="666750" y="0"/>
            <a:ext cx="10858500" cy="647700"/>
          </a:xfrm>
          <a:prstGeom prst="rect">
            <a:avLst/>
          </a:prstGeom>
          <a:solidFill>
            <a:srgbClr val="FFFFFF"/>
          </a:solidFill>
          <a:ln w="12383">
            <a:solidFill>
              <a:srgbClr val="002060"/>
            </a:solidFill>
          </a:ln>
        </p:spPr>
        <p:txBody>
          <a:bodyPr/>
          <a:lstStyle/>
          <a:p>
            <a:endParaRPr lang="en-US" sz="20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8530FD-94B0-417A-B00A-4E608EDE4350}"/>
              </a:ext>
            </a:extLst>
          </p:cNvPr>
          <p:cNvSpPr>
            <a:spLocks noGrp="1"/>
          </p:cNvSpPr>
          <p:nvPr/>
        </p:nvSpPr>
        <p:spPr>
          <a:xfrm>
            <a:off x="790575" y="66675"/>
            <a:ext cx="1060132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264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264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4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Java: Client Code and Output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3B36E2-24C4-4C47-9C71-13597FDCEC75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95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95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TEMPLATE METHOD PATTERN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AB2384-2CC1-4A8C-9096-D34E8B19C5AC}"/>
              </a:ext>
            </a:extLst>
          </p:cNvPr>
          <p:cNvSpPr>
            <a:spLocks noGrp="1"/>
          </p:cNvSpPr>
          <p:nvPr/>
        </p:nvSpPr>
        <p:spPr>
          <a:xfrm>
            <a:off x="11258550" y="648652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968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968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08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B9DB0D-79B0-4CAC-9D90-23948508348C}"/>
              </a:ext>
            </a:extLst>
          </p:cNvPr>
          <p:cNvSpPr>
            <a:spLocks noGrp="1"/>
          </p:cNvSpPr>
          <p:nvPr/>
        </p:nvSpPr>
        <p:spPr>
          <a:xfrm>
            <a:off x="628650" y="1333500"/>
            <a:ext cx="10906125" cy="2019300"/>
          </a:xfrm>
          <a:prstGeom prst="rect">
            <a:avLst/>
          </a:prstGeom>
          <a:solidFill>
            <a:srgbClr val="F8FAFC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 sz="20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90EBED-51A0-4C48-846A-76A84B5EAE93}"/>
              </a:ext>
            </a:extLst>
          </p:cNvPr>
          <p:cNvSpPr>
            <a:spLocks noGrp="1"/>
          </p:cNvSpPr>
          <p:nvPr/>
        </p:nvSpPr>
        <p:spPr>
          <a:xfrm>
            <a:off x="800100" y="1438275"/>
            <a:ext cx="10563225" cy="1809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65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l">
              <a:buNone/>
              <a:defRPr sz="1650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2000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Beverage drink = new Tea();</a:t>
            </a:r>
          </a:p>
          <a:p>
            <a:pPr algn="l">
              <a:buNone/>
              <a:defRPr sz="1650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2000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drink.prepare();</a:t>
            </a:r>
          </a:p>
          <a:p>
            <a:pPr algn="l">
              <a:defRPr sz="165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200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// To make coffee instead:</a:t>
            </a:r>
          </a:p>
          <a:p>
            <a:pPr algn="l">
              <a:buNone/>
              <a:defRPr sz="1650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2000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// Beverage drink = new Coffee();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CACA0B-9D02-4C6A-BC52-F494B7FF2EEC}"/>
              </a:ext>
            </a:extLst>
          </p:cNvPr>
          <p:cNvSpPr>
            <a:spLocks noGrp="1"/>
          </p:cNvSpPr>
          <p:nvPr/>
        </p:nvSpPr>
        <p:spPr>
          <a:xfrm>
            <a:off x="628650" y="3638550"/>
            <a:ext cx="5057775" cy="2095500"/>
          </a:xfrm>
          <a:prstGeom prst="rect">
            <a:avLst/>
          </a:prstGeom>
          <a:solidFill>
            <a:srgbClr val="DDF2D5"/>
          </a:solidFill>
          <a:ln w="0">
            <a:noFill/>
          </a:ln>
        </p:spPr>
        <p:txBody>
          <a:bodyPr/>
          <a:lstStyle/>
          <a:p>
            <a:endParaRPr lang="en-US" sz="20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9CDFC5-27B3-4513-A8B9-DE72259DD703}"/>
              </a:ext>
            </a:extLst>
          </p:cNvPr>
          <p:cNvSpPr>
            <a:spLocks noGrp="1"/>
          </p:cNvSpPr>
          <p:nvPr/>
        </p:nvSpPr>
        <p:spPr>
          <a:xfrm>
            <a:off x="800100" y="3781425"/>
            <a:ext cx="457200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34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34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Output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33D06E-2BCC-4340-A811-20C77154985C}"/>
              </a:ext>
            </a:extLst>
          </p:cNvPr>
          <p:cNvSpPr>
            <a:spLocks noGrp="1"/>
          </p:cNvSpPr>
          <p:nvPr/>
        </p:nvSpPr>
        <p:spPr>
          <a:xfrm>
            <a:off x="809625" y="4352925"/>
            <a:ext cx="4552950" cy="866775"/>
          </a:xfrm>
          <a:prstGeom prst="rect">
            <a:avLst/>
          </a:prstGeom>
          <a:solidFill>
            <a:srgbClr val="F8FAFC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 sz="20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355B91-E279-4BA8-BE91-5B3DC26D1681}"/>
              </a:ext>
            </a:extLst>
          </p:cNvPr>
          <p:cNvSpPr>
            <a:spLocks noGrp="1"/>
          </p:cNvSpPr>
          <p:nvPr/>
        </p:nvSpPr>
        <p:spPr>
          <a:xfrm>
            <a:off x="981075" y="4457700"/>
            <a:ext cx="4210050" cy="6572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75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 algn="l">
              <a:buNone/>
              <a:def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2000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Boil water</a:t>
            </a:r>
          </a:p>
          <a:p>
            <a:pPr algn="l">
              <a:buNone/>
              <a:def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2000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Brew tea leaves</a:t>
            </a:r>
          </a:p>
          <a:p>
            <a:pPr algn="l">
              <a:buNone/>
              <a:defRPr sz="1575" b="0">
                <a:solidFill>
                  <a:srgbClr val="171717"/>
                </a:solidFill>
                <a:latin typeface="Courier New"/>
                <a:ea typeface="Courier New"/>
                <a:cs typeface="Courier New"/>
              </a:defRPr>
            </a:pPr>
            <a:r>
              <a:rPr sz="2000" b="0">
                <a:solidFill>
                  <a:srgbClr val="171717"/>
                </a:solidFill>
                <a:latin typeface="Courier New"/>
                <a:ea typeface="Courier New"/>
                <a:cs typeface="Courier New"/>
              </a:rPr>
              <a:t>Pour into cup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BEAA09-23CB-4D10-A1AA-33DDED860781}"/>
              </a:ext>
            </a:extLst>
          </p:cNvPr>
          <p:cNvSpPr>
            <a:spLocks noGrp="1"/>
          </p:cNvSpPr>
          <p:nvPr/>
        </p:nvSpPr>
        <p:spPr>
          <a:xfrm>
            <a:off x="5962650" y="3638550"/>
            <a:ext cx="5581650" cy="2095500"/>
          </a:xfrm>
          <a:prstGeom prst="rect">
            <a:avLst/>
          </a:prstGeom>
          <a:solidFill>
            <a:srgbClr val="F6C6AD"/>
          </a:solidFill>
          <a:ln w="0">
            <a:noFill/>
          </a:ln>
        </p:spPr>
        <p:txBody>
          <a:bodyPr/>
          <a:lstStyle/>
          <a:p>
            <a:endParaRPr lang="en-US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30ACBD2-3F4B-4FEE-B76E-8FD5D6C85463}"/>
              </a:ext>
            </a:extLst>
          </p:cNvPr>
          <p:cNvSpPr>
            <a:spLocks noGrp="1"/>
          </p:cNvSpPr>
          <p:nvPr/>
        </p:nvSpPr>
        <p:spPr>
          <a:xfrm>
            <a:off x="6134100" y="3781425"/>
            <a:ext cx="5095875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18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518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What the client calls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A96704-608F-42C1-92AE-67BB61CD6918}"/>
              </a:ext>
            </a:extLst>
          </p:cNvPr>
          <p:cNvSpPr>
            <a:spLocks noGrp="1"/>
          </p:cNvSpPr>
          <p:nvPr/>
        </p:nvSpPr>
        <p:spPr>
          <a:xfrm>
            <a:off x="6134100" y="4305300"/>
            <a:ext cx="5095875" cy="1133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80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8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The client calls prepare(). The superclass runs the sequence and calls Tea.brew() for the variable step.</a:t>
            </a:r>
          </a:p>
        </p:txBody>
      </p:sp>
    </p:spTree>
    <p:extLst>
      <p:ext uri="{BB962C8B-B14F-4D97-AF65-F5344CB8AC3E}">
        <p14:creationId xmlns:p14="http://schemas.microsoft.com/office/powerpoint/2010/main" val="11939808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37B79F9C-355A-42E3-B817-6019607B9AC8}"/>
              </a:ext>
            </a:extLst>
          </p:cNvPr>
          <p:cNvSpPr>
            <a:spLocks noGrp="1"/>
          </p:cNvSpPr>
          <p:nvPr/>
        </p:nvSpPr>
        <p:spPr>
          <a:xfrm>
            <a:off x="666750" y="0"/>
            <a:ext cx="10858500" cy="647700"/>
          </a:xfrm>
          <a:prstGeom prst="rect">
            <a:avLst/>
          </a:prstGeom>
          <a:solidFill>
            <a:srgbClr val="FFFFFF"/>
          </a:solidFill>
          <a:ln w="12383">
            <a:solidFill>
              <a:srgbClr val="002060"/>
            </a:solidFill>
          </a:ln>
        </p:spPr>
        <p:txBody>
          <a:bodyPr/>
          <a:lstStyle/>
          <a:p>
            <a:endParaRPr lang="en-US" sz="20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4238917-A968-418A-8F37-8503954AA9BA}"/>
              </a:ext>
            </a:extLst>
          </p:cNvPr>
          <p:cNvSpPr>
            <a:spLocks noGrp="1"/>
          </p:cNvSpPr>
          <p:nvPr/>
        </p:nvSpPr>
        <p:spPr>
          <a:xfrm>
            <a:off x="790575" y="66675"/>
            <a:ext cx="1060132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264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264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4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Template Method Compared with Related Patterns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842DAB-ACA3-4112-B764-AC01F00CF8D3}"/>
              </a:ext>
            </a:extLst>
          </p:cNvPr>
          <p:cNvSpPr>
            <a:spLocks noGrp="1"/>
          </p:cNvSpPr>
          <p:nvPr/>
        </p:nvSpPr>
        <p:spPr>
          <a:xfrm>
            <a:off x="11258550" y="648652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968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968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11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6C8A1E-4F42-46A2-ABA9-F6E517ECF3C4}"/>
              </a:ext>
            </a:extLst>
          </p:cNvPr>
          <p:cNvSpPr>
            <a:spLocks noGrp="1"/>
          </p:cNvSpPr>
          <p:nvPr/>
        </p:nvSpPr>
        <p:spPr>
          <a:xfrm>
            <a:off x="619125" y="1219200"/>
            <a:ext cx="10934700" cy="4333875"/>
          </a:xfrm>
          <a:prstGeom prst="rect">
            <a:avLst/>
          </a:prstGeom>
          <a:solidFill>
            <a:srgbClr val="F8F8F8"/>
          </a:solidFill>
          <a:ln w="0">
            <a:noFill/>
          </a:ln>
        </p:spPr>
        <p:txBody>
          <a:bodyPr/>
          <a:lstStyle/>
          <a:p>
            <a:endParaRPr lang="en-US" sz="20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1630D6-7002-45A7-B5C1-61B370E03D4A}"/>
              </a:ext>
            </a:extLst>
          </p:cNvPr>
          <p:cNvSpPr>
            <a:spLocks noGrp="1"/>
          </p:cNvSpPr>
          <p:nvPr/>
        </p:nvSpPr>
        <p:spPr>
          <a:xfrm>
            <a:off x="733425" y="1390650"/>
            <a:ext cx="19812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84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584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Pattern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62CBCB-9186-4535-AF88-96FC952CCF24}"/>
              </a:ext>
            </a:extLst>
          </p:cNvPr>
          <p:cNvSpPr>
            <a:spLocks noGrp="1"/>
          </p:cNvSpPr>
          <p:nvPr/>
        </p:nvSpPr>
        <p:spPr>
          <a:xfrm>
            <a:off x="2781300" y="1390650"/>
            <a:ext cx="39243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84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584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Main purpose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171ED5-E0AD-4DA2-9857-1F2002227991}"/>
              </a:ext>
            </a:extLst>
          </p:cNvPr>
          <p:cNvSpPr>
            <a:spLocks noGrp="1"/>
          </p:cNvSpPr>
          <p:nvPr/>
        </p:nvSpPr>
        <p:spPr>
          <a:xfrm>
            <a:off x="6762750" y="1390650"/>
            <a:ext cx="4581525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584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584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Variation mechanism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4723BF-554B-474B-8DC7-6433D9A9C406}"/>
              </a:ext>
            </a:extLst>
          </p:cNvPr>
          <p:cNvSpPr>
            <a:spLocks noGrp="1"/>
          </p:cNvSpPr>
          <p:nvPr/>
        </p:nvSpPr>
        <p:spPr>
          <a:xfrm>
            <a:off x="733425" y="1819275"/>
            <a:ext cx="10610850" cy="19050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/>
          <a:lstStyle/>
          <a:p>
            <a:endParaRPr lang="en-US" sz="20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655A70E-48BA-4679-B178-159E2DB8CA05}"/>
              </a:ext>
            </a:extLst>
          </p:cNvPr>
          <p:cNvSpPr>
            <a:spLocks noGrp="1"/>
          </p:cNvSpPr>
          <p:nvPr/>
        </p:nvSpPr>
        <p:spPr>
          <a:xfrm>
            <a:off x="733425" y="1952625"/>
            <a:ext cx="10610850" cy="781050"/>
          </a:xfrm>
          <a:prstGeom prst="rect">
            <a:avLst/>
          </a:prstGeom>
          <a:solidFill>
            <a:srgbClr val="DDF2D5"/>
          </a:solidFill>
          <a:ln w="0">
            <a:noFill/>
          </a:ln>
        </p:spPr>
        <p:txBody>
          <a:bodyPr/>
          <a:lstStyle/>
          <a:p>
            <a:endParaRPr lang="en-US" sz="20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ABAEBE-4DA3-4011-A8DA-4B807EF03061}"/>
              </a:ext>
            </a:extLst>
          </p:cNvPr>
          <p:cNvSpPr>
            <a:spLocks noGrp="1"/>
          </p:cNvSpPr>
          <p:nvPr/>
        </p:nvSpPr>
        <p:spPr>
          <a:xfrm>
            <a:off x="781050" y="2000250"/>
            <a:ext cx="18859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Template Method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1D3D82-DF97-4D15-A885-7AD63FE8C803}"/>
              </a:ext>
            </a:extLst>
          </p:cNvPr>
          <p:cNvSpPr>
            <a:spLocks noGrp="1"/>
          </p:cNvSpPr>
          <p:nvPr/>
        </p:nvSpPr>
        <p:spPr>
          <a:xfrm>
            <a:off x="2828925" y="2000250"/>
            <a:ext cx="38290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6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Reuse an algorithm’s fixed sequence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3A0B6C5-C476-4BC0-8872-6CE59BB5EF6D}"/>
              </a:ext>
            </a:extLst>
          </p:cNvPr>
          <p:cNvSpPr>
            <a:spLocks noGrp="1"/>
          </p:cNvSpPr>
          <p:nvPr/>
        </p:nvSpPr>
        <p:spPr>
          <a:xfrm>
            <a:off x="6810375" y="2000250"/>
            <a:ext cx="448627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6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Subclasses implement selected steps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3191DE-A893-4C7C-B5A5-7FC56F5AD45F}"/>
              </a:ext>
            </a:extLst>
          </p:cNvPr>
          <p:cNvSpPr>
            <a:spLocks noGrp="1"/>
          </p:cNvSpPr>
          <p:nvPr/>
        </p:nvSpPr>
        <p:spPr>
          <a:xfrm>
            <a:off x="781050" y="2847975"/>
            <a:ext cx="18859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Strategy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5BA8373-4AC5-4B75-BEF9-40A1E0AE21C6}"/>
              </a:ext>
            </a:extLst>
          </p:cNvPr>
          <p:cNvSpPr>
            <a:spLocks noGrp="1"/>
          </p:cNvSpPr>
          <p:nvPr/>
        </p:nvSpPr>
        <p:spPr>
          <a:xfrm>
            <a:off x="2828925" y="2847975"/>
            <a:ext cx="38290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6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Choose an interchangeable algorithm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F996CAF-1B13-43E4-B789-F517F378CF39}"/>
              </a:ext>
            </a:extLst>
          </p:cNvPr>
          <p:cNvSpPr>
            <a:spLocks noGrp="1"/>
          </p:cNvSpPr>
          <p:nvPr/>
        </p:nvSpPr>
        <p:spPr>
          <a:xfrm>
            <a:off x="6810375" y="2847975"/>
            <a:ext cx="448627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6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Context delegates to a strategy object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579C1C-14C8-420F-A934-FE38FD956911}"/>
              </a:ext>
            </a:extLst>
          </p:cNvPr>
          <p:cNvSpPr>
            <a:spLocks noGrp="1"/>
          </p:cNvSpPr>
          <p:nvPr/>
        </p:nvSpPr>
        <p:spPr>
          <a:xfrm>
            <a:off x="733425" y="3648075"/>
            <a:ext cx="10610850" cy="781050"/>
          </a:xfrm>
          <a:prstGeom prst="rect">
            <a:avLst/>
          </a:prstGeom>
          <a:solidFill>
            <a:srgbClr val="DDEBF3"/>
          </a:solidFill>
          <a:ln w="0">
            <a:noFill/>
          </a:ln>
        </p:spPr>
        <p:txBody>
          <a:bodyPr/>
          <a:lstStyle/>
          <a:p>
            <a:endParaRPr lang="en-US" sz="20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B701A94-3B3A-4508-BDDE-9F3ED393AFEB}"/>
              </a:ext>
            </a:extLst>
          </p:cNvPr>
          <p:cNvSpPr>
            <a:spLocks noGrp="1"/>
          </p:cNvSpPr>
          <p:nvPr/>
        </p:nvSpPr>
        <p:spPr>
          <a:xfrm>
            <a:off x="781050" y="3695700"/>
            <a:ext cx="18859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Factory Method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C6C3532-8A75-441B-B56A-23ECC774181D}"/>
              </a:ext>
            </a:extLst>
          </p:cNvPr>
          <p:cNvSpPr>
            <a:spLocks noGrp="1"/>
          </p:cNvSpPr>
          <p:nvPr/>
        </p:nvSpPr>
        <p:spPr>
          <a:xfrm>
            <a:off x="2828925" y="3695700"/>
            <a:ext cx="38290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6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Let subclasses choose a product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6D3465E-66B8-48ED-A563-CC82E099DB51}"/>
              </a:ext>
            </a:extLst>
          </p:cNvPr>
          <p:cNvSpPr>
            <a:spLocks noGrp="1"/>
          </p:cNvSpPr>
          <p:nvPr/>
        </p:nvSpPr>
        <p:spPr>
          <a:xfrm>
            <a:off x="6810375" y="3695700"/>
            <a:ext cx="448627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6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Override an object creation method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56831F2-2267-45EF-AC9B-D2FC54624D29}"/>
              </a:ext>
            </a:extLst>
          </p:cNvPr>
          <p:cNvSpPr>
            <a:spLocks noGrp="1"/>
          </p:cNvSpPr>
          <p:nvPr/>
        </p:nvSpPr>
        <p:spPr>
          <a:xfrm>
            <a:off x="781050" y="4543425"/>
            <a:ext cx="18859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Decorator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6B91C9D-11F1-48CB-821C-41605AD59BC3}"/>
              </a:ext>
            </a:extLst>
          </p:cNvPr>
          <p:cNvSpPr>
            <a:spLocks noGrp="1"/>
          </p:cNvSpPr>
          <p:nvPr/>
        </p:nvSpPr>
        <p:spPr>
          <a:xfrm>
            <a:off x="2828925" y="4543425"/>
            <a:ext cx="38290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6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Add behavior around an object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24F622-4FC7-41E1-81FE-8E76D22F6FF8}"/>
              </a:ext>
            </a:extLst>
          </p:cNvPr>
          <p:cNvSpPr>
            <a:spLocks noGrp="1"/>
          </p:cNvSpPr>
          <p:nvPr/>
        </p:nvSpPr>
        <p:spPr>
          <a:xfrm>
            <a:off x="6810375" y="4543425"/>
            <a:ext cx="448627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6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Wrap and delegate to a component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40BE432-BA6E-4653-8F52-552CD3135FDB}"/>
              </a:ext>
            </a:extLst>
          </p:cNvPr>
          <p:cNvSpPr>
            <a:spLocks noGrp="1"/>
          </p:cNvSpPr>
          <p:nvPr/>
        </p:nvSpPr>
        <p:spPr>
          <a:xfrm>
            <a:off x="742950" y="5772150"/>
            <a:ext cx="10477500" cy="4667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725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A template method can call a factory method when one step must create a product.</a:t>
            </a:r>
          </a:p>
        </p:txBody>
      </p:sp>
    </p:spTree>
    <p:extLst>
      <p:ext uri="{BB962C8B-B14F-4D97-AF65-F5344CB8AC3E}">
        <p14:creationId xmlns:p14="http://schemas.microsoft.com/office/powerpoint/2010/main" val="1715209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C16FA00-D5E8-42B6-ACCF-D550A27498AA}"/>
              </a:ext>
            </a:extLst>
          </p:cNvPr>
          <p:cNvSpPr>
            <a:spLocks noGrp="1"/>
          </p:cNvSpPr>
          <p:nvPr/>
        </p:nvSpPr>
        <p:spPr>
          <a:xfrm>
            <a:off x="666750" y="0"/>
            <a:ext cx="10858500" cy="647700"/>
          </a:xfrm>
          <a:prstGeom prst="rect">
            <a:avLst/>
          </a:prstGeom>
          <a:solidFill>
            <a:srgbClr val="FFFFFF"/>
          </a:solidFill>
          <a:ln w="12383">
            <a:solidFill>
              <a:srgbClr val="002060"/>
            </a:solidFill>
          </a:ln>
        </p:spPr>
        <p:txBody>
          <a:bodyPr/>
          <a:lstStyle/>
          <a:p>
            <a:endParaRPr lang="en-US" sz="20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840CB62-7A0B-4516-9BF3-1194D4D1AD1F}"/>
              </a:ext>
            </a:extLst>
          </p:cNvPr>
          <p:cNvSpPr>
            <a:spLocks noGrp="1"/>
          </p:cNvSpPr>
          <p:nvPr/>
        </p:nvSpPr>
        <p:spPr>
          <a:xfrm>
            <a:off x="790575" y="66675"/>
            <a:ext cx="10601325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ctr">
              <a:defRPr sz="264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ctr">
              <a:buNone/>
              <a:defRPr sz="264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4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Applicability and Consequences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389B9F-0B3F-4538-9219-CA6ED4CFAE3F}"/>
              </a:ext>
            </a:extLst>
          </p:cNvPr>
          <p:cNvSpPr>
            <a:spLocks noGrp="1"/>
          </p:cNvSpPr>
          <p:nvPr/>
        </p:nvSpPr>
        <p:spPr>
          <a:xfrm>
            <a:off x="552450" y="723900"/>
            <a:ext cx="47625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95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95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TEMPLATE METHOD PATTERN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8D84E9-E435-4C51-ABB9-7A2076AD7EFF}"/>
              </a:ext>
            </a:extLst>
          </p:cNvPr>
          <p:cNvSpPr>
            <a:spLocks noGrp="1"/>
          </p:cNvSpPr>
          <p:nvPr/>
        </p:nvSpPr>
        <p:spPr>
          <a:xfrm>
            <a:off x="11258550" y="648652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968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968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</a:rPr>
              <a:t>12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4096E9-6BBE-4F9D-80BF-F2E0E1D1DB9F}"/>
              </a:ext>
            </a:extLst>
          </p:cNvPr>
          <p:cNvSpPr>
            <a:spLocks noGrp="1"/>
          </p:cNvSpPr>
          <p:nvPr/>
        </p:nvSpPr>
        <p:spPr>
          <a:xfrm>
            <a:off x="619125" y="1238250"/>
            <a:ext cx="5219700" cy="3276600"/>
          </a:xfrm>
          <a:prstGeom prst="rect">
            <a:avLst/>
          </a:prstGeom>
          <a:solidFill>
            <a:srgbClr val="DDF2D5"/>
          </a:solidFill>
          <a:ln w="0">
            <a:noFill/>
          </a:ln>
        </p:spPr>
        <p:txBody>
          <a:bodyPr/>
          <a:lstStyle/>
          <a:p>
            <a:endParaRPr lang="en-US" sz="20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5FA1FB-7B82-450C-ACCE-B37E6E53A4EC}"/>
              </a:ext>
            </a:extLst>
          </p:cNvPr>
          <p:cNvSpPr>
            <a:spLocks noGrp="1"/>
          </p:cNvSpPr>
          <p:nvPr/>
        </p:nvSpPr>
        <p:spPr>
          <a:xfrm>
            <a:off x="771525" y="1390650"/>
            <a:ext cx="485775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34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346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</a:rPr>
              <a:t>Use Template Method when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94A388-5012-436E-9A11-4341D8699D68}"/>
              </a:ext>
            </a:extLst>
          </p:cNvPr>
          <p:cNvSpPr>
            <a:spLocks noGrp="1"/>
          </p:cNvSpPr>
          <p:nvPr/>
        </p:nvSpPr>
        <p:spPr>
          <a:xfrm>
            <a:off x="771525" y="1876425"/>
            <a:ext cx="4857750" cy="2324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6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Algorithms share the same sequence</a:t>
            </a:r>
          </a:p>
          <a:p>
            <a:pPr algn="l">
              <a:buNone/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Only selected steps differ</a:t>
            </a:r>
          </a:p>
          <a:p>
            <a:pPr algn="l">
              <a:buNone/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Common steps should stay consistent</a:t>
            </a:r>
          </a:p>
          <a:p>
            <a:pPr algn="l">
              <a:buNone/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Inheritance fits the design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0B3552-E130-449C-A97F-19783A7E7254}"/>
              </a:ext>
            </a:extLst>
          </p:cNvPr>
          <p:cNvSpPr>
            <a:spLocks noGrp="1"/>
          </p:cNvSpPr>
          <p:nvPr/>
        </p:nvSpPr>
        <p:spPr>
          <a:xfrm>
            <a:off x="6105525" y="1238250"/>
            <a:ext cx="5438775" cy="3276600"/>
          </a:xfrm>
          <a:prstGeom prst="rect">
            <a:avLst/>
          </a:prstGeom>
          <a:solidFill>
            <a:srgbClr val="F6C6AD"/>
          </a:solidFill>
          <a:ln w="0">
            <a:noFill/>
          </a:ln>
        </p:spPr>
        <p:txBody>
          <a:bodyPr/>
          <a:lstStyle/>
          <a:p>
            <a:endParaRPr lang="en-US" sz="20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0CA2FA-D551-4DCF-ACE0-4E2E55E123EC}"/>
              </a:ext>
            </a:extLst>
          </p:cNvPr>
          <p:cNvSpPr>
            <a:spLocks noGrp="1"/>
          </p:cNvSpPr>
          <p:nvPr/>
        </p:nvSpPr>
        <p:spPr>
          <a:xfrm>
            <a:off x="6257925" y="1390650"/>
            <a:ext cx="5048250" cy="3143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466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466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</a:rPr>
              <a:t>Benefits and limits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0C7A8D-0213-4C68-A0B3-C4F779F56CF0}"/>
              </a:ext>
            </a:extLst>
          </p:cNvPr>
          <p:cNvSpPr>
            <a:spLocks noGrp="1"/>
          </p:cNvSpPr>
          <p:nvPr/>
        </p:nvSpPr>
        <p:spPr>
          <a:xfrm>
            <a:off x="6257925" y="1876425"/>
            <a:ext cx="5048250" cy="2324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 algn="l">
              <a:defRPr sz="165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defPPr>
          </a:lstStyle>
          <a:p>
            <a:pPr algn="l">
              <a:buNone/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Removes repeated process code</a:t>
            </a:r>
          </a:p>
          <a:p>
            <a:pPr algn="l">
              <a:buNone/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Keeps the process order consistent</a:t>
            </a:r>
          </a:p>
          <a:p>
            <a:pPr algn="l">
              <a:buNone/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Supports controlled extension points</a:t>
            </a:r>
          </a:p>
          <a:p>
            <a:pPr algn="l">
              <a:buNone/>
              <a:defRPr sz="165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171717"/>
                </a:solidFill>
                <a:latin typeface="Times New Roman"/>
                <a:ea typeface="Times New Roman"/>
                <a:cs typeface="Times New Roman"/>
              </a:rPr>
              <a:t>• Couples subclasses to the superclass</a:t>
            </a:r>
          </a:p>
        </p:txBody>
      </p:sp>
    </p:spTree>
    <p:extLst>
      <p:ext uri="{BB962C8B-B14F-4D97-AF65-F5344CB8AC3E}">
        <p14:creationId xmlns:p14="http://schemas.microsoft.com/office/powerpoint/2010/main" val="66086543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1395</Words>
  <Application>Microsoft Macintosh PowerPoint</Application>
  <DocSecurity>0</DocSecurity>
  <PresentationFormat>Widescreen</PresentationFormat>
  <Paragraphs>150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Courier New</vt:lpstr>
      <vt:lpstr>Times New Roman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Aswathy Mohan</cp:lastModifiedBy>
  <cp:revision>1</cp:revision>
  <dcterms:created xsi:type="dcterms:W3CDTF">2026-10-08T05:10:09Z</dcterms:created>
  <dcterms:modified xsi:type="dcterms:W3CDTF">2026-10-15T04:34:34Z</dcterms:modified>
</cp:coreProperties>
</file>