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A156A7-52BB-0A4C-887E-0C86304BAA11}" v="2" dt="2026-09-30T08:14:01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114" d="100"/>
          <a:sy n="114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A2D8F3F3-AB79-5800-97AF-2AFE679C11CA}"/>
    <pc:docChg chg="custSel addSld modSld sldOrd">
      <pc:chgData name="Aswathy Mohan" userId="8ec7b060-ec9d-4a76-a81c-f80212d9386c" providerId="ADAL" clId="{A2D8F3F3-AB79-5800-97AF-2AFE679C11CA}" dt="2026-09-30T08:15:57.641" v="136" actId="255"/>
      <pc:docMkLst>
        <pc:docMk/>
      </pc:docMkLst>
      <pc:sldChg chg="modSp mod">
        <pc:chgData name="Aswathy Mohan" userId="8ec7b060-ec9d-4a76-a81c-f80212d9386c" providerId="ADAL" clId="{A2D8F3F3-AB79-5800-97AF-2AFE679C11CA}" dt="2026-09-30T08:13:44.966" v="74" actId="27636"/>
        <pc:sldMkLst>
          <pc:docMk/>
          <pc:sldMk cId="92420691" sldId="256"/>
        </pc:sldMkLst>
        <pc:spChg chg="mod">
          <ac:chgData name="Aswathy Mohan" userId="8ec7b060-ec9d-4a76-a81c-f80212d9386c" providerId="ADAL" clId="{A2D8F3F3-AB79-5800-97AF-2AFE679C11CA}" dt="2026-09-30T08:13:44.966" v="73" actId="27636"/>
          <ac:spMkLst>
            <pc:docMk/>
            <pc:sldMk cId="92420691" sldId="256"/>
            <ac:spMk id="2" creationId="{DFAECFBF-B971-4C5F-A768-B5C95F18E61C}"/>
          </ac:spMkLst>
        </pc:spChg>
        <pc:spChg chg="mod">
          <ac:chgData name="Aswathy Mohan" userId="8ec7b060-ec9d-4a76-a81c-f80212d9386c" providerId="ADAL" clId="{A2D8F3F3-AB79-5800-97AF-2AFE679C11CA}" dt="2026-09-30T08:13:44.966" v="74" actId="27636"/>
          <ac:spMkLst>
            <pc:docMk/>
            <pc:sldMk cId="92420691" sldId="256"/>
            <ac:spMk id="5" creationId="{0F769FA6-D794-4B84-8D1D-CB0B7398218A}"/>
          </ac:spMkLst>
        </pc:spChg>
      </pc:sldChg>
      <pc:sldChg chg="delSp modSp mod">
        <pc:chgData name="Aswathy Mohan" userId="8ec7b060-ec9d-4a76-a81c-f80212d9386c" providerId="ADAL" clId="{A2D8F3F3-AB79-5800-97AF-2AFE679C11CA}" dt="2026-09-30T08:13:44.968" v="80" actId="27636"/>
        <pc:sldMkLst>
          <pc:docMk/>
          <pc:sldMk cId="453325902" sldId="257"/>
        </pc:sldMkLst>
        <pc:spChg chg="mod">
          <ac:chgData name="Aswathy Mohan" userId="8ec7b060-ec9d-4a76-a81c-f80212d9386c" providerId="ADAL" clId="{A2D8F3F3-AB79-5800-97AF-2AFE679C11CA}" dt="2026-09-30T08:13:44.968" v="79" actId="27636"/>
          <ac:spMkLst>
            <pc:docMk/>
            <pc:sldMk cId="453325902" sldId="257"/>
            <ac:spMk id="2" creationId="{E90822BD-C037-48FB-A181-C2372C6C4A94}"/>
          </ac:spMkLst>
        </pc:spChg>
        <pc:spChg chg="del">
          <ac:chgData name="Aswathy Mohan" userId="8ec7b060-ec9d-4a76-a81c-f80212d9386c" providerId="ADAL" clId="{A2D8F3F3-AB79-5800-97AF-2AFE679C11CA}" dt="2026-09-30T07:07:25.958" v="0" actId="478"/>
          <ac:spMkLst>
            <pc:docMk/>
            <pc:sldMk cId="453325902" sldId="257"/>
            <ac:spMk id="3" creationId="{4A7E7C2A-C04B-4538-BF37-4E3DA0B67712}"/>
          </ac:spMkLst>
        </pc:spChg>
        <pc:spChg chg="mod">
          <ac:chgData name="Aswathy Mohan" userId="8ec7b060-ec9d-4a76-a81c-f80212d9386c" providerId="ADAL" clId="{A2D8F3F3-AB79-5800-97AF-2AFE679C11CA}" dt="2026-09-30T08:13:44.968" v="80" actId="27636"/>
          <ac:spMkLst>
            <pc:docMk/>
            <pc:sldMk cId="453325902" sldId="257"/>
            <ac:spMk id="4" creationId="{217B9480-E5BF-49F3-B20D-579572E31F2B}"/>
          </ac:spMkLst>
        </pc:spChg>
        <pc:spChg chg="mod">
          <ac:chgData name="Aswathy Mohan" userId="8ec7b060-ec9d-4a76-a81c-f80212d9386c" providerId="ADAL" clId="{A2D8F3F3-AB79-5800-97AF-2AFE679C11CA}" dt="2026-09-30T08:13:44.967" v="76" actId="27636"/>
          <ac:spMkLst>
            <pc:docMk/>
            <pc:sldMk cId="453325902" sldId="257"/>
            <ac:spMk id="5" creationId="{EC13B7C1-A4F8-42A7-872F-3A8465AB65DE}"/>
          </ac:spMkLst>
        </pc:spChg>
        <pc:spChg chg="mod">
          <ac:chgData name="Aswathy Mohan" userId="8ec7b060-ec9d-4a76-a81c-f80212d9386c" providerId="ADAL" clId="{A2D8F3F3-AB79-5800-97AF-2AFE679C11CA}" dt="2026-09-30T08:13:44.968" v="78" actId="27636"/>
          <ac:spMkLst>
            <pc:docMk/>
            <pc:sldMk cId="453325902" sldId="257"/>
            <ac:spMk id="8" creationId="{A8350E83-7D25-4F06-9AA2-1A9DC41CA873}"/>
          </ac:spMkLst>
        </pc:spChg>
        <pc:spChg chg="mod">
          <ac:chgData name="Aswathy Mohan" userId="8ec7b060-ec9d-4a76-a81c-f80212d9386c" providerId="ADAL" clId="{A2D8F3F3-AB79-5800-97AF-2AFE679C11CA}" dt="2026-09-30T08:13:44.967" v="75" actId="27636"/>
          <ac:spMkLst>
            <pc:docMk/>
            <pc:sldMk cId="453325902" sldId="257"/>
            <ac:spMk id="11" creationId="{B68EB6A7-19EF-42BE-A200-9B732E69CC2F}"/>
          </ac:spMkLst>
        </pc:spChg>
        <pc:spChg chg="mod">
          <ac:chgData name="Aswathy Mohan" userId="8ec7b060-ec9d-4a76-a81c-f80212d9386c" providerId="ADAL" clId="{A2D8F3F3-AB79-5800-97AF-2AFE679C11CA}" dt="2026-09-30T08:13:44.967" v="77" actId="27636"/>
          <ac:spMkLst>
            <pc:docMk/>
            <pc:sldMk cId="453325902" sldId="257"/>
            <ac:spMk id="14" creationId="{493DB19C-CC62-4EDD-83C9-F774702EE37B}"/>
          </ac:spMkLst>
        </pc:spChg>
      </pc:sldChg>
      <pc:sldChg chg="modSp mod">
        <pc:chgData name="Aswathy Mohan" userId="8ec7b060-ec9d-4a76-a81c-f80212d9386c" providerId="ADAL" clId="{A2D8F3F3-AB79-5800-97AF-2AFE679C11CA}" dt="2026-09-30T08:13:44.974" v="91" actId="27636"/>
        <pc:sldMkLst>
          <pc:docMk/>
          <pc:sldMk cId="1906498525" sldId="258"/>
        </pc:sldMkLst>
        <pc:spChg chg="mod">
          <ac:chgData name="Aswathy Mohan" userId="8ec7b060-ec9d-4a76-a81c-f80212d9386c" providerId="ADAL" clId="{A2D8F3F3-AB79-5800-97AF-2AFE679C11CA}" dt="2026-09-30T08:13:44.974" v="91" actId="27636"/>
          <ac:spMkLst>
            <pc:docMk/>
            <pc:sldMk cId="1906498525" sldId="258"/>
            <ac:spMk id="2" creationId="{8861DDDB-0859-410E-BF75-9B219105EB8B}"/>
          </ac:spMkLst>
        </pc:spChg>
        <pc:spChg chg="mod">
          <ac:chgData name="Aswathy Mohan" userId="8ec7b060-ec9d-4a76-a81c-f80212d9386c" providerId="ADAL" clId="{A2D8F3F3-AB79-5800-97AF-2AFE679C11CA}" dt="2026-09-30T07:07:40.178" v="2" actId="255"/>
          <ac:spMkLst>
            <pc:docMk/>
            <pc:sldMk cId="1906498525" sldId="258"/>
            <ac:spMk id="3" creationId="{0C690BD0-5E6E-4141-BB6E-6EC2877953BA}"/>
          </ac:spMkLst>
        </pc:spChg>
        <pc:spChg chg="mod">
          <ac:chgData name="Aswathy Mohan" userId="8ec7b060-ec9d-4a76-a81c-f80212d9386c" providerId="ADAL" clId="{A2D8F3F3-AB79-5800-97AF-2AFE679C11CA}" dt="2026-09-30T08:13:44.973" v="89" actId="27636"/>
          <ac:spMkLst>
            <pc:docMk/>
            <pc:sldMk cId="1906498525" sldId="258"/>
            <ac:spMk id="4" creationId="{6075E745-64CA-4DA1-B970-494EC1F803FC}"/>
          </ac:spMkLst>
        </pc:spChg>
        <pc:spChg chg="mod">
          <ac:chgData name="Aswathy Mohan" userId="8ec7b060-ec9d-4a76-a81c-f80212d9386c" providerId="ADAL" clId="{A2D8F3F3-AB79-5800-97AF-2AFE679C11CA}" dt="2026-09-30T08:13:44.974" v="90" actId="27636"/>
          <ac:spMkLst>
            <pc:docMk/>
            <pc:sldMk cId="1906498525" sldId="258"/>
            <ac:spMk id="6" creationId="{F57E62EE-3F60-4AF4-8C29-8EC48C20E4C1}"/>
          </ac:spMkLst>
        </pc:spChg>
        <pc:spChg chg="mod">
          <ac:chgData name="Aswathy Mohan" userId="8ec7b060-ec9d-4a76-a81c-f80212d9386c" providerId="ADAL" clId="{A2D8F3F3-AB79-5800-97AF-2AFE679C11CA}" dt="2026-09-30T08:12:42.540" v="34" actId="14100"/>
          <ac:spMkLst>
            <pc:docMk/>
            <pc:sldMk cId="1906498525" sldId="258"/>
            <ac:spMk id="7" creationId="{CCE49A6E-E749-4A1A-99EC-E89689D6F7B8}"/>
          </ac:spMkLst>
        </pc:spChg>
        <pc:spChg chg="mod">
          <ac:chgData name="Aswathy Mohan" userId="8ec7b060-ec9d-4a76-a81c-f80212d9386c" providerId="ADAL" clId="{A2D8F3F3-AB79-5800-97AF-2AFE679C11CA}" dt="2026-09-30T08:13:44.973" v="88" actId="27636"/>
          <ac:spMkLst>
            <pc:docMk/>
            <pc:sldMk cId="1906498525" sldId="258"/>
            <ac:spMk id="9" creationId="{1EB44375-4DF0-4F68-9C95-DCB2467CC81B}"/>
          </ac:spMkLst>
        </pc:spChg>
      </pc:sldChg>
      <pc:sldChg chg="modSp mod ord">
        <pc:chgData name="Aswathy Mohan" userId="8ec7b060-ec9d-4a76-a81c-f80212d9386c" providerId="ADAL" clId="{A2D8F3F3-AB79-5800-97AF-2AFE679C11CA}" dt="2026-09-30T08:13:44.972" v="87" actId="27636"/>
        <pc:sldMkLst>
          <pc:docMk/>
          <pc:sldMk cId="1484103524" sldId="259"/>
        </pc:sldMkLst>
        <pc:spChg chg="mod">
          <ac:chgData name="Aswathy Mohan" userId="8ec7b060-ec9d-4a76-a81c-f80212d9386c" providerId="ADAL" clId="{A2D8F3F3-AB79-5800-97AF-2AFE679C11CA}" dt="2026-09-30T08:13:44.971" v="83" actId="27636"/>
          <ac:spMkLst>
            <pc:docMk/>
            <pc:sldMk cId="1484103524" sldId="259"/>
            <ac:spMk id="2" creationId="{C7424842-888D-4007-BDC2-A377AE5FEBA4}"/>
          </ac:spMkLst>
        </pc:spChg>
        <pc:spChg chg="mod">
          <ac:chgData name="Aswathy Mohan" userId="8ec7b060-ec9d-4a76-a81c-f80212d9386c" providerId="ADAL" clId="{A2D8F3F3-AB79-5800-97AF-2AFE679C11CA}" dt="2026-09-30T07:07:55.033" v="4" actId="255"/>
          <ac:spMkLst>
            <pc:docMk/>
            <pc:sldMk cId="1484103524" sldId="259"/>
            <ac:spMk id="3" creationId="{9ED3A3D8-68D7-46EF-B499-32DBCF862603}"/>
          </ac:spMkLst>
        </pc:spChg>
        <pc:spChg chg="mod">
          <ac:chgData name="Aswathy Mohan" userId="8ec7b060-ec9d-4a76-a81c-f80212d9386c" providerId="ADAL" clId="{A2D8F3F3-AB79-5800-97AF-2AFE679C11CA}" dt="2026-09-30T08:13:44.970" v="81" actId="27636"/>
          <ac:spMkLst>
            <pc:docMk/>
            <pc:sldMk cId="1484103524" sldId="259"/>
            <ac:spMk id="4" creationId="{7114AD5D-CB6D-4E19-9C60-9695FA653FC7}"/>
          </ac:spMkLst>
        </pc:spChg>
        <pc:spChg chg="mod">
          <ac:chgData name="Aswathy Mohan" userId="8ec7b060-ec9d-4a76-a81c-f80212d9386c" providerId="ADAL" clId="{A2D8F3F3-AB79-5800-97AF-2AFE679C11CA}" dt="2026-09-30T08:13:44.971" v="85" actId="27636"/>
          <ac:spMkLst>
            <pc:docMk/>
            <pc:sldMk cId="1484103524" sldId="259"/>
            <ac:spMk id="14" creationId="{F6002E30-CEEC-44A0-8286-13E325827C27}"/>
          </ac:spMkLst>
        </pc:spChg>
        <pc:spChg chg="mod">
          <ac:chgData name="Aswathy Mohan" userId="8ec7b060-ec9d-4a76-a81c-f80212d9386c" providerId="ADAL" clId="{A2D8F3F3-AB79-5800-97AF-2AFE679C11CA}" dt="2026-09-30T08:13:44.972" v="86" actId="27636"/>
          <ac:spMkLst>
            <pc:docMk/>
            <pc:sldMk cId="1484103524" sldId="259"/>
            <ac:spMk id="15" creationId="{3B742E83-6101-4FB8-A38C-AFBB0935FB86}"/>
          </ac:spMkLst>
        </pc:spChg>
        <pc:spChg chg="mod">
          <ac:chgData name="Aswathy Mohan" userId="8ec7b060-ec9d-4a76-a81c-f80212d9386c" providerId="ADAL" clId="{A2D8F3F3-AB79-5800-97AF-2AFE679C11CA}" dt="2026-09-30T08:13:44.970" v="82" actId="27636"/>
          <ac:spMkLst>
            <pc:docMk/>
            <pc:sldMk cId="1484103524" sldId="259"/>
            <ac:spMk id="16" creationId="{2BFB55F7-E2F8-4EF9-A8A1-364AC6E8CDFD}"/>
          </ac:spMkLst>
        </pc:spChg>
        <pc:spChg chg="mod">
          <ac:chgData name="Aswathy Mohan" userId="8ec7b060-ec9d-4a76-a81c-f80212d9386c" providerId="ADAL" clId="{A2D8F3F3-AB79-5800-97AF-2AFE679C11CA}" dt="2026-09-30T08:13:44.972" v="87" actId="27636"/>
          <ac:spMkLst>
            <pc:docMk/>
            <pc:sldMk cId="1484103524" sldId="259"/>
            <ac:spMk id="17" creationId="{D3C0BDC6-57E0-456C-8273-4F8F77E2AF86}"/>
          </ac:spMkLst>
        </pc:spChg>
        <pc:spChg chg="mod">
          <ac:chgData name="Aswathy Mohan" userId="8ec7b060-ec9d-4a76-a81c-f80212d9386c" providerId="ADAL" clId="{A2D8F3F3-AB79-5800-97AF-2AFE679C11CA}" dt="2026-09-30T08:13:44.971" v="84" actId="27636"/>
          <ac:spMkLst>
            <pc:docMk/>
            <pc:sldMk cId="1484103524" sldId="259"/>
            <ac:spMk id="19" creationId="{B784FDB5-7F46-4BC7-825F-36B665E915DB}"/>
          </ac:spMkLst>
        </pc:spChg>
      </pc:sldChg>
      <pc:sldChg chg="modSp mod">
        <pc:chgData name="Aswathy Mohan" userId="8ec7b060-ec9d-4a76-a81c-f80212d9386c" providerId="ADAL" clId="{A2D8F3F3-AB79-5800-97AF-2AFE679C11CA}" dt="2026-09-30T08:14:01.822" v="99" actId="27636"/>
        <pc:sldMkLst>
          <pc:docMk/>
          <pc:sldMk cId="701385983" sldId="260"/>
        </pc:sldMkLst>
        <pc:spChg chg="mod">
          <ac:chgData name="Aswathy Mohan" userId="8ec7b060-ec9d-4a76-a81c-f80212d9386c" providerId="ADAL" clId="{A2D8F3F3-AB79-5800-97AF-2AFE679C11CA}" dt="2026-09-30T08:13:44.975" v="93" actId="27636"/>
          <ac:spMkLst>
            <pc:docMk/>
            <pc:sldMk cId="701385983" sldId="260"/>
            <ac:spMk id="2" creationId="{1547B111-0C2F-49B4-AD29-D48E3AD10475}"/>
          </ac:spMkLst>
        </pc:spChg>
        <pc:spChg chg="mod">
          <ac:chgData name="Aswathy Mohan" userId="8ec7b060-ec9d-4a76-a81c-f80212d9386c" providerId="ADAL" clId="{A2D8F3F3-AB79-5800-97AF-2AFE679C11CA}" dt="2026-09-30T08:12:56.990" v="35" actId="255"/>
          <ac:spMkLst>
            <pc:docMk/>
            <pc:sldMk cId="701385983" sldId="260"/>
            <ac:spMk id="3" creationId="{174991A9-5443-4FFF-B6DA-F80CB7ACBD4B}"/>
          </ac:spMkLst>
        </pc:spChg>
        <pc:spChg chg="mod">
          <ac:chgData name="Aswathy Mohan" userId="8ec7b060-ec9d-4a76-a81c-f80212d9386c" providerId="ADAL" clId="{A2D8F3F3-AB79-5800-97AF-2AFE679C11CA}" dt="2026-09-30T08:13:44.975" v="92" actId="27636"/>
          <ac:spMkLst>
            <pc:docMk/>
            <pc:sldMk cId="701385983" sldId="260"/>
            <ac:spMk id="4" creationId="{CFFF54F2-AEB0-4ACC-B82D-F4AF45B5F7DC}"/>
          </ac:spMkLst>
        </pc:spChg>
        <pc:spChg chg="mod">
          <ac:chgData name="Aswathy Mohan" userId="8ec7b060-ec9d-4a76-a81c-f80212d9386c" providerId="ADAL" clId="{A2D8F3F3-AB79-5800-97AF-2AFE679C11CA}" dt="2026-09-30T08:14:01.821" v="98" actId="27636"/>
          <ac:spMkLst>
            <pc:docMk/>
            <pc:sldMk cId="701385983" sldId="260"/>
            <ac:spMk id="6" creationId="{37350354-F96A-4809-9ECC-ADC66F7771AD}"/>
          </ac:spMkLst>
        </pc:spChg>
        <pc:spChg chg="mod">
          <ac:chgData name="Aswathy Mohan" userId="8ec7b060-ec9d-4a76-a81c-f80212d9386c" providerId="ADAL" clId="{A2D8F3F3-AB79-5800-97AF-2AFE679C11CA}" dt="2026-09-30T08:12:18.532" v="32" actId="14100"/>
          <ac:spMkLst>
            <pc:docMk/>
            <pc:sldMk cId="701385983" sldId="260"/>
            <ac:spMk id="7" creationId="{FA955B7E-1825-4738-9479-1FB432173983}"/>
          </ac:spMkLst>
        </pc:spChg>
        <pc:spChg chg="mod">
          <ac:chgData name="Aswathy Mohan" userId="8ec7b060-ec9d-4a76-a81c-f80212d9386c" providerId="ADAL" clId="{A2D8F3F3-AB79-5800-97AF-2AFE679C11CA}" dt="2026-09-30T08:12:21.160" v="33" actId="20577"/>
          <ac:spMkLst>
            <pc:docMk/>
            <pc:sldMk cId="701385983" sldId="260"/>
            <ac:spMk id="8" creationId="{7549F07C-BBFC-43C1-8A2F-C8E41C20DC5D}"/>
          </ac:spMkLst>
        </pc:spChg>
        <pc:spChg chg="mod">
          <ac:chgData name="Aswathy Mohan" userId="8ec7b060-ec9d-4a76-a81c-f80212d9386c" providerId="ADAL" clId="{A2D8F3F3-AB79-5800-97AF-2AFE679C11CA}" dt="2026-09-30T08:14:01.822" v="99" actId="27636"/>
          <ac:spMkLst>
            <pc:docMk/>
            <pc:sldMk cId="701385983" sldId="260"/>
            <ac:spMk id="11" creationId="{C0BFFD9C-E13D-43EC-ABF4-98278BA9DA08}"/>
          </ac:spMkLst>
        </pc:spChg>
      </pc:sldChg>
      <pc:sldChg chg="modSp mod">
        <pc:chgData name="Aswathy Mohan" userId="8ec7b060-ec9d-4a76-a81c-f80212d9386c" providerId="ADAL" clId="{A2D8F3F3-AB79-5800-97AF-2AFE679C11CA}" dt="2026-09-30T08:13:44.943" v="42" actId="27636"/>
        <pc:sldMkLst>
          <pc:docMk/>
          <pc:sldMk cId="1150875497" sldId="261"/>
        </pc:sldMkLst>
        <pc:spChg chg="mod">
          <ac:chgData name="Aswathy Mohan" userId="8ec7b060-ec9d-4a76-a81c-f80212d9386c" providerId="ADAL" clId="{A2D8F3F3-AB79-5800-97AF-2AFE679C11CA}" dt="2026-09-30T08:13:44.943" v="40" actId="27636"/>
          <ac:spMkLst>
            <pc:docMk/>
            <pc:sldMk cId="1150875497" sldId="261"/>
            <ac:spMk id="2" creationId="{B8F740CA-E515-48EA-AB1A-2AEAAAA15FB5}"/>
          </ac:spMkLst>
        </pc:spChg>
        <pc:spChg chg="mod">
          <ac:chgData name="Aswathy Mohan" userId="8ec7b060-ec9d-4a76-a81c-f80212d9386c" providerId="ADAL" clId="{A2D8F3F3-AB79-5800-97AF-2AFE679C11CA}" dt="2026-09-30T08:13:44.943" v="41" actId="27636"/>
          <ac:spMkLst>
            <pc:docMk/>
            <pc:sldMk cId="1150875497" sldId="261"/>
            <ac:spMk id="3" creationId="{05D108C6-46E4-4FE6-B5BE-9A039870A641}"/>
          </ac:spMkLst>
        </pc:spChg>
        <pc:spChg chg="mod">
          <ac:chgData name="Aswathy Mohan" userId="8ec7b060-ec9d-4a76-a81c-f80212d9386c" providerId="ADAL" clId="{A2D8F3F3-AB79-5800-97AF-2AFE679C11CA}" dt="2026-09-30T08:13:44.942" v="39" actId="27636"/>
          <ac:spMkLst>
            <pc:docMk/>
            <pc:sldMk cId="1150875497" sldId="261"/>
            <ac:spMk id="4" creationId="{B8B48DED-8617-4745-8722-33595CC4364A}"/>
          </ac:spMkLst>
        </pc:spChg>
        <pc:spChg chg="mod">
          <ac:chgData name="Aswathy Mohan" userId="8ec7b060-ec9d-4a76-a81c-f80212d9386c" providerId="ADAL" clId="{A2D8F3F3-AB79-5800-97AF-2AFE679C11CA}" dt="2026-09-30T08:13:44.943" v="42" actId="27636"/>
          <ac:spMkLst>
            <pc:docMk/>
            <pc:sldMk cId="1150875497" sldId="261"/>
            <ac:spMk id="9" creationId="{4AD79D34-7AA7-4421-9AE8-A15C331561D1}"/>
          </ac:spMkLst>
        </pc:spChg>
      </pc:sldChg>
      <pc:sldChg chg="modSp mod">
        <pc:chgData name="Aswathy Mohan" userId="8ec7b060-ec9d-4a76-a81c-f80212d9386c" providerId="ADAL" clId="{A2D8F3F3-AB79-5800-97AF-2AFE679C11CA}" dt="2026-09-30T08:13:44.950" v="47" actId="27636"/>
        <pc:sldMkLst>
          <pc:docMk/>
          <pc:sldMk cId="1047348901" sldId="262"/>
        </pc:sldMkLst>
        <pc:spChg chg="mod">
          <ac:chgData name="Aswathy Mohan" userId="8ec7b060-ec9d-4a76-a81c-f80212d9386c" providerId="ADAL" clId="{A2D8F3F3-AB79-5800-97AF-2AFE679C11CA}" dt="2026-09-30T08:13:44.949" v="45" actId="27636"/>
          <ac:spMkLst>
            <pc:docMk/>
            <pc:sldMk cId="1047348901" sldId="262"/>
            <ac:spMk id="2" creationId="{4DC1EE76-6F72-432C-AB6B-1EAD01B7A7E6}"/>
          </ac:spMkLst>
        </pc:spChg>
        <pc:spChg chg="mod">
          <ac:chgData name="Aswathy Mohan" userId="8ec7b060-ec9d-4a76-a81c-f80212d9386c" providerId="ADAL" clId="{A2D8F3F3-AB79-5800-97AF-2AFE679C11CA}" dt="2026-09-30T08:13:44.950" v="46" actId="27636"/>
          <ac:spMkLst>
            <pc:docMk/>
            <pc:sldMk cId="1047348901" sldId="262"/>
            <ac:spMk id="3" creationId="{917B92DE-38E4-405E-94C9-C17C6AA0D01A}"/>
          </ac:spMkLst>
        </pc:spChg>
        <pc:spChg chg="mod">
          <ac:chgData name="Aswathy Mohan" userId="8ec7b060-ec9d-4a76-a81c-f80212d9386c" providerId="ADAL" clId="{A2D8F3F3-AB79-5800-97AF-2AFE679C11CA}" dt="2026-09-30T08:13:44.950" v="47" actId="27636"/>
          <ac:spMkLst>
            <pc:docMk/>
            <pc:sldMk cId="1047348901" sldId="262"/>
            <ac:spMk id="4" creationId="{AD3FB3BC-2D70-4180-8899-D230C8C0BE3E}"/>
          </ac:spMkLst>
        </pc:spChg>
        <pc:spChg chg="mod">
          <ac:chgData name="Aswathy Mohan" userId="8ec7b060-ec9d-4a76-a81c-f80212d9386c" providerId="ADAL" clId="{A2D8F3F3-AB79-5800-97AF-2AFE679C11CA}" dt="2026-09-30T08:13:44.949" v="44" actId="27636"/>
          <ac:spMkLst>
            <pc:docMk/>
            <pc:sldMk cId="1047348901" sldId="262"/>
            <ac:spMk id="8" creationId="{4246E985-A844-4041-893A-61F126F53193}"/>
          </ac:spMkLst>
        </pc:spChg>
        <pc:spChg chg="mod">
          <ac:chgData name="Aswathy Mohan" userId="8ec7b060-ec9d-4a76-a81c-f80212d9386c" providerId="ADAL" clId="{A2D8F3F3-AB79-5800-97AF-2AFE679C11CA}" dt="2026-09-30T08:13:44.949" v="43" actId="27636"/>
          <ac:spMkLst>
            <pc:docMk/>
            <pc:sldMk cId="1047348901" sldId="262"/>
            <ac:spMk id="11" creationId="{7A823E14-DD1B-4140-8531-6C728941CF34}"/>
          </ac:spMkLst>
        </pc:spChg>
      </pc:sldChg>
      <pc:sldChg chg="modSp mod">
        <pc:chgData name="Aswathy Mohan" userId="8ec7b060-ec9d-4a76-a81c-f80212d9386c" providerId="ADAL" clId="{A2D8F3F3-AB79-5800-97AF-2AFE679C11CA}" dt="2026-09-30T08:15:15.624" v="133" actId="1076"/>
        <pc:sldMkLst>
          <pc:docMk/>
          <pc:sldMk cId="917126552" sldId="263"/>
        </pc:sldMkLst>
        <pc:spChg chg="mod">
          <ac:chgData name="Aswathy Mohan" userId="8ec7b060-ec9d-4a76-a81c-f80212d9386c" providerId="ADAL" clId="{A2D8F3F3-AB79-5800-97AF-2AFE679C11CA}" dt="2026-09-30T08:13:44.952" v="49" actId="27636"/>
          <ac:spMkLst>
            <pc:docMk/>
            <pc:sldMk cId="917126552" sldId="263"/>
            <ac:spMk id="2" creationId="{47BE8C99-13A1-49F4-9E60-B76288EF9291}"/>
          </ac:spMkLst>
        </pc:spChg>
        <pc:spChg chg="mod">
          <ac:chgData name="Aswathy Mohan" userId="8ec7b060-ec9d-4a76-a81c-f80212d9386c" providerId="ADAL" clId="{A2D8F3F3-AB79-5800-97AF-2AFE679C11CA}" dt="2026-09-30T08:14:48.806" v="128" actId="255"/>
          <ac:spMkLst>
            <pc:docMk/>
            <pc:sldMk cId="917126552" sldId="263"/>
            <ac:spMk id="3" creationId="{DB4BEA91-D89F-4FF4-A38B-0647E1D0CE60}"/>
          </ac:spMkLst>
        </pc:spChg>
        <pc:spChg chg="mod">
          <ac:chgData name="Aswathy Mohan" userId="8ec7b060-ec9d-4a76-a81c-f80212d9386c" providerId="ADAL" clId="{A2D8F3F3-AB79-5800-97AF-2AFE679C11CA}" dt="2026-09-30T08:13:44.953" v="50" actId="27636"/>
          <ac:spMkLst>
            <pc:docMk/>
            <pc:sldMk cId="917126552" sldId="263"/>
            <ac:spMk id="4" creationId="{1A660C63-FF5F-4984-9973-3508C9DCF8D8}"/>
          </ac:spMkLst>
        </pc:spChg>
        <pc:spChg chg="mod">
          <ac:chgData name="Aswathy Mohan" userId="8ec7b060-ec9d-4a76-a81c-f80212d9386c" providerId="ADAL" clId="{A2D8F3F3-AB79-5800-97AF-2AFE679C11CA}" dt="2026-09-30T08:15:10.377" v="131" actId="1076"/>
          <ac:spMkLst>
            <pc:docMk/>
            <pc:sldMk cId="917126552" sldId="263"/>
            <ac:spMk id="11" creationId="{EB596671-0D97-478D-9489-A66E5507C304}"/>
          </ac:spMkLst>
        </pc:spChg>
        <pc:spChg chg="mod">
          <ac:chgData name="Aswathy Mohan" userId="8ec7b060-ec9d-4a76-a81c-f80212d9386c" providerId="ADAL" clId="{A2D8F3F3-AB79-5800-97AF-2AFE679C11CA}" dt="2026-09-30T08:15:12.681" v="132" actId="1076"/>
          <ac:spMkLst>
            <pc:docMk/>
            <pc:sldMk cId="917126552" sldId="263"/>
            <ac:spMk id="12" creationId="{B719F487-5C5B-4C16-8C78-C2506CAFCAE3}"/>
          </ac:spMkLst>
        </pc:spChg>
        <pc:spChg chg="mod">
          <ac:chgData name="Aswathy Mohan" userId="8ec7b060-ec9d-4a76-a81c-f80212d9386c" providerId="ADAL" clId="{A2D8F3F3-AB79-5800-97AF-2AFE679C11CA}" dt="2026-09-30T08:15:15.624" v="133" actId="1076"/>
          <ac:spMkLst>
            <pc:docMk/>
            <pc:sldMk cId="917126552" sldId="263"/>
            <ac:spMk id="13" creationId="{B78C5A46-5CE5-4AEA-9DEA-21AB36CC0E00}"/>
          </ac:spMkLst>
        </pc:spChg>
        <pc:spChg chg="mod">
          <ac:chgData name="Aswathy Mohan" userId="8ec7b060-ec9d-4a76-a81c-f80212d9386c" providerId="ADAL" clId="{A2D8F3F3-AB79-5800-97AF-2AFE679C11CA}" dt="2026-09-30T08:13:44.954" v="52" actId="27636"/>
          <ac:spMkLst>
            <pc:docMk/>
            <pc:sldMk cId="917126552" sldId="263"/>
            <ac:spMk id="15" creationId="{395AEACE-006B-494F-840B-0963F9A9D389}"/>
          </ac:spMkLst>
        </pc:spChg>
      </pc:sldChg>
      <pc:sldChg chg="modSp mod">
        <pc:chgData name="Aswathy Mohan" userId="8ec7b060-ec9d-4a76-a81c-f80212d9386c" providerId="ADAL" clId="{A2D8F3F3-AB79-5800-97AF-2AFE679C11CA}" dt="2026-09-30T08:15:30.178" v="134" actId="255"/>
        <pc:sldMkLst>
          <pc:docMk/>
          <pc:sldMk cId="1228953474" sldId="264"/>
        </pc:sldMkLst>
        <pc:spChg chg="mod">
          <ac:chgData name="Aswathy Mohan" userId="8ec7b060-ec9d-4a76-a81c-f80212d9386c" providerId="ADAL" clId="{A2D8F3F3-AB79-5800-97AF-2AFE679C11CA}" dt="2026-09-30T08:13:44.955" v="53" actId="27636"/>
          <ac:spMkLst>
            <pc:docMk/>
            <pc:sldMk cId="1228953474" sldId="264"/>
            <ac:spMk id="2" creationId="{B6D7274B-20B9-4349-89FB-7A8ED1729A1E}"/>
          </ac:spMkLst>
        </pc:spChg>
        <pc:spChg chg="mod">
          <ac:chgData name="Aswathy Mohan" userId="8ec7b060-ec9d-4a76-a81c-f80212d9386c" providerId="ADAL" clId="{A2D8F3F3-AB79-5800-97AF-2AFE679C11CA}" dt="2026-09-30T08:15:30.178" v="134" actId="255"/>
          <ac:spMkLst>
            <pc:docMk/>
            <pc:sldMk cId="1228953474" sldId="264"/>
            <ac:spMk id="3" creationId="{6EF65796-40FC-48D9-97B4-AC1150BA755B}"/>
          </ac:spMkLst>
        </pc:spChg>
        <pc:spChg chg="mod">
          <ac:chgData name="Aswathy Mohan" userId="8ec7b060-ec9d-4a76-a81c-f80212d9386c" providerId="ADAL" clId="{A2D8F3F3-AB79-5800-97AF-2AFE679C11CA}" dt="2026-09-30T08:13:44.956" v="55" actId="27636"/>
          <ac:spMkLst>
            <pc:docMk/>
            <pc:sldMk cId="1228953474" sldId="264"/>
            <ac:spMk id="4" creationId="{27FFA3CB-23CA-4A3B-B39A-7653D6C12CFC}"/>
          </ac:spMkLst>
        </pc:spChg>
      </pc:sldChg>
      <pc:sldChg chg="modSp mod">
        <pc:chgData name="Aswathy Mohan" userId="8ec7b060-ec9d-4a76-a81c-f80212d9386c" providerId="ADAL" clId="{A2D8F3F3-AB79-5800-97AF-2AFE679C11CA}" dt="2026-09-30T08:15:38.549" v="135" actId="255"/>
        <pc:sldMkLst>
          <pc:docMk/>
          <pc:sldMk cId="432306636" sldId="265"/>
        </pc:sldMkLst>
        <pc:spChg chg="mod">
          <ac:chgData name="Aswathy Mohan" userId="8ec7b060-ec9d-4a76-a81c-f80212d9386c" providerId="ADAL" clId="{A2D8F3F3-AB79-5800-97AF-2AFE679C11CA}" dt="2026-09-30T08:13:44.957" v="59" actId="27636"/>
          <ac:spMkLst>
            <pc:docMk/>
            <pc:sldMk cId="432306636" sldId="265"/>
            <ac:spMk id="2" creationId="{FC99D4C5-F034-4CAA-9F43-F3FE85DAC1D2}"/>
          </ac:spMkLst>
        </pc:spChg>
        <pc:spChg chg="mod">
          <ac:chgData name="Aswathy Mohan" userId="8ec7b060-ec9d-4a76-a81c-f80212d9386c" providerId="ADAL" clId="{A2D8F3F3-AB79-5800-97AF-2AFE679C11CA}" dt="2026-09-30T08:15:38.549" v="135" actId="255"/>
          <ac:spMkLst>
            <pc:docMk/>
            <pc:sldMk cId="432306636" sldId="265"/>
            <ac:spMk id="3" creationId="{0AB3758C-B24F-482C-A336-1BAB2FCA3363}"/>
          </ac:spMkLst>
        </pc:spChg>
        <pc:spChg chg="mod">
          <ac:chgData name="Aswathy Mohan" userId="8ec7b060-ec9d-4a76-a81c-f80212d9386c" providerId="ADAL" clId="{A2D8F3F3-AB79-5800-97AF-2AFE679C11CA}" dt="2026-09-30T08:13:44.957" v="57" actId="27636"/>
          <ac:spMkLst>
            <pc:docMk/>
            <pc:sldMk cId="432306636" sldId="265"/>
            <ac:spMk id="4" creationId="{182213BB-3E7B-42BB-8B50-01658D4E821E}"/>
          </ac:spMkLst>
        </pc:spChg>
        <pc:spChg chg="mod">
          <ac:chgData name="Aswathy Mohan" userId="8ec7b060-ec9d-4a76-a81c-f80212d9386c" providerId="ADAL" clId="{A2D8F3F3-AB79-5800-97AF-2AFE679C11CA}" dt="2026-09-30T08:13:44.956" v="56" actId="27636"/>
          <ac:spMkLst>
            <pc:docMk/>
            <pc:sldMk cId="432306636" sldId="265"/>
            <ac:spMk id="6" creationId="{AEBBF358-B579-49A2-9E5C-DD5E0EA495C2}"/>
          </ac:spMkLst>
        </pc:spChg>
        <pc:spChg chg="mod">
          <ac:chgData name="Aswathy Mohan" userId="8ec7b060-ec9d-4a76-a81c-f80212d9386c" providerId="ADAL" clId="{A2D8F3F3-AB79-5800-97AF-2AFE679C11CA}" dt="2026-09-30T08:13:44.957" v="58" actId="27636"/>
          <ac:spMkLst>
            <pc:docMk/>
            <pc:sldMk cId="432306636" sldId="265"/>
            <ac:spMk id="11" creationId="{D2705B12-38EC-4803-9ECC-F4A8F615FDC7}"/>
          </ac:spMkLst>
        </pc:spChg>
      </pc:sldChg>
      <pc:sldChg chg="modSp mod">
        <pc:chgData name="Aswathy Mohan" userId="8ec7b060-ec9d-4a76-a81c-f80212d9386c" providerId="ADAL" clId="{A2D8F3F3-AB79-5800-97AF-2AFE679C11CA}" dt="2026-09-30T08:13:44.960" v="66" actId="27636"/>
        <pc:sldMkLst>
          <pc:docMk/>
          <pc:sldMk cId="1550946073" sldId="266"/>
        </pc:sldMkLst>
        <pc:spChg chg="mod">
          <ac:chgData name="Aswathy Mohan" userId="8ec7b060-ec9d-4a76-a81c-f80212d9386c" providerId="ADAL" clId="{A2D8F3F3-AB79-5800-97AF-2AFE679C11CA}" dt="2026-09-30T08:13:44.959" v="61" actId="27636"/>
          <ac:spMkLst>
            <pc:docMk/>
            <pc:sldMk cId="1550946073" sldId="266"/>
            <ac:spMk id="2" creationId="{E3674686-9885-42FA-BDC7-BC1A67EDB7F1}"/>
          </ac:spMkLst>
        </pc:spChg>
        <pc:spChg chg="mod">
          <ac:chgData name="Aswathy Mohan" userId="8ec7b060-ec9d-4a76-a81c-f80212d9386c" providerId="ADAL" clId="{A2D8F3F3-AB79-5800-97AF-2AFE679C11CA}" dt="2026-09-30T08:13:44.959" v="62" actId="27636"/>
          <ac:spMkLst>
            <pc:docMk/>
            <pc:sldMk cId="1550946073" sldId="266"/>
            <ac:spMk id="3" creationId="{E63D623A-07DB-4998-8F37-5BD5592B0040}"/>
          </ac:spMkLst>
        </pc:spChg>
        <pc:spChg chg="mod">
          <ac:chgData name="Aswathy Mohan" userId="8ec7b060-ec9d-4a76-a81c-f80212d9386c" providerId="ADAL" clId="{A2D8F3F3-AB79-5800-97AF-2AFE679C11CA}" dt="2026-09-30T08:13:44.960" v="66" actId="27636"/>
          <ac:spMkLst>
            <pc:docMk/>
            <pc:sldMk cId="1550946073" sldId="266"/>
            <ac:spMk id="4" creationId="{667CA396-73F0-43A8-B649-486EB61A8137}"/>
          </ac:spMkLst>
        </pc:spChg>
        <pc:spChg chg="mod">
          <ac:chgData name="Aswathy Mohan" userId="8ec7b060-ec9d-4a76-a81c-f80212d9386c" providerId="ADAL" clId="{A2D8F3F3-AB79-5800-97AF-2AFE679C11CA}" dt="2026-09-30T08:13:44.959" v="63" actId="27636"/>
          <ac:spMkLst>
            <pc:docMk/>
            <pc:sldMk cId="1550946073" sldId="266"/>
            <ac:spMk id="6" creationId="{76A2B657-5EE4-4B3E-A209-F6FE30DA16BD}"/>
          </ac:spMkLst>
        </pc:spChg>
        <pc:spChg chg="mod">
          <ac:chgData name="Aswathy Mohan" userId="8ec7b060-ec9d-4a76-a81c-f80212d9386c" providerId="ADAL" clId="{A2D8F3F3-AB79-5800-97AF-2AFE679C11CA}" dt="2026-09-30T08:13:44.960" v="64" actId="27636"/>
          <ac:spMkLst>
            <pc:docMk/>
            <pc:sldMk cId="1550946073" sldId="266"/>
            <ac:spMk id="7" creationId="{5E73B9A6-A637-4699-92DB-F7DB70BE972E}"/>
          </ac:spMkLst>
        </pc:spChg>
        <pc:spChg chg="mod">
          <ac:chgData name="Aswathy Mohan" userId="8ec7b060-ec9d-4a76-a81c-f80212d9386c" providerId="ADAL" clId="{A2D8F3F3-AB79-5800-97AF-2AFE679C11CA}" dt="2026-09-30T08:13:44.960" v="65" actId="27636"/>
          <ac:spMkLst>
            <pc:docMk/>
            <pc:sldMk cId="1550946073" sldId="266"/>
            <ac:spMk id="8" creationId="{1D41EC45-1D69-4CC7-9CA9-D2C29FC90722}"/>
          </ac:spMkLst>
        </pc:spChg>
      </pc:sldChg>
      <pc:sldChg chg="modSp mod">
        <pc:chgData name="Aswathy Mohan" userId="8ec7b060-ec9d-4a76-a81c-f80212d9386c" providerId="ADAL" clId="{A2D8F3F3-AB79-5800-97AF-2AFE679C11CA}" dt="2026-09-30T08:15:57.641" v="136" actId="255"/>
        <pc:sldMkLst>
          <pc:docMk/>
          <pc:sldMk cId="553715401" sldId="267"/>
        </pc:sldMkLst>
        <pc:spChg chg="mod">
          <ac:chgData name="Aswathy Mohan" userId="8ec7b060-ec9d-4a76-a81c-f80212d9386c" providerId="ADAL" clId="{A2D8F3F3-AB79-5800-97AF-2AFE679C11CA}" dt="2026-09-30T08:13:44.963" v="67" actId="27636"/>
          <ac:spMkLst>
            <pc:docMk/>
            <pc:sldMk cId="553715401" sldId="267"/>
            <ac:spMk id="2" creationId="{12090D1C-88FF-4711-80E0-3C78361879DD}"/>
          </ac:spMkLst>
        </pc:spChg>
        <pc:spChg chg="mod">
          <ac:chgData name="Aswathy Mohan" userId="8ec7b060-ec9d-4a76-a81c-f80212d9386c" providerId="ADAL" clId="{A2D8F3F3-AB79-5800-97AF-2AFE679C11CA}" dt="2026-09-30T08:15:57.641" v="136" actId="255"/>
          <ac:spMkLst>
            <pc:docMk/>
            <pc:sldMk cId="553715401" sldId="267"/>
            <ac:spMk id="3" creationId="{006F9A8E-A010-45A2-94F0-72FA011F811B}"/>
          </ac:spMkLst>
        </pc:spChg>
        <pc:spChg chg="mod">
          <ac:chgData name="Aswathy Mohan" userId="8ec7b060-ec9d-4a76-a81c-f80212d9386c" providerId="ADAL" clId="{A2D8F3F3-AB79-5800-97AF-2AFE679C11CA}" dt="2026-09-30T08:13:44.964" v="70" actId="27636"/>
          <ac:spMkLst>
            <pc:docMk/>
            <pc:sldMk cId="553715401" sldId="267"/>
            <ac:spMk id="4" creationId="{638568E9-7140-4F06-8457-9E27B358A42F}"/>
          </ac:spMkLst>
        </pc:spChg>
        <pc:spChg chg="mod">
          <ac:chgData name="Aswathy Mohan" userId="8ec7b060-ec9d-4a76-a81c-f80212d9386c" providerId="ADAL" clId="{A2D8F3F3-AB79-5800-97AF-2AFE679C11CA}" dt="2026-09-30T08:13:44.964" v="71" actId="27636"/>
          <ac:spMkLst>
            <pc:docMk/>
            <pc:sldMk cId="553715401" sldId="267"/>
            <ac:spMk id="6" creationId="{DAB58127-B5AD-44CC-82AB-22E73F16774E}"/>
          </ac:spMkLst>
        </pc:spChg>
        <pc:spChg chg="mod">
          <ac:chgData name="Aswathy Mohan" userId="8ec7b060-ec9d-4a76-a81c-f80212d9386c" providerId="ADAL" clId="{A2D8F3F3-AB79-5800-97AF-2AFE679C11CA}" dt="2026-09-30T08:13:44.963" v="69" actId="27636"/>
          <ac:spMkLst>
            <pc:docMk/>
            <pc:sldMk cId="553715401" sldId="267"/>
            <ac:spMk id="9" creationId="{E37D1172-A502-4E76-B3A0-AB17C7C76084}"/>
          </ac:spMkLst>
        </pc:spChg>
        <pc:spChg chg="mod">
          <ac:chgData name="Aswathy Mohan" userId="8ec7b060-ec9d-4a76-a81c-f80212d9386c" providerId="ADAL" clId="{A2D8F3F3-AB79-5800-97AF-2AFE679C11CA}" dt="2026-09-30T08:13:44.964" v="72" actId="27636"/>
          <ac:spMkLst>
            <pc:docMk/>
            <pc:sldMk cId="553715401" sldId="267"/>
            <ac:spMk id="12" creationId="{656435EA-5B8C-4361-9D62-4C616F1E3A10}"/>
          </ac:spMkLst>
        </pc:spChg>
      </pc:sldChg>
      <pc:sldChg chg="addSp modSp new mod">
        <pc:chgData name="Aswathy Mohan" userId="8ec7b060-ec9d-4a76-a81c-f80212d9386c" providerId="ADAL" clId="{A2D8F3F3-AB79-5800-97AF-2AFE679C11CA}" dt="2026-09-30T08:14:13.120" v="127" actId="20577"/>
        <pc:sldMkLst>
          <pc:docMk/>
          <pc:sldMk cId="1838945011" sldId="268"/>
        </pc:sldMkLst>
        <pc:spChg chg="add mod">
          <ac:chgData name="Aswathy Mohan" userId="8ec7b060-ec9d-4a76-a81c-f80212d9386c" providerId="ADAL" clId="{A2D8F3F3-AB79-5800-97AF-2AFE679C11CA}" dt="2026-09-30T08:13:48.205" v="96" actId="207"/>
          <ac:spMkLst>
            <pc:docMk/>
            <pc:sldMk cId="1838945011" sldId="268"/>
            <ac:spMk id="4" creationId="{4352E0F9-F8F0-55CE-A31A-708D83501197}"/>
          </ac:spMkLst>
        </pc:spChg>
        <pc:spChg chg="add mod">
          <ac:chgData name="Aswathy Mohan" userId="8ec7b060-ec9d-4a76-a81c-f80212d9386c" providerId="ADAL" clId="{A2D8F3F3-AB79-5800-97AF-2AFE679C11CA}" dt="2026-09-30T08:14:13.120" v="127" actId="20577"/>
          <ac:spMkLst>
            <pc:docMk/>
            <pc:sldMk cId="1838945011" sldId="268"/>
            <ac:spMk id="5" creationId="{47E3B1C6-0793-D155-2CB4-9D1E01C74650}"/>
          </ac:spMkLst>
        </pc:spChg>
        <pc:picChg chg="add mod">
          <ac:chgData name="Aswathy Mohan" userId="8ec7b060-ec9d-4a76-a81c-f80212d9386c" providerId="ADAL" clId="{A2D8F3F3-AB79-5800-97AF-2AFE679C11CA}" dt="2026-09-30T08:13:35.661" v="37" actId="1076"/>
          <ac:picMkLst>
            <pc:docMk/>
            <pc:sldMk cId="1838945011" sldId="268"/>
            <ac:picMk id="3" creationId="{AA19AF66-5E01-3972-5693-0429E68B5F6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2587D33-9A0C-47C9-BF7F-B7B00C943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5F82601-15EF-47DF-86C1-5FADAD40B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28A387F-4B5F-4E77-8BB7-40182B6E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402E34-394B-4BF1-A8D2-CA98529B6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099C42F-2D46-4E34-BAF4-EE436D5D8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0655E1A-A439-4AAE-8C90-E7EC65ED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7FBE1F2-0A6D-4FA0-8987-DADD95BCE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6F4EA89-3835-406F-8AE5-2AD99BB7539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C30D761-A184-4CF0-9BBC-05F3AC36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C5272F2-E36A-4B21-AEA6-AF3F6C3AA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4A7B14-3E42-4726-A2D7-E13C8516CFA2}"/>
              </a:ext>
            </a:extLst>
          </p:cNvPr>
          <p:cNvSpPr>
            <a:spLocks noGrp="1"/>
          </p:cNvSpPr>
          <p:nvPr/>
        </p:nvSpPr>
        <p:spPr>
          <a:xfrm>
            <a:off x="2333625" y="2686050"/>
            <a:ext cx="9858375" cy="781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AECFBF-B971-4C5F-A768-B5C95F18E61C}"/>
              </a:ext>
            </a:extLst>
          </p:cNvPr>
          <p:cNvSpPr>
            <a:spLocks noGrp="1"/>
          </p:cNvSpPr>
          <p:nvPr/>
        </p:nvSpPr>
        <p:spPr>
          <a:xfrm>
            <a:off x="2505075" y="2771775"/>
            <a:ext cx="3905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035" lnSpcReduction="10000"/>
          </a:bodyPr>
          <a:lstStyle/>
          <a:p>
            <a:pPr algn="l">
              <a:defRPr sz="3975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75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Unit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ED7049-422E-40CC-B0AE-1B5261BDB0B7}"/>
              </a:ext>
            </a:extLst>
          </p:cNvPr>
          <p:cNvSpPr>
            <a:spLocks noGrp="1"/>
          </p:cNvSpPr>
          <p:nvPr/>
        </p:nvSpPr>
        <p:spPr>
          <a:xfrm>
            <a:off x="1619250" y="809625"/>
            <a:ext cx="93345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Facade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7F73C-CB11-48A4-ABCA-F7580DD4ACF5}"/>
              </a:ext>
            </a:extLst>
          </p:cNvPr>
          <p:cNvSpPr>
            <a:spLocks noGrp="1"/>
          </p:cNvSpPr>
          <p:nvPr/>
        </p:nvSpPr>
        <p:spPr>
          <a:xfrm>
            <a:off x="1828800" y="179070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 simple interface to a complex subsystem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69FA6-D794-4B84-8D1D-CB0B7398218A}"/>
              </a:ext>
            </a:extLst>
          </p:cNvPr>
          <p:cNvSpPr>
            <a:spLocks noGrp="1"/>
          </p:cNvSpPr>
          <p:nvPr/>
        </p:nvSpPr>
        <p:spPr>
          <a:xfrm>
            <a:off x="2705100" y="4657725"/>
            <a:ext cx="6838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ctr">
              <a:defRPr sz="187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 structural pattern</a:t>
            </a:r>
          </a:p>
        </p:txBody>
      </p:sp>
    </p:spTree>
    <p:extLst>
      <p:ext uri="{BB962C8B-B14F-4D97-AF65-F5344CB8AC3E}">
        <p14:creationId xmlns:p14="http://schemas.microsoft.com/office/powerpoint/2010/main" val="92420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3336A1-145C-4777-8560-9C44DD75E432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0822BD-C037-48FB-A181-C2372C6C4A94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Facade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B9480-E5BF-49F3-B20D-579572E31F2B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13B7C1-A4F8-42A7-872F-3A8465AB65DE}"/>
              </a:ext>
            </a:extLst>
          </p:cNvPr>
          <p:cNvSpPr>
            <a:spLocks noGrp="1"/>
          </p:cNvSpPr>
          <p:nvPr/>
        </p:nvSpPr>
        <p:spPr>
          <a:xfrm>
            <a:off x="638175" y="1076325"/>
            <a:ext cx="6667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According to the Gang of Four (GoF)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A161A6-CD1B-4F40-9114-4A02736B2EB7}"/>
              </a:ext>
            </a:extLst>
          </p:cNvPr>
          <p:cNvSpPr>
            <a:spLocks noGrp="1"/>
          </p:cNvSpPr>
          <p:nvPr/>
        </p:nvSpPr>
        <p:spPr>
          <a:xfrm>
            <a:off x="638175" y="1438275"/>
            <a:ext cx="108966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Provide a unified interface to a set of interfaces in a subsystem. A facade defines a higher-level interface that makes the subsystem easier to use.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8A60D-90E1-4626-8328-F038E0C4775A}"/>
              </a:ext>
            </a:extLst>
          </p:cNvPr>
          <p:cNvSpPr>
            <a:spLocks noGrp="1"/>
          </p:cNvSpPr>
          <p:nvPr/>
        </p:nvSpPr>
        <p:spPr>
          <a:xfrm>
            <a:off x="638175" y="2543175"/>
            <a:ext cx="5048250" cy="17526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350E83-7D25-4F06-9AA2-1A9DC41CA873}"/>
              </a:ext>
            </a:extLst>
          </p:cNvPr>
          <p:cNvSpPr>
            <a:spLocks noGrp="1"/>
          </p:cNvSpPr>
          <p:nvPr/>
        </p:nvSpPr>
        <p:spPr>
          <a:xfrm>
            <a:off x="790575" y="265747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Simple definition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053C6A-859D-4F4C-96CB-6F92119F3720}"/>
              </a:ext>
            </a:extLst>
          </p:cNvPr>
          <p:cNvSpPr>
            <a:spLocks noGrp="1"/>
          </p:cNvSpPr>
          <p:nvPr/>
        </p:nvSpPr>
        <p:spPr>
          <a:xfrm>
            <a:off x="790575" y="3076575"/>
            <a:ext cx="4695825" cy="1019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client makes one meaningful request. The facade coordinates the subsystem objects and their call order.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EAB1A-9422-4E60-BB91-38ECC81027C2}"/>
              </a:ext>
            </a:extLst>
          </p:cNvPr>
          <p:cNvSpPr>
            <a:spLocks noGrp="1"/>
          </p:cNvSpPr>
          <p:nvPr/>
        </p:nvSpPr>
        <p:spPr>
          <a:xfrm>
            <a:off x="5943600" y="2543175"/>
            <a:ext cx="5591175" cy="17526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8EB6A7-19EF-42BE-A200-9B732E69CC2F}"/>
              </a:ext>
            </a:extLst>
          </p:cNvPr>
          <p:cNvSpPr>
            <a:spLocks noGrp="1"/>
          </p:cNvSpPr>
          <p:nvPr/>
        </p:nvSpPr>
        <p:spPr>
          <a:xfrm>
            <a:off x="6096000" y="265747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Real-life examples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6BAEA5-B11F-4647-A111-35F870F3ACE7}"/>
              </a:ext>
            </a:extLst>
          </p:cNvPr>
          <p:cNvSpPr>
            <a:spLocks noGrp="1"/>
          </p:cNvSpPr>
          <p:nvPr/>
        </p:nvSpPr>
        <p:spPr>
          <a:xfrm>
            <a:off x="6096000" y="3048000"/>
            <a:ext cx="5143500" cy="1133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Home theater: watchMovie()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Compiler: compile()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Checkout: placeOrder()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8EF113-A330-4A07-B5FE-A0263C2A0C68}"/>
              </a:ext>
            </a:extLst>
          </p:cNvPr>
          <p:cNvSpPr>
            <a:spLocks noGrp="1"/>
          </p:cNvSpPr>
          <p:nvPr/>
        </p:nvSpPr>
        <p:spPr>
          <a:xfrm>
            <a:off x="638175" y="4543425"/>
            <a:ext cx="10896600" cy="1485900"/>
          </a:xfrm>
          <a:prstGeom prst="rect">
            <a:avLst/>
          </a:prstGeom>
          <a:solidFill>
            <a:srgbClr val="EACB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3DB19C-CC62-4EDD-83C9-F774702EE37B}"/>
              </a:ext>
            </a:extLst>
          </p:cNvPr>
          <p:cNvSpPr>
            <a:spLocks noGrp="1"/>
          </p:cNvSpPr>
          <p:nvPr/>
        </p:nvSpPr>
        <p:spPr>
          <a:xfrm>
            <a:off x="800100" y="4657725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Motivation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1F347-B93E-4883-84D4-7FF0053B9711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287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Many classes and repeated setup steps  →  one common task method  →  simpler client code</a:t>
            </a:r>
          </a:p>
        </p:txBody>
      </p:sp>
    </p:spTree>
    <p:extLst>
      <p:ext uri="{BB962C8B-B14F-4D97-AF65-F5344CB8AC3E}">
        <p14:creationId xmlns:p14="http://schemas.microsoft.com/office/powerpoint/2010/main" val="453325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4B5CB38-A4D0-434D-A46D-1888E9783FCF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424842-888D-4007-BDC2-A377AE5FEBA4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Structure and Participants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3A3D8-68D7-46EF-B499-32DBCF862603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14AD5D-CB6D-4E19-9C60-9695FA653FC7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29C967-D249-49BB-91B9-2C4BE14FC4F2}"/>
              </a:ext>
            </a:extLst>
          </p:cNvPr>
          <p:cNvSpPr>
            <a:spLocks noGrp="1"/>
          </p:cNvSpPr>
          <p:nvPr/>
        </p:nvSpPr>
        <p:spPr>
          <a:xfrm>
            <a:off x="600075" y="1933575"/>
            <a:ext cx="1924050" cy="857250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6D2AFA-69F9-464E-9B4D-833458E7EB62}"/>
              </a:ext>
            </a:extLst>
          </p:cNvPr>
          <p:cNvSpPr>
            <a:spLocks noGrp="1"/>
          </p:cNvSpPr>
          <p:nvPr/>
        </p:nvSpPr>
        <p:spPr>
          <a:xfrm>
            <a:off x="676275" y="1990725"/>
            <a:ext cx="17716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A24688-44E1-4720-93C7-3C97177F0265}"/>
              </a:ext>
            </a:extLst>
          </p:cNvPr>
          <p:cNvSpPr>
            <a:spLocks noGrp="1"/>
          </p:cNvSpPr>
          <p:nvPr/>
        </p:nvSpPr>
        <p:spPr>
          <a:xfrm>
            <a:off x="3905250" y="1800225"/>
            <a:ext cx="2857500" cy="1143000"/>
          </a:xfrm>
          <a:prstGeom prst="rect">
            <a:avLst/>
          </a:prstGeom>
          <a:solidFill>
            <a:srgbClr val="EACBE7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407E09-B774-4955-9DC8-259F242E28DA}"/>
              </a:ext>
            </a:extLst>
          </p:cNvPr>
          <p:cNvSpPr>
            <a:spLocks noGrp="1"/>
          </p:cNvSpPr>
          <p:nvPr/>
        </p:nvSpPr>
        <p:spPr>
          <a:xfrm>
            <a:off x="3981450" y="1857375"/>
            <a:ext cx="27051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Facade</a:t>
            </a:r>
          </a:p>
          <a:p>
            <a:pPr algn="ctr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common task method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004069-A7A5-4BA3-BD9D-F1A4D33B06A6}"/>
              </a:ext>
            </a:extLst>
          </p:cNvPr>
          <p:cNvSpPr>
            <a:spLocks noGrp="1"/>
          </p:cNvSpPr>
          <p:nvPr/>
        </p:nvSpPr>
        <p:spPr>
          <a:xfrm>
            <a:off x="8153400" y="1800225"/>
            <a:ext cx="3333750" cy="1143000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6CCB4-608A-4A4F-8BB2-0892232F4862}"/>
              </a:ext>
            </a:extLst>
          </p:cNvPr>
          <p:cNvSpPr>
            <a:spLocks noGrp="1"/>
          </p:cNvSpPr>
          <p:nvPr/>
        </p:nvSpPr>
        <p:spPr>
          <a:xfrm>
            <a:off x="8229600" y="1857375"/>
            <a:ext cx="31813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Subsystem classes</a:t>
            </a:r>
          </a:p>
          <a:p>
            <a:pPr algn="ctr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independent services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C9A4A3-22AC-42CC-AB66-C62FB23562B0}"/>
              </a:ext>
            </a:extLst>
          </p:cNvPr>
          <p:cNvSpPr>
            <a:spLocks noGrp="1"/>
          </p:cNvSpPr>
          <p:nvPr/>
        </p:nvSpPr>
        <p:spPr>
          <a:xfrm>
            <a:off x="2524125" y="2362200"/>
            <a:ext cx="13811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78B61A-E2E0-4786-AD1F-BD4BC2BED362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1390650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F75290-E3C6-4907-A1E0-5235BD402763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0877550" cy="2619375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002E30-CEEC-44A0-8286-13E325827C27}"/>
              </a:ext>
            </a:extLst>
          </p:cNvPr>
          <p:cNvSpPr>
            <a:spLocks noGrp="1"/>
          </p:cNvSpPr>
          <p:nvPr/>
        </p:nvSpPr>
        <p:spPr>
          <a:xfrm>
            <a:off x="781050" y="3495675"/>
            <a:ext cx="6667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Responsibilities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742E83-6101-4FB8-A38C-AFBB0935FB86}"/>
              </a:ext>
            </a:extLst>
          </p:cNvPr>
          <p:cNvSpPr>
            <a:spLocks noGrp="1"/>
          </p:cNvSpPr>
          <p:nvPr/>
        </p:nvSpPr>
        <p:spPr>
          <a:xfrm>
            <a:off x="819150" y="3971925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85" lnSpcReduction="10000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FB55F7-E2F8-4EF9-A8A1-364AC6E8CDFD}"/>
              </a:ext>
            </a:extLst>
          </p:cNvPr>
          <p:cNvSpPr>
            <a:spLocks noGrp="1"/>
          </p:cNvSpPr>
          <p:nvPr/>
        </p:nvSpPr>
        <p:spPr>
          <a:xfrm>
            <a:off x="2438400" y="3971925"/>
            <a:ext cx="85725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636" lnSpcReduction="10000"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Calls the facade for common tasks.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C0BDC6-57E0-456C-8273-4F8F77E2AF86}"/>
              </a:ext>
            </a:extLst>
          </p:cNvPr>
          <p:cNvSpPr>
            <a:spLocks noGrp="1"/>
          </p:cNvSpPr>
          <p:nvPr/>
        </p:nvSpPr>
        <p:spPr>
          <a:xfrm>
            <a:off x="819150" y="4505325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85" lnSpcReduction="10000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Facade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41FAA5-DE96-4906-BB79-EFE771C86D7C}"/>
              </a:ext>
            </a:extLst>
          </p:cNvPr>
          <p:cNvSpPr>
            <a:spLocks noGrp="1"/>
          </p:cNvSpPr>
          <p:nvPr/>
        </p:nvSpPr>
        <p:spPr>
          <a:xfrm>
            <a:off x="2438400" y="4505325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Creates or holds subsystem objects and coordinates them.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84FDB5-7F46-4BC7-825F-36B665E915DB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85" lnSpcReduction="10000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Subsystem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35B5C5-9613-4119-B938-AA855A7675E3}"/>
              </a:ext>
            </a:extLst>
          </p:cNvPr>
          <p:cNvSpPr>
            <a:spLocks noGrp="1"/>
          </p:cNvSpPr>
          <p:nvPr/>
        </p:nvSpPr>
        <p:spPr>
          <a:xfrm>
            <a:off x="2438400" y="5219700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Performs the actual low-level work. Advanced clients may call it directly.</a:t>
            </a:r>
          </a:p>
        </p:txBody>
      </p:sp>
    </p:spTree>
    <p:extLst>
      <p:ext uri="{BB962C8B-B14F-4D97-AF65-F5344CB8AC3E}">
        <p14:creationId xmlns:p14="http://schemas.microsoft.com/office/powerpoint/2010/main" val="148410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7E39D1D-0271-4942-AA53-50442129769D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61DDDB-0859-410E-BF75-9B219105EB8B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Why the Existing Design Fails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690BD0-5E6E-4141-BB6E-6EC2877953BA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75E745-64CA-4DA1-B970-494EC1F803F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1D9CDD-5420-4DD1-A6A4-774E2C17874B}"/>
              </a:ext>
            </a:extLst>
          </p:cNvPr>
          <p:cNvSpPr>
            <a:spLocks noGrp="1"/>
          </p:cNvSpPr>
          <p:nvPr/>
        </p:nvSpPr>
        <p:spPr>
          <a:xfrm>
            <a:off x="619125" y="1228725"/>
            <a:ext cx="5076825" cy="44958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7E62EE-3F60-4AF4-8C29-8EC48C20E4C1}"/>
              </a:ext>
            </a:extLst>
          </p:cNvPr>
          <p:cNvSpPr>
            <a:spLocks noGrp="1"/>
          </p:cNvSpPr>
          <p:nvPr/>
        </p:nvSpPr>
        <p:spPr>
          <a:xfrm>
            <a:off x="790575" y="1390650"/>
            <a:ext cx="46482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410" lnSpcReduction="10000"/>
          </a:bodyPr>
          <a:lstStyle/>
          <a:p>
            <a:pPr algn="l">
              <a:defRPr sz="19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Problems without Facade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E49A6E-E749-4A1A-99EC-E89689D6F7B8}"/>
              </a:ext>
            </a:extLst>
          </p:cNvPr>
          <p:cNvSpPr>
            <a:spLocks noGrp="1"/>
          </p:cNvSpPr>
          <p:nvPr/>
        </p:nvSpPr>
        <p:spPr>
          <a:xfrm>
            <a:off x="809625" y="2019300"/>
            <a:ext cx="4657725" cy="3219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Clients know too many subsystem classes</a:t>
            </a:r>
          </a:p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Every client repeats the setup sequence</a:t>
            </a:r>
          </a:p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Call order is easy to get wrong</a:t>
            </a:r>
          </a:p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Subsystem changes affect many clients</a:t>
            </a:r>
          </a:p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Testing the workflow becomes harder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BF737B-52A6-435C-AA57-A50FCE71118B}"/>
              </a:ext>
            </a:extLst>
          </p:cNvPr>
          <p:cNvSpPr>
            <a:spLocks noGrp="1"/>
          </p:cNvSpPr>
          <p:nvPr/>
        </p:nvSpPr>
        <p:spPr>
          <a:xfrm>
            <a:off x="5981700" y="1228725"/>
            <a:ext cx="5591175" cy="44958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B44375-4DF0-4F68-9C95-DCB2467CC81B}"/>
              </a:ext>
            </a:extLst>
          </p:cNvPr>
          <p:cNvSpPr>
            <a:spLocks noGrp="1"/>
          </p:cNvSpPr>
          <p:nvPr/>
        </p:nvSpPr>
        <p:spPr>
          <a:xfrm>
            <a:off x="6162675" y="139065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 lnSpcReduction="1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Home theater without Facade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177D5-9DA7-41A9-9829-3A14B3191698}"/>
              </a:ext>
            </a:extLst>
          </p:cNvPr>
          <p:cNvSpPr>
            <a:spLocks noGrp="1"/>
          </p:cNvSpPr>
          <p:nvPr/>
        </p:nvSpPr>
        <p:spPr>
          <a:xfrm>
            <a:off x="6172200" y="1914525"/>
            <a:ext cx="5191125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BD3245-22B5-455A-A548-610A038DBDC4}"/>
              </a:ext>
            </a:extLst>
          </p:cNvPr>
          <p:cNvSpPr>
            <a:spLocks noGrp="1"/>
          </p:cNvSpPr>
          <p:nvPr/>
        </p:nvSpPr>
        <p:spPr>
          <a:xfrm>
            <a:off x="6343650" y="2019300"/>
            <a:ext cx="4848225" cy="2533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popper.on(); popper.pop();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lights.dim(10); screen.down();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projector.on();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projector.wideScreenMode();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amp.on(); amp.setDvd(dvd);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amp.setSurroundSound();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amp.setVolume(5);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dvd.on(); dvd.play(movie);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53C46-00F3-4CE9-BFD2-9CBE56D037F0}"/>
              </a:ext>
            </a:extLst>
          </p:cNvPr>
          <p:cNvSpPr>
            <a:spLocks noGrp="1"/>
          </p:cNvSpPr>
          <p:nvPr/>
        </p:nvSpPr>
        <p:spPr>
          <a:xfrm>
            <a:off x="6172200" y="4829175"/>
            <a:ext cx="51911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242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same sequence would appear in every client that starts a movie.</a:t>
            </a:r>
          </a:p>
        </p:txBody>
      </p:sp>
    </p:spTree>
    <p:extLst>
      <p:ext uri="{BB962C8B-B14F-4D97-AF65-F5344CB8AC3E}">
        <p14:creationId xmlns:p14="http://schemas.microsoft.com/office/powerpoint/2010/main" val="1906498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EF59B05-1A94-484E-97B7-188EBC808A64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47B111-0C2F-49B4-AD29-D48E3AD10475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Home Theater: One Call, Many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991A9-5443-4FFF-B6DA-F80CB7ACBD4B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F54F2-AEB0-4ACC-B82D-F4AF45B5F7D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ACA0EF-3FB8-4E00-80FB-C1ACE93C76FC}"/>
              </a:ext>
            </a:extLst>
          </p:cNvPr>
          <p:cNvSpPr>
            <a:spLocks noGrp="1"/>
          </p:cNvSpPr>
          <p:nvPr/>
        </p:nvSpPr>
        <p:spPr>
          <a:xfrm>
            <a:off x="628650" y="1266825"/>
            <a:ext cx="5124450" cy="42195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50354-F96A-4809-9ECC-ADC66F7771AD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45720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83" lnSpcReduction="1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Client 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55B7E-1825-4738-9479-1FB432173983}"/>
              </a:ext>
            </a:extLst>
          </p:cNvPr>
          <p:cNvSpPr>
            <a:spLocks noGrp="1"/>
          </p:cNvSpPr>
          <p:nvPr/>
        </p:nvSpPr>
        <p:spPr>
          <a:xfrm>
            <a:off x="676275" y="2028824"/>
            <a:ext cx="5124450" cy="8477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49F07C-BBFC-43C1-8A2F-C8E41C20DC5D}"/>
              </a:ext>
            </a:extLst>
          </p:cNvPr>
          <p:cNvSpPr>
            <a:spLocks noGrp="1"/>
          </p:cNvSpPr>
          <p:nvPr/>
        </p:nvSpPr>
        <p:spPr>
          <a:xfrm>
            <a:off x="676275" y="2176462"/>
            <a:ext cx="49720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homeTheater.watchMovie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("</a:t>
            </a:r>
            <a:r>
              <a:rPr lang="en-US"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The Avengers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");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7FCD10-5736-4D2E-A257-00DD97EA1E4E}"/>
              </a:ext>
            </a:extLst>
          </p:cNvPr>
          <p:cNvSpPr>
            <a:spLocks noGrp="1"/>
          </p:cNvSpPr>
          <p:nvPr/>
        </p:nvSpPr>
        <p:spPr>
          <a:xfrm>
            <a:off x="800100" y="3257550"/>
            <a:ext cx="4667250" cy="1543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client chooses the movie and asks to watch it. The facade owns the setup sequence.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62954-14B5-4866-A001-ECA3473E8481}"/>
              </a:ext>
            </a:extLst>
          </p:cNvPr>
          <p:cNvSpPr>
            <a:spLocks noGrp="1"/>
          </p:cNvSpPr>
          <p:nvPr/>
        </p:nvSpPr>
        <p:spPr>
          <a:xfrm>
            <a:off x="6000750" y="1266825"/>
            <a:ext cx="5543550" cy="4219575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FFD9C-E13D-43EC-ABF4-98278BA9DA08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83" lnSpcReduction="10000"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Facade workflow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E11450-14C6-4CDF-9ED6-8EB3E41BEF9E}"/>
              </a:ext>
            </a:extLst>
          </p:cNvPr>
          <p:cNvSpPr>
            <a:spLocks noGrp="1"/>
          </p:cNvSpPr>
          <p:nvPr/>
        </p:nvSpPr>
        <p:spPr>
          <a:xfrm>
            <a:off x="6181725" y="1914525"/>
            <a:ext cx="5010150" cy="3105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  Start popper and pop corn</a:t>
            </a:r>
          </a:p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  Dim lights and lower screen</a:t>
            </a:r>
          </a:p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  Start projector and choose mode</a:t>
            </a:r>
          </a:p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  Configure amplifier and DVD player</a:t>
            </a:r>
          </a:p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5  Play the requested movie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CAACDA-98EC-4058-AC3B-8BDDF3C5B060}"/>
              </a:ext>
            </a:extLst>
          </p:cNvPr>
          <p:cNvSpPr>
            <a:spLocks noGrp="1"/>
          </p:cNvSpPr>
          <p:nvPr/>
        </p:nvSpPr>
        <p:spPr>
          <a:xfrm>
            <a:off x="742950" y="5743575"/>
            <a:ext cx="10477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One client call triggers a coordinated sequence.</a:t>
            </a:r>
          </a:p>
        </p:txBody>
      </p:sp>
    </p:spTree>
    <p:extLst>
      <p:ext uri="{BB962C8B-B14F-4D97-AF65-F5344CB8AC3E}">
        <p14:creationId xmlns:p14="http://schemas.microsoft.com/office/powerpoint/2010/main" val="701385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9AF66-5E01-3972-5693-0429E68B5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579" y="738058"/>
            <a:ext cx="6733144" cy="59415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52E0F9-F8F0-55CE-A31A-708D83501197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E3B1C6-0793-D155-2CB4-9D1E01C74650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Home Theater: </a:t>
            </a:r>
            <a:r>
              <a:rPr lang="en-US" sz="30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Class Diagram</a:t>
            </a:r>
            <a:endParaRPr sz="3000" b="0" dirty="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894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FA5A38-F4A2-4D36-9742-3AA5431F4037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F740CA-E515-48EA-AB1A-2AEAAAA15FB5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Home Theater: Facade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D108C6-46E4-4FE6-B5BE-9A039870A641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48DED-8617-4745-8722-33595CC4364A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CC2006-53FF-4329-8336-F7824D017EA3}"/>
              </a:ext>
            </a:extLst>
          </p:cNvPr>
          <p:cNvSpPr>
            <a:spLocks noGrp="1"/>
          </p:cNvSpPr>
          <p:nvPr/>
        </p:nvSpPr>
        <p:spPr>
          <a:xfrm>
            <a:off x="619125" y="1162050"/>
            <a:ext cx="5753100" cy="48101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4CEB24-D7CC-4854-BE70-46FAF6D78138}"/>
              </a:ext>
            </a:extLst>
          </p:cNvPr>
          <p:cNvSpPr>
            <a:spLocks noGrp="1"/>
          </p:cNvSpPr>
          <p:nvPr/>
        </p:nvSpPr>
        <p:spPr>
          <a:xfrm>
            <a:off x="790575" y="1266825"/>
            <a:ext cx="5410200" cy="460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HomeTheaterFacade {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final Amplifier amp;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final DvdPlayer dvd;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final Projector projector;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final TheaterLights lights;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final Screen screen;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final PopcornPopper popper;</a:t>
            </a:r>
          </a:p>
          <a:p>
            <a:endParaRPr sz="1425" b="0">
              <a:solidFill>
                <a:srgbClr val="17171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HomeTheaterFacade(Amplifier a, DvdPlayer d,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  Projector p, TheaterLights l, Screen s, PopcornPopper c) {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amp = a; dvd = d; projector = p;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lights = l; screen = s; popper = c;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AC54D3-F463-429C-B7E8-1EA7A196536D}"/>
              </a:ext>
            </a:extLst>
          </p:cNvPr>
          <p:cNvSpPr>
            <a:spLocks noGrp="1"/>
          </p:cNvSpPr>
          <p:nvPr/>
        </p:nvSpPr>
        <p:spPr>
          <a:xfrm>
            <a:off x="6629400" y="1162050"/>
            <a:ext cx="4905375" cy="48101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B0ECE-632B-436B-AFC0-D82ED4E1ADF7}"/>
              </a:ext>
            </a:extLst>
          </p:cNvPr>
          <p:cNvSpPr>
            <a:spLocks noGrp="1"/>
          </p:cNvSpPr>
          <p:nvPr/>
        </p:nvSpPr>
        <p:spPr>
          <a:xfrm>
            <a:off x="6800850" y="1266825"/>
            <a:ext cx="4562475" cy="460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void watchMovie(String movie) {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popper.on(); popper.pop();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lights.dim(10); screen.down();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projector.on();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projector.wideScreenMode();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amp.on(); amp.setDvd(dvd);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amp.setSurroundSound();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amp.setVolume(5);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dvd.on(); dvd.play(movie);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void endMovie() {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dvd.stop(); amp.off(); projector.off();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screen.up(); lights.on(); popper.off();</a:t>
            </a:r>
          </a:p>
          <a:p>
            <a:pPr algn="l">
              <a:def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79D34-7AA7-4421-9AE8-A15C331561D1}"/>
              </a:ext>
            </a:extLst>
          </p:cNvPr>
          <p:cNvSpPr>
            <a:spLocks noGrp="1"/>
          </p:cNvSpPr>
          <p:nvPr/>
        </p:nvSpPr>
        <p:spPr>
          <a:xfrm>
            <a:off x="638175" y="61436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 lnSpcReduction="10000"/>
          </a:bodyPr>
          <a:lstStyle/>
          <a:p>
            <a:pPr algn="l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facade stores subsystem references and expresses a task as an ordered method.</a:t>
            </a:r>
          </a:p>
        </p:txBody>
      </p:sp>
    </p:spTree>
    <p:extLst>
      <p:ext uri="{BB962C8B-B14F-4D97-AF65-F5344CB8AC3E}">
        <p14:creationId xmlns:p14="http://schemas.microsoft.com/office/powerpoint/2010/main" val="1150875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3EC53A4-ACB1-4F6F-8F40-5D180BCA3B56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C1EE76-6F72-432C-AB6B-1EAD01B7A7E6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Home Theater: Client and Access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7B92DE-38E4-405E-94C9-C17C6AA0D01A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3FB3BC-2D70-4180-8899-D230C8C0BE3E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09E8F-A45A-4006-B9CD-47CE7C8E012A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0896600" cy="16954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1A224F-0C26-4A38-9100-1BF68D7FB4CA}"/>
              </a:ext>
            </a:extLst>
          </p:cNvPr>
          <p:cNvSpPr>
            <a:spLocks noGrp="1"/>
          </p:cNvSpPr>
          <p:nvPr/>
        </p:nvSpPr>
        <p:spPr>
          <a:xfrm>
            <a:off x="819150" y="1409700"/>
            <a:ext cx="10553700" cy="1485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HomeTheaterFacade theater = new HomeTheaterFacade(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amp, dvd, projector, lights, screen, popper);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theater.watchMovie("Raiders of the Lost Ark");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theater.endMovie();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2329B5-F556-45E8-A4A4-6BD22AF7AFD2}"/>
              </a:ext>
            </a:extLst>
          </p:cNvPr>
          <p:cNvSpPr>
            <a:spLocks noGrp="1"/>
          </p:cNvSpPr>
          <p:nvPr/>
        </p:nvSpPr>
        <p:spPr>
          <a:xfrm>
            <a:off x="647700" y="3276600"/>
            <a:ext cx="5114925" cy="24193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46E985-A844-4041-893A-61F126F53193}"/>
              </a:ext>
            </a:extLst>
          </p:cNvPr>
          <p:cNvSpPr>
            <a:spLocks noGrp="1"/>
          </p:cNvSpPr>
          <p:nvPr/>
        </p:nvSpPr>
        <p:spPr>
          <a:xfrm>
            <a:off x="800100" y="3400425"/>
            <a:ext cx="45910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Common clients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DA4125-FBB8-4570-B450-FC72B2D382F6}"/>
              </a:ext>
            </a:extLst>
          </p:cNvPr>
          <p:cNvSpPr>
            <a:spLocks noGrp="1"/>
          </p:cNvSpPr>
          <p:nvPr/>
        </p:nvSpPr>
        <p:spPr>
          <a:xfrm>
            <a:off x="800100" y="3867150"/>
            <a:ext cx="4724400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Use watchMovie() and endMovie()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Depend mainly on the facade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Do not remember setup order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D80E31-0E7C-4493-A5DE-A16D9995E915}"/>
              </a:ext>
            </a:extLst>
          </p:cNvPr>
          <p:cNvSpPr>
            <a:spLocks noGrp="1"/>
          </p:cNvSpPr>
          <p:nvPr/>
        </p:nvSpPr>
        <p:spPr>
          <a:xfrm>
            <a:off x="6019800" y="3276600"/>
            <a:ext cx="5524500" cy="241935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823E14-DD1B-4140-8531-6C728941CF34}"/>
              </a:ext>
            </a:extLst>
          </p:cNvPr>
          <p:cNvSpPr>
            <a:spLocks noGrp="1"/>
          </p:cNvSpPr>
          <p:nvPr/>
        </p:nvSpPr>
        <p:spPr>
          <a:xfrm>
            <a:off x="6181725" y="340042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783" lnSpcReduction="10000"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Specialized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4D694F-952B-407F-882B-68203DE140C9}"/>
              </a:ext>
            </a:extLst>
          </p:cNvPr>
          <p:cNvSpPr>
            <a:spLocks noGrp="1"/>
          </p:cNvSpPr>
          <p:nvPr/>
        </p:nvSpPr>
        <p:spPr>
          <a:xfrm>
            <a:off x="6181725" y="3867150"/>
            <a:ext cx="5019675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Can still call projector or amplifier directly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Keep access to advanced subsystem controls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Facade does not replace the subsystem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7875BF-EE8A-49F4-A408-88BC2403E3C7}"/>
              </a:ext>
            </a:extLst>
          </p:cNvPr>
          <p:cNvSpPr>
            <a:spLocks noGrp="1"/>
          </p:cNvSpPr>
          <p:nvPr/>
        </p:nvSpPr>
        <p:spPr>
          <a:xfrm>
            <a:off x="752475" y="5905500"/>
            <a:ext cx="104203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 facade simplifies the default path while preserving specialized access.</a:t>
            </a:r>
          </a:p>
        </p:txBody>
      </p:sp>
    </p:spTree>
    <p:extLst>
      <p:ext uri="{BB962C8B-B14F-4D97-AF65-F5344CB8AC3E}">
        <p14:creationId xmlns:p14="http://schemas.microsoft.com/office/powerpoint/2010/main" val="104734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B6000F8-0C0D-482B-A710-485258F040A7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BE8C99-13A1-49F4-9E60-B76288EF9291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 Compiler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BEA91-D89F-4FF4-A38B-0647E1D0CE60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60C63-FF5F-4984-9973-3508C9DCF8D8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5FE3E-1108-4D92-9931-0C52DB34FFF0}"/>
              </a:ext>
            </a:extLst>
          </p:cNvPr>
          <p:cNvSpPr>
            <a:spLocks noGrp="1"/>
          </p:cNvSpPr>
          <p:nvPr/>
        </p:nvSpPr>
        <p:spPr>
          <a:xfrm>
            <a:off x="581025" y="1752600"/>
            <a:ext cx="1895475" cy="866775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D47CE1-BEC5-41EC-9C11-9C0850E77040}"/>
              </a:ext>
            </a:extLst>
          </p:cNvPr>
          <p:cNvSpPr>
            <a:spLocks noGrp="1"/>
          </p:cNvSpPr>
          <p:nvPr/>
        </p:nvSpPr>
        <p:spPr>
          <a:xfrm>
            <a:off x="657225" y="1809750"/>
            <a:ext cx="1743075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Application</a:t>
            </a:r>
          </a:p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022014-F02F-472A-BB8F-B8C9B0B12DFF}"/>
              </a:ext>
            </a:extLst>
          </p:cNvPr>
          <p:cNvSpPr>
            <a:spLocks noGrp="1"/>
          </p:cNvSpPr>
          <p:nvPr/>
        </p:nvSpPr>
        <p:spPr>
          <a:xfrm>
            <a:off x="3495675" y="1628775"/>
            <a:ext cx="2314575" cy="1114425"/>
          </a:xfrm>
          <a:prstGeom prst="rect">
            <a:avLst/>
          </a:prstGeom>
          <a:solidFill>
            <a:srgbClr val="EACBE7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CD025E-EFF1-47AC-95D4-5F69DBB42986}"/>
              </a:ext>
            </a:extLst>
          </p:cNvPr>
          <p:cNvSpPr>
            <a:spLocks noGrp="1"/>
          </p:cNvSpPr>
          <p:nvPr/>
        </p:nvSpPr>
        <p:spPr>
          <a:xfrm>
            <a:off x="3571875" y="1685925"/>
            <a:ext cx="2162175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Compiler</a:t>
            </a:r>
          </a:p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compile()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8AA380-5C90-4AAB-BF95-5C1DF6B74C49}"/>
              </a:ext>
            </a:extLst>
          </p:cNvPr>
          <p:cNvSpPr>
            <a:spLocks noGrp="1"/>
          </p:cNvSpPr>
          <p:nvPr/>
        </p:nvSpPr>
        <p:spPr>
          <a:xfrm>
            <a:off x="2476500" y="2162175"/>
            <a:ext cx="101917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0CF15B-7581-4F9B-B68B-509AB8CF89E8}"/>
              </a:ext>
            </a:extLst>
          </p:cNvPr>
          <p:cNvSpPr>
            <a:spLocks noGrp="1"/>
          </p:cNvSpPr>
          <p:nvPr/>
        </p:nvSpPr>
        <p:spPr>
          <a:xfrm>
            <a:off x="5810250" y="2162175"/>
            <a:ext cx="90487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96671-0D97-478D-9489-A66E5507C304}"/>
              </a:ext>
            </a:extLst>
          </p:cNvPr>
          <p:cNvSpPr>
            <a:spLocks noGrp="1"/>
          </p:cNvSpPr>
          <p:nvPr/>
        </p:nvSpPr>
        <p:spPr>
          <a:xfrm>
            <a:off x="6753225" y="814387"/>
            <a:ext cx="4857750" cy="221932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19F487-5C5B-4C16-8C78-C2506CAFCAE3}"/>
              </a:ext>
            </a:extLst>
          </p:cNvPr>
          <p:cNvSpPr>
            <a:spLocks noGrp="1"/>
          </p:cNvSpPr>
          <p:nvPr/>
        </p:nvSpPr>
        <p:spPr>
          <a:xfrm>
            <a:off x="6877050" y="962025"/>
            <a:ext cx="44291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Compiler subsystem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8C5A46-5CE5-4AEA-9DEA-21AB36CC0E00}"/>
              </a:ext>
            </a:extLst>
          </p:cNvPr>
          <p:cNvSpPr>
            <a:spLocks noGrp="1"/>
          </p:cNvSpPr>
          <p:nvPr/>
        </p:nvSpPr>
        <p:spPr>
          <a:xfrm>
            <a:off x="6924675" y="1387919"/>
            <a:ext cx="4514850" cy="1504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Scanner        reads tokens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Parser           builds syntax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NodeBuilder</a:t>
            </a:r>
            <a:r>
              <a:rPr sz="165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 creates program nodes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ProgramNode</a:t>
            </a:r>
            <a:r>
              <a:rPr sz="165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represents the parse tree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CodeGenerator</a:t>
            </a:r>
            <a:r>
              <a:rPr sz="165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emits target code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68D6E5-6B51-41E1-B29B-55B513CFC23D}"/>
              </a:ext>
            </a:extLst>
          </p:cNvPr>
          <p:cNvSpPr>
            <a:spLocks noGrp="1"/>
          </p:cNvSpPr>
          <p:nvPr/>
        </p:nvSpPr>
        <p:spPr>
          <a:xfrm>
            <a:off x="590550" y="3295650"/>
            <a:ext cx="5762625" cy="2066925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5AEACE-006B-494F-840B-0963F9A9D389}"/>
              </a:ext>
            </a:extLst>
          </p:cNvPr>
          <p:cNvSpPr>
            <a:spLocks noGrp="1"/>
          </p:cNvSpPr>
          <p:nvPr/>
        </p:nvSpPr>
        <p:spPr>
          <a:xfrm>
            <a:off x="742950" y="3429000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913" lnSpcReduction="10000"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Without the facade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39CF25-DD2C-411B-9351-D683B0375F17}"/>
              </a:ext>
            </a:extLst>
          </p:cNvPr>
          <p:cNvSpPr>
            <a:spLocks noGrp="1"/>
          </p:cNvSpPr>
          <p:nvPr/>
        </p:nvSpPr>
        <p:spPr>
          <a:xfrm>
            <a:off x="742950" y="3914775"/>
            <a:ext cx="5334000" cy="1219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Each client must create the objects, know their dependencies, and call them in the correct order.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A71C93-F797-48FE-B05C-13DD00669927}"/>
              </a:ext>
            </a:extLst>
          </p:cNvPr>
          <p:cNvSpPr>
            <a:spLocks noGrp="1"/>
          </p:cNvSpPr>
          <p:nvPr/>
        </p:nvSpPr>
        <p:spPr>
          <a:xfrm>
            <a:off x="771525" y="5724525"/>
            <a:ext cx="10382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Most clients call compile() once. The compiler facade handles the workflow.</a:t>
            </a:r>
          </a:p>
        </p:txBody>
      </p:sp>
    </p:spTree>
    <p:extLst>
      <p:ext uri="{BB962C8B-B14F-4D97-AF65-F5344CB8AC3E}">
        <p14:creationId xmlns:p14="http://schemas.microsoft.com/office/powerpoint/2010/main" val="917126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1013F0-C5E4-4C11-88C9-4BBBF682778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D7274B-20B9-4349-89FB-7A8ED1729A1E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Compiler Facade: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65796-40FC-48D9-97B4-AC1150BA755B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FA3CB-23CA-4A3B-B39A-7653D6C12CF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3D88E3-4C5E-40B6-ABB2-4FB683432A6F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0896600" cy="40862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CC708-3B5A-4FEA-9014-4D1A84E349C7}"/>
              </a:ext>
            </a:extLst>
          </p:cNvPr>
          <p:cNvSpPr>
            <a:spLocks noGrp="1"/>
          </p:cNvSpPr>
          <p:nvPr/>
        </p:nvSpPr>
        <p:spPr>
          <a:xfrm>
            <a:off x="819150" y="1352550"/>
            <a:ext cx="10553700" cy="3876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Compiler {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void compile(InputStream input, BytecodeStream output) {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Scanner scanner = new Scanner(input);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ProgramNodeBuilder builder = new ProgramNodeBuilder();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Parser parser = new Parser();</a:t>
            </a:r>
          </a:p>
          <a:p>
            <a:endParaRPr sz="1575" b="0">
              <a:solidFill>
                <a:srgbClr val="17171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parser.parse(scanner, builder);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ProgramNode tree = builder.getRootNode();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CodeGenerator generator = new RISCCodeGenerator(output);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tree.traverse(generator);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2429D-ECCA-49D9-9438-7FC098A0F803}"/>
              </a:ext>
            </a:extLst>
          </p:cNvPr>
          <p:cNvSpPr>
            <a:spLocks noGrp="1"/>
          </p:cNvSpPr>
          <p:nvPr/>
        </p:nvSpPr>
        <p:spPr>
          <a:xfrm>
            <a:off x="657225" y="5553075"/>
            <a:ext cx="10877550" cy="78105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000C3E-15D6-4303-A525-CCF2A1BA82DB}"/>
              </a:ext>
            </a:extLst>
          </p:cNvPr>
          <p:cNvSpPr>
            <a:spLocks noGrp="1"/>
          </p:cNvSpPr>
          <p:nvPr/>
        </p:nvSpPr>
        <p:spPr>
          <a:xfrm>
            <a:off x="809625" y="5638800"/>
            <a:ext cx="10429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Flow: source  →  tokens  →  parse tree  →  generated code</a:t>
            </a:r>
          </a:p>
        </p:txBody>
      </p:sp>
    </p:spTree>
    <p:extLst>
      <p:ext uri="{BB962C8B-B14F-4D97-AF65-F5344CB8AC3E}">
        <p14:creationId xmlns:p14="http://schemas.microsoft.com/office/powerpoint/2010/main" val="1228953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1ABF2CD-CA6D-4CEF-9744-6068536D2562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99D4C5-F034-4CAA-9F43-F3FE85DAC1D2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Online Order: A Facade for Checkout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B3758C-B24F-482C-A336-1BAB2FCA3363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213BB-3E7B-42BB-8B50-01658D4E821E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1B41F-CE4E-42DD-82B0-D2AFB266E4B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4638675" cy="432435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BBF358-B579-49A2-9E5C-DD5E0EA495C2}"/>
              </a:ext>
            </a:extLst>
          </p:cNvPr>
          <p:cNvSpPr>
            <a:spLocks noGrp="1"/>
          </p:cNvSpPr>
          <p:nvPr/>
        </p:nvSpPr>
        <p:spPr>
          <a:xfrm>
            <a:off x="771525" y="1447800"/>
            <a:ext cx="42005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Client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7A5E4-865B-4C89-915C-6E2D3902571A}"/>
              </a:ext>
            </a:extLst>
          </p:cNvPr>
          <p:cNvSpPr>
            <a:spLocks noGrp="1"/>
          </p:cNvSpPr>
          <p:nvPr/>
        </p:nvSpPr>
        <p:spPr>
          <a:xfrm>
            <a:off x="771525" y="2019300"/>
            <a:ext cx="4210050" cy="7715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9A302-4300-4BF3-82E0-D29CD7D372DF}"/>
              </a:ext>
            </a:extLst>
          </p:cNvPr>
          <p:cNvSpPr>
            <a:spLocks noGrp="1"/>
          </p:cNvSpPr>
          <p:nvPr/>
        </p:nvSpPr>
        <p:spPr>
          <a:xfrm>
            <a:off x="942975" y="2124075"/>
            <a:ext cx="3867150" cy="561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checkout.placeOrder(order);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FDAFEE-14E0-4277-BA5B-15906231F260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4191000" cy="1657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client supplies an order. The facade coordinates services in a defined sequence.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4855E4-4167-4B45-B823-A2C23CAE6864}"/>
              </a:ext>
            </a:extLst>
          </p:cNvPr>
          <p:cNvSpPr>
            <a:spLocks noGrp="1"/>
          </p:cNvSpPr>
          <p:nvPr/>
        </p:nvSpPr>
        <p:spPr>
          <a:xfrm>
            <a:off x="5524500" y="1295400"/>
            <a:ext cx="6057900" cy="43243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705B12-38EC-4803-9ECC-F4A8F615FDC7}"/>
              </a:ext>
            </a:extLst>
          </p:cNvPr>
          <p:cNvSpPr>
            <a:spLocks noGrp="1"/>
          </p:cNvSpPr>
          <p:nvPr/>
        </p:nvSpPr>
        <p:spPr>
          <a:xfrm>
            <a:off x="5686425" y="1447800"/>
            <a:ext cx="55911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CheckoutFacade.placeOrder()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04D5AD-E0D4-422C-8630-51730D230D8A}"/>
              </a:ext>
            </a:extLst>
          </p:cNvPr>
          <p:cNvSpPr>
            <a:spLocks noGrp="1"/>
          </p:cNvSpPr>
          <p:nvPr/>
        </p:nvSpPr>
        <p:spPr>
          <a:xfrm>
            <a:off x="5676900" y="2038350"/>
            <a:ext cx="5686425" cy="26003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649879-28E7-491D-A1AD-E028F3247461}"/>
              </a:ext>
            </a:extLst>
          </p:cNvPr>
          <p:cNvSpPr>
            <a:spLocks noGrp="1"/>
          </p:cNvSpPr>
          <p:nvPr/>
        </p:nvSpPr>
        <p:spPr>
          <a:xfrm>
            <a:off x="5848350" y="2143125"/>
            <a:ext cx="5343525" cy="2390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inventory.reserve(order.items());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payment.charge(order.customer(), order.total());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shipping.createShipment(order);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notification.sendReceipt(order.customer());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546AA1-1686-4856-8859-1A7201DD9A31}"/>
              </a:ext>
            </a:extLst>
          </p:cNvPr>
          <p:cNvSpPr>
            <a:spLocks noGrp="1"/>
          </p:cNvSpPr>
          <p:nvPr/>
        </p:nvSpPr>
        <p:spPr>
          <a:xfrm>
            <a:off x="752475" y="5848350"/>
            <a:ext cx="106489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For a real checkout, define failure handling and compensation.</a:t>
            </a:r>
          </a:p>
        </p:txBody>
      </p:sp>
    </p:spTree>
    <p:extLst>
      <p:ext uri="{BB962C8B-B14F-4D97-AF65-F5344CB8AC3E}">
        <p14:creationId xmlns:p14="http://schemas.microsoft.com/office/powerpoint/2010/main" val="432306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FFF5A31-DF3B-4AE0-A30F-8A52D6E1956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74686-9885-42FA-BDC7-BC1A67EDB7F1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Facade, Adapter, Decorator, Composite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3D623A-07DB-4998-8F37-5BD5592B0040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CA396-73F0-43A8-B649-486EB61A8137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BD14A-E8F1-4AC0-9BAB-8204B04912B2}"/>
              </a:ext>
            </a:extLst>
          </p:cNvPr>
          <p:cNvSpPr>
            <a:spLocks noGrp="1"/>
          </p:cNvSpPr>
          <p:nvPr/>
        </p:nvSpPr>
        <p:spPr>
          <a:xfrm>
            <a:off x="628650" y="1238250"/>
            <a:ext cx="10915650" cy="4419600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A2B657-5EE4-4B3E-A209-F6FE30DA16BD}"/>
              </a:ext>
            </a:extLst>
          </p:cNvPr>
          <p:cNvSpPr>
            <a:spLocks noGrp="1"/>
          </p:cNvSpPr>
          <p:nvPr/>
        </p:nvSpPr>
        <p:spPr>
          <a:xfrm>
            <a:off x="733425" y="1390650"/>
            <a:ext cx="19812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 lnSpcReduction="10000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Pattern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73B9A6-A637-4699-92DB-F7DB70BE972E}"/>
              </a:ext>
            </a:extLst>
          </p:cNvPr>
          <p:cNvSpPr>
            <a:spLocks noGrp="1"/>
          </p:cNvSpPr>
          <p:nvPr/>
        </p:nvSpPr>
        <p:spPr>
          <a:xfrm>
            <a:off x="2781300" y="1390650"/>
            <a:ext cx="39433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 lnSpcReduction="10000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Purpose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41EC45-1D69-4CC7-9CA9-D2C29FC90722}"/>
              </a:ext>
            </a:extLst>
          </p:cNvPr>
          <p:cNvSpPr>
            <a:spLocks noGrp="1"/>
          </p:cNvSpPr>
          <p:nvPr/>
        </p:nvSpPr>
        <p:spPr>
          <a:xfrm>
            <a:off x="6800850" y="1390650"/>
            <a:ext cx="46005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 lnSpcReduction="10000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Typical interface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4FA8B7-C0F0-4791-9CF5-4846A73D817B}"/>
              </a:ext>
            </a:extLst>
          </p:cNvPr>
          <p:cNvSpPr>
            <a:spLocks noGrp="1"/>
          </p:cNvSpPr>
          <p:nvPr/>
        </p:nvSpPr>
        <p:spPr>
          <a:xfrm>
            <a:off x="733425" y="1819275"/>
            <a:ext cx="10610850" cy="19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181902-0389-42D4-BB79-A4458F340A78}"/>
              </a:ext>
            </a:extLst>
          </p:cNvPr>
          <p:cNvSpPr>
            <a:spLocks noGrp="1"/>
          </p:cNvSpPr>
          <p:nvPr/>
        </p:nvSpPr>
        <p:spPr>
          <a:xfrm>
            <a:off x="733425" y="1943100"/>
            <a:ext cx="10610850" cy="7905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36B80B-74C4-474F-9647-6B2156A30647}"/>
              </a:ext>
            </a:extLst>
          </p:cNvPr>
          <p:cNvSpPr>
            <a:spLocks noGrp="1"/>
          </p:cNvSpPr>
          <p:nvPr/>
        </p:nvSpPr>
        <p:spPr>
          <a:xfrm>
            <a:off x="781050" y="199072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Facade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B4616-E9DD-4242-8E25-FC33557288E7}"/>
              </a:ext>
            </a:extLst>
          </p:cNvPr>
          <p:cNvSpPr>
            <a:spLocks noGrp="1"/>
          </p:cNvSpPr>
          <p:nvPr/>
        </p:nvSpPr>
        <p:spPr>
          <a:xfrm>
            <a:off x="2828925" y="1990725"/>
            <a:ext cx="3848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Simplifies a subsystem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7D2D2-851F-4F49-A52E-1B655A08A89C}"/>
              </a:ext>
            </a:extLst>
          </p:cNvPr>
          <p:cNvSpPr>
            <a:spLocks noGrp="1"/>
          </p:cNvSpPr>
          <p:nvPr/>
        </p:nvSpPr>
        <p:spPr>
          <a:xfrm>
            <a:off x="6848475" y="1990725"/>
            <a:ext cx="45053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New task-level interface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C57CF7-BBAE-470A-A093-B74340840889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A20CD-74B4-48E2-8B07-44B43EA0822D}"/>
              </a:ext>
            </a:extLst>
          </p:cNvPr>
          <p:cNvSpPr>
            <a:spLocks noGrp="1"/>
          </p:cNvSpPr>
          <p:nvPr/>
        </p:nvSpPr>
        <p:spPr>
          <a:xfrm>
            <a:off x="2828925" y="2857500"/>
            <a:ext cx="3848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Connects incompatible interfaces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650551-9F12-4B49-BDCC-E9ABFAC9B41A}"/>
              </a:ext>
            </a:extLst>
          </p:cNvPr>
          <p:cNvSpPr>
            <a:spLocks noGrp="1"/>
          </p:cNvSpPr>
          <p:nvPr/>
        </p:nvSpPr>
        <p:spPr>
          <a:xfrm>
            <a:off x="6848475" y="2857500"/>
            <a:ext cx="45053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Converts one interface to another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4CE03-856F-4253-9DFD-5A0CEC2AAF02}"/>
              </a:ext>
            </a:extLst>
          </p:cNvPr>
          <p:cNvSpPr>
            <a:spLocks noGrp="1"/>
          </p:cNvSpPr>
          <p:nvPr/>
        </p:nvSpPr>
        <p:spPr>
          <a:xfrm>
            <a:off x="733425" y="3676650"/>
            <a:ext cx="10610850" cy="79057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EA4E57-5935-4F35-984B-FF6CA4B2AEB6}"/>
              </a:ext>
            </a:extLst>
          </p:cNvPr>
          <p:cNvSpPr>
            <a:spLocks noGrp="1"/>
          </p:cNvSpPr>
          <p:nvPr/>
        </p:nvSpPr>
        <p:spPr>
          <a:xfrm>
            <a:off x="781050" y="372427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9AFAD7-CDD9-406C-8828-7AAC16668FDF}"/>
              </a:ext>
            </a:extLst>
          </p:cNvPr>
          <p:cNvSpPr>
            <a:spLocks noGrp="1"/>
          </p:cNvSpPr>
          <p:nvPr/>
        </p:nvSpPr>
        <p:spPr>
          <a:xfrm>
            <a:off x="2828925" y="3724275"/>
            <a:ext cx="3848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Adds responsibilities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EA5BA2-26FD-4642-B58F-46E1A0D183B8}"/>
              </a:ext>
            </a:extLst>
          </p:cNvPr>
          <p:cNvSpPr>
            <a:spLocks noGrp="1"/>
          </p:cNvSpPr>
          <p:nvPr/>
        </p:nvSpPr>
        <p:spPr>
          <a:xfrm>
            <a:off x="6848475" y="3724275"/>
            <a:ext cx="45053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Keeps the wrapped interface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360A2F-744D-4453-82F2-D48A791DFAE5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Composite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CD0D8A-2FCD-4495-9FB2-3D4EBDB474BD}"/>
              </a:ext>
            </a:extLst>
          </p:cNvPr>
          <p:cNvSpPr>
            <a:spLocks noGrp="1"/>
          </p:cNvSpPr>
          <p:nvPr/>
        </p:nvSpPr>
        <p:spPr>
          <a:xfrm>
            <a:off x="2828925" y="4591050"/>
            <a:ext cx="3848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Treats parts and groups uniformly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40CC8C-4DD1-45CA-948A-38C8C6E0E89D}"/>
              </a:ext>
            </a:extLst>
          </p:cNvPr>
          <p:cNvSpPr>
            <a:spLocks noGrp="1"/>
          </p:cNvSpPr>
          <p:nvPr/>
        </p:nvSpPr>
        <p:spPr>
          <a:xfrm>
            <a:off x="6848475" y="4591050"/>
            <a:ext cx="45053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Common component interface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88F3BC-E66C-4AE6-9E1D-949B5618FB6A}"/>
              </a:ext>
            </a:extLst>
          </p:cNvPr>
          <p:cNvSpPr>
            <a:spLocks noGrp="1"/>
          </p:cNvSpPr>
          <p:nvPr/>
        </p:nvSpPr>
        <p:spPr>
          <a:xfrm>
            <a:off x="742950" y="5886450"/>
            <a:ext cx="10477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Choose by intent: Facade makes a common subsystem task easier for a client.</a:t>
            </a:r>
          </a:p>
        </p:txBody>
      </p:sp>
    </p:spTree>
    <p:extLst>
      <p:ext uri="{BB962C8B-B14F-4D97-AF65-F5344CB8AC3E}">
        <p14:creationId xmlns:p14="http://schemas.microsoft.com/office/powerpoint/2010/main" val="1550946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B3DA970-554B-4642-A469-C5E49F562CF5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90D1C-88FF-4711-80E0-3C78361879DD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Applicability and Consequences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6F9A8E-A010-45A2-94F0-72FA011F811B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FACADE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8568E9-7140-4F06-8457-9E27B358A42F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53C862-1D00-424A-82D2-77B7896D784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5286375" cy="324802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B58127-B5AD-44CC-82AB-22E73F16774E}"/>
              </a:ext>
            </a:extLst>
          </p:cNvPr>
          <p:cNvSpPr>
            <a:spLocks noGrp="1"/>
          </p:cNvSpPr>
          <p:nvPr/>
        </p:nvSpPr>
        <p:spPr>
          <a:xfrm>
            <a:off x="762000" y="1362075"/>
            <a:ext cx="49815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When to use Facade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7AB56C-9C53-4D8C-9837-D89C3FB8EEE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24425" cy="2286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Clients repeat a multi-step workflow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Subsystem has many classes or dependencies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You want a clear entry point between layers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You want clients less coupled to internals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702EB3-13B5-4815-B297-904A8ADF16E3}"/>
              </a:ext>
            </a:extLst>
          </p:cNvPr>
          <p:cNvSpPr>
            <a:spLocks noGrp="1"/>
          </p:cNvSpPr>
          <p:nvPr/>
        </p:nvSpPr>
        <p:spPr>
          <a:xfrm>
            <a:off x="6143625" y="1238250"/>
            <a:ext cx="5448300" cy="3248025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7D1172-A502-4E76-B3A0-AB17C7C76084}"/>
              </a:ext>
            </a:extLst>
          </p:cNvPr>
          <p:cNvSpPr>
            <a:spLocks noGrp="1"/>
          </p:cNvSpPr>
          <p:nvPr/>
        </p:nvSpPr>
        <p:spPr>
          <a:xfrm>
            <a:off x="6305550" y="13620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659" lnSpcReduction="10000"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Limits and design choices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F956AF-55E1-483C-8CC6-3CFC45FB2C34}"/>
              </a:ext>
            </a:extLst>
          </p:cNvPr>
          <p:cNvSpPr>
            <a:spLocks noGrp="1"/>
          </p:cNvSpPr>
          <p:nvPr/>
        </p:nvSpPr>
        <p:spPr>
          <a:xfrm>
            <a:off x="6305550" y="1809750"/>
            <a:ext cx="5000625" cy="2286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Do not hide options clients truly need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Avoid one facade for every possible task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Define failure behavior across multiple steps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Keep direct subsystem access when useful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81A5-1727-4FB0-A739-532961E3B67F}"/>
              </a:ext>
            </a:extLst>
          </p:cNvPr>
          <p:cNvSpPr>
            <a:spLocks noGrp="1"/>
          </p:cNvSpPr>
          <p:nvPr/>
        </p:nvSpPr>
        <p:spPr>
          <a:xfrm>
            <a:off x="619125" y="4686300"/>
            <a:ext cx="10963275" cy="143827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6435EA-5B8C-4361-9D62-4C616F1E3A10}"/>
              </a:ext>
            </a:extLst>
          </p:cNvPr>
          <p:cNvSpPr>
            <a:spLocks noGrp="1"/>
          </p:cNvSpPr>
          <p:nvPr/>
        </p:nvSpPr>
        <p:spPr>
          <a:xfrm>
            <a:off x="781050" y="4800600"/>
            <a:ext cx="100012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Principle of Least Knowledge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C15E62-ADD3-4BA0-82DA-C60195F35AA3}"/>
              </a:ext>
            </a:extLst>
          </p:cNvPr>
          <p:cNvSpPr>
            <a:spLocks noGrp="1"/>
          </p:cNvSpPr>
          <p:nvPr/>
        </p:nvSpPr>
        <p:spPr>
          <a:xfrm>
            <a:off x="790575" y="5200650"/>
            <a:ext cx="103917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client talks to the facade. The facade talks to the subsystem objects it owns. This places workflow knowledge in one class and reduces client coupling.</a:t>
            </a:r>
          </a:p>
        </p:txBody>
      </p:sp>
    </p:spTree>
    <p:extLst>
      <p:ext uri="{BB962C8B-B14F-4D97-AF65-F5344CB8AC3E}">
        <p14:creationId xmlns:p14="http://schemas.microsoft.com/office/powerpoint/2010/main" val="5537154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1080</Words>
  <Application>Microsoft Macintosh PowerPoint</Application>
  <DocSecurity>0</DocSecurity>
  <PresentationFormat>Widescreen</PresentationFormat>
  <Paragraphs>190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Courier New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Aswathy Mohan</cp:lastModifiedBy>
  <cp:revision>1</cp:revision>
  <dcterms:created xsi:type="dcterms:W3CDTF">2026-09-30T06:22:39Z</dcterms:created>
  <dcterms:modified xsi:type="dcterms:W3CDTF">2026-09-30T08:16:03Z</dcterms:modified>
</cp:coreProperties>
</file>