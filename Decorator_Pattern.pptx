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8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E1787-E8C0-9443-8CEA-9F2DC13668B1}" v="10" dt="2026-10-06T06:21:01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114" d="100"/>
          <a:sy n="114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A2D8F3F3-AB79-5800-97AF-2AFE679C11CA}"/>
    <pc:docChg chg="custSel addSld delSld modSld sldOrd">
      <pc:chgData name="Aswathy Mohan" userId="8ec7b060-ec9d-4a76-a81c-f80212d9386c" providerId="ADAL" clId="{A2D8F3F3-AB79-5800-97AF-2AFE679C11CA}" dt="2026-10-06T06:27:04.208" v="347" actId="255"/>
      <pc:docMkLst>
        <pc:docMk/>
      </pc:docMkLst>
      <pc:sldChg chg="modSp mod">
        <pc:chgData name="Aswathy Mohan" userId="8ec7b060-ec9d-4a76-a81c-f80212d9386c" providerId="ADAL" clId="{A2D8F3F3-AB79-5800-97AF-2AFE679C11CA}" dt="2026-10-06T05:30:08.946" v="63" actId="27636"/>
        <pc:sldMkLst>
          <pc:docMk/>
          <pc:sldMk cId="175653033" sldId="256"/>
        </pc:sldMkLst>
        <pc:spChg chg="mod">
          <ac:chgData name="Aswathy Mohan" userId="8ec7b060-ec9d-4a76-a81c-f80212d9386c" providerId="ADAL" clId="{A2D8F3F3-AB79-5800-97AF-2AFE679C11CA}" dt="2026-10-06T05:30:08.946" v="62" actId="27636"/>
          <ac:spMkLst>
            <pc:docMk/>
            <pc:sldMk cId="175653033" sldId="256"/>
            <ac:spMk id="2" creationId="{ED6A6ABA-91C7-41EE-8A42-C46D2C244FDD}"/>
          </ac:spMkLst>
        </pc:spChg>
        <pc:spChg chg="mod">
          <ac:chgData name="Aswathy Mohan" userId="8ec7b060-ec9d-4a76-a81c-f80212d9386c" providerId="ADAL" clId="{A2D8F3F3-AB79-5800-97AF-2AFE679C11CA}" dt="2026-10-06T05:30:08.946" v="63" actId="27636"/>
          <ac:spMkLst>
            <pc:docMk/>
            <pc:sldMk cId="175653033" sldId="256"/>
            <ac:spMk id="5" creationId="{87FAD5A1-8C9E-4673-9A12-9B725D7FA1D6}"/>
          </ac:spMkLst>
        </pc:spChg>
      </pc:sldChg>
      <pc:sldChg chg="delSp modSp mod">
        <pc:chgData name="Aswathy Mohan" userId="8ec7b060-ec9d-4a76-a81c-f80212d9386c" providerId="ADAL" clId="{A2D8F3F3-AB79-5800-97AF-2AFE679C11CA}" dt="2026-10-06T06:27:04.208" v="347" actId="255"/>
        <pc:sldMkLst>
          <pc:docMk/>
          <pc:sldMk cId="290003281" sldId="257"/>
        </pc:sldMkLst>
        <pc:spChg chg="mod">
          <ac:chgData name="Aswathy Mohan" userId="8ec7b060-ec9d-4a76-a81c-f80212d9386c" providerId="ADAL" clId="{A2D8F3F3-AB79-5800-97AF-2AFE679C11CA}" dt="2026-10-06T05:30:08.948" v="65" actId="27636"/>
          <ac:spMkLst>
            <pc:docMk/>
            <pc:sldMk cId="290003281" sldId="257"/>
            <ac:spMk id="2" creationId="{902C5441-4680-4449-AE46-28AF5EE63F4D}"/>
          </ac:spMkLst>
        </pc:spChg>
        <pc:spChg chg="del">
          <ac:chgData name="Aswathy Mohan" userId="8ec7b060-ec9d-4a76-a81c-f80212d9386c" providerId="ADAL" clId="{A2D8F3F3-AB79-5800-97AF-2AFE679C11CA}" dt="2026-10-06T05:17:54.947" v="0" actId="478"/>
          <ac:spMkLst>
            <pc:docMk/>
            <pc:sldMk cId="290003281" sldId="257"/>
            <ac:spMk id="3" creationId="{F7AA1C38-9128-451F-8A8A-35C791E41FE4}"/>
          </ac:spMkLst>
        </pc:spChg>
        <pc:spChg chg="mod">
          <ac:chgData name="Aswathy Mohan" userId="8ec7b060-ec9d-4a76-a81c-f80212d9386c" providerId="ADAL" clId="{A2D8F3F3-AB79-5800-97AF-2AFE679C11CA}" dt="2026-10-06T05:30:08.947" v="64" actId="27636"/>
          <ac:spMkLst>
            <pc:docMk/>
            <pc:sldMk cId="290003281" sldId="257"/>
            <ac:spMk id="4" creationId="{B193A4C7-A307-4539-A15C-A33726F8ECDC}"/>
          </ac:spMkLst>
        </pc:spChg>
        <pc:spChg chg="mod">
          <ac:chgData name="Aswathy Mohan" userId="8ec7b060-ec9d-4a76-a81c-f80212d9386c" providerId="ADAL" clId="{A2D8F3F3-AB79-5800-97AF-2AFE679C11CA}" dt="2026-10-06T06:27:04.208" v="347" actId="255"/>
          <ac:spMkLst>
            <pc:docMk/>
            <pc:sldMk cId="290003281" sldId="257"/>
            <ac:spMk id="5" creationId="{383F6CFD-771E-4BAB-BA69-C30A87AD32F5}"/>
          </ac:spMkLst>
        </pc:spChg>
        <pc:spChg chg="mod">
          <ac:chgData name="Aswathy Mohan" userId="8ec7b060-ec9d-4a76-a81c-f80212d9386c" providerId="ADAL" clId="{A2D8F3F3-AB79-5800-97AF-2AFE679C11CA}" dt="2026-10-06T05:18:00.023" v="1" actId="255"/>
          <ac:spMkLst>
            <pc:docMk/>
            <pc:sldMk cId="290003281" sldId="257"/>
            <ac:spMk id="6" creationId="{B44B6CE0-19AD-414B-BC35-ED1582537142}"/>
          </ac:spMkLst>
        </pc:spChg>
        <pc:spChg chg="mod">
          <ac:chgData name="Aswathy Mohan" userId="8ec7b060-ec9d-4a76-a81c-f80212d9386c" providerId="ADAL" clId="{A2D8F3F3-AB79-5800-97AF-2AFE679C11CA}" dt="2026-10-06T05:18:22.364" v="4" actId="255"/>
          <ac:spMkLst>
            <pc:docMk/>
            <pc:sldMk cId="290003281" sldId="257"/>
            <ac:spMk id="8" creationId="{7AC90536-C06F-4888-882F-697A6BFEB1EA}"/>
          </ac:spMkLst>
        </pc:spChg>
        <pc:spChg chg="mod">
          <ac:chgData name="Aswathy Mohan" userId="8ec7b060-ec9d-4a76-a81c-f80212d9386c" providerId="ADAL" clId="{A2D8F3F3-AB79-5800-97AF-2AFE679C11CA}" dt="2026-10-06T05:18:16.407" v="3" actId="255"/>
          <ac:spMkLst>
            <pc:docMk/>
            <pc:sldMk cId="290003281" sldId="257"/>
            <ac:spMk id="9" creationId="{A68F0877-B652-43BA-AEC8-BA28DF382D61}"/>
          </ac:spMkLst>
        </pc:spChg>
        <pc:spChg chg="mod">
          <ac:chgData name="Aswathy Mohan" userId="8ec7b060-ec9d-4a76-a81c-f80212d9386c" providerId="ADAL" clId="{A2D8F3F3-AB79-5800-97AF-2AFE679C11CA}" dt="2026-10-06T05:18:44.048" v="6" actId="255"/>
          <ac:spMkLst>
            <pc:docMk/>
            <pc:sldMk cId="290003281" sldId="257"/>
            <ac:spMk id="11" creationId="{F1C7803A-A374-41B3-A6E1-E5515A3B6353}"/>
          </ac:spMkLst>
        </pc:spChg>
        <pc:spChg chg="mod">
          <ac:chgData name="Aswathy Mohan" userId="8ec7b060-ec9d-4a76-a81c-f80212d9386c" providerId="ADAL" clId="{A2D8F3F3-AB79-5800-97AF-2AFE679C11CA}" dt="2026-10-06T05:18:33.795" v="5" actId="255"/>
          <ac:spMkLst>
            <pc:docMk/>
            <pc:sldMk cId="290003281" sldId="257"/>
            <ac:spMk id="12" creationId="{339A43DB-0318-4442-846C-EC0A9DAFD53B}"/>
          </ac:spMkLst>
        </pc:spChg>
        <pc:spChg chg="mod">
          <ac:chgData name="Aswathy Mohan" userId="8ec7b060-ec9d-4a76-a81c-f80212d9386c" providerId="ADAL" clId="{A2D8F3F3-AB79-5800-97AF-2AFE679C11CA}" dt="2026-10-06T05:19:03.206" v="7" actId="255"/>
          <ac:spMkLst>
            <pc:docMk/>
            <pc:sldMk cId="290003281" sldId="257"/>
            <ac:spMk id="13" creationId="{9A8752D5-B72E-4A9D-970D-A17705BBFD32}"/>
          </ac:spMkLst>
        </pc:spChg>
      </pc:sldChg>
      <pc:sldChg chg="delSp modSp mod">
        <pc:chgData name="Aswathy Mohan" userId="8ec7b060-ec9d-4a76-a81c-f80212d9386c" providerId="ADAL" clId="{A2D8F3F3-AB79-5800-97AF-2AFE679C11CA}" dt="2026-10-06T05:30:08.950" v="67" actId="27636"/>
        <pc:sldMkLst>
          <pc:docMk/>
          <pc:sldMk cId="128764985" sldId="258"/>
        </pc:sldMkLst>
        <pc:spChg chg="mod">
          <ac:chgData name="Aswathy Mohan" userId="8ec7b060-ec9d-4a76-a81c-f80212d9386c" providerId="ADAL" clId="{A2D8F3F3-AB79-5800-97AF-2AFE679C11CA}" dt="2026-10-06T05:30:08.950" v="67" actId="27636"/>
          <ac:spMkLst>
            <pc:docMk/>
            <pc:sldMk cId="128764985" sldId="258"/>
            <ac:spMk id="2" creationId="{D7101DB8-7CD9-419F-9B81-BCD52CC59958}"/>
          </ac:spMkLst>
        </pc:spChg>
        <pc:spChg chg="del">
          <ac:chgData name="Aswathy Mohan" userId="8ec7b060-ec9d-4a76-a81c-f80212d9386c" providerId="ADAL" clId="{A2D8F3F3-AB79-5800-97AF-2AFE679C11CA}" dt="2026-10-06T05:19:45.625" v="8" actId="478"/>
          <ac:spMkLst>
            <pc:docMk/>
            <pc:sldMk cId="128764985" sldId="258"/>
            <ac:spMk id="3" creationId="{86F8158F-DECF-4D18-AEB2-00A09143C18B}"/>
          </ac:spMkLst>
        </pc:spChg>
        <pc:spChg chg="mod">
          <ac:chgData name="Aswathy Mohan" userId="8ec7b060-ec9d-4a76-a81c-f80212d9386c" providerId="ADAL" clId="{A2D8F3F3-AB79-5800-97AF-2AFE679C11CA}" dt="2026-10-06T05:30:08.949" v="66" actId="27636"/>
          <ac:spMkLst>
            <pc:docMk/>
            <pc:sldMk cId="128764985" sldId="258"/>
            <ac:spMk id="4" creationId="{8372C935-0054-4C9C-A448-0C10B0D51E02}"/>
          </ac:spMkLst>
        </pc:spChg>
        <pc:spChg chg="mod">
          <ac:chgData name="Aswathy Mohan" userId="8ec7b060-ec9d-4a76-a81c-f80212d9386c" providerId="ADAL" clId="{A2D8F3F3-AB79-5800-97AF-2AFE679C11CA}" dt="2026-10-06T05:21:15.527" v="12" actId="255"/>
          <ac:spMkLst>
            <pc:docMk/>
            <pc:sldMk cId="128764985" sldId="258"/>
            <ac:spMk id="6" creationId="{3090BA9E-3324-484D-A99D-4679C5EC03A5}"/>
          </ac:spMkLst>
        </pc:spChg>
        <pc:spChg chg="mod">
          <ac:chgData name="Aswathy Mohan" userId="8ec7b060-ec9d-4a76-a81c-f80212d9386c" providerId="ADAL" clId="{A2D8F3F3-AB79-5800-97AF-2AFE679C11CA}" dt="2026-10-06T05:19:57.790" v="9" actId="255"/>
          <ac:spMkLst>
            <pc:docMk/>
            <pc:sldMk cId="128764985" sldId="258"/>
            <ac:spMk id="7" creationId="{ED034E96-C743-4508-A42A-1DB074DA5D2E}"/>
          </ac:spMkLst>
        </pc:spChg>
        <pc:spChg chg="mod">
          <ac:chgData name="Aswathy Mohan" userId="8ec7b060-ec9d-4a76-a81c-f80212d9386c" providerId="ADAL" clId="{A2D8F3F3-AB79-5800-97AF-2AFE679C11CA}" dt="2026-10-06T05:20:04.104" v="10" actId="255"/>
          <ac:spMkLst>
            <pc:docMk/>
            <pc:sldMk cId="128764985" sldId="258"/>
            <ac:spMk id="10" creationId="{260CC166-C3AA-4FD5-8470-503F977CDF10}"/>
          </ac:spMkLst>
        </pc:spChg>
        <pc:spChg chg="mod">
          <ac:chgData name="Aswathy Mohan" userId="8ec7b060-ec9d-4a76-a81c-f80212d9386c" providerId="ADAL" clId="{A2D8F3F3-AB79-5800-97AF-2AFE679C11CA}" dt="2026-10-06T05:20:09.056" v="11" actId="255"/>
          <ac:spMkLst>
            <pc:docMk/>
            <pc:sldMk cId="128764985" sldId="258"/>
            <ac:spMk id="11" creationId="{A6F4E753-6FE0-4D50-8905-8A1BD75DDB6D}"/>
          </ac:spMkLst>
        </pc:spChg>
      </pc:sldChg>
      <pc:sldChg chg="modSp del mod">
        <pc:chgData name="Aswathy Mohan" userId="8ec7b060-ec9d-4a76-a81c-f80212d9386c" providerId="ADAL" clId="{A2D8F3F3-AB79-5800-97AF-2AFE679C11CA}" dt="2026-10-06T06:03:29.710" v="264" actId="2696"/>
        <pc:sldMkLst>
          <pc:docMk/>
          <pc:sldMk cId="186560315" sldId="259"/>
        </pc:sldMkLst>
        <pc:spChg chg="mod">
          <ac:chgData name="Aswathy Mohan" userId="8ec7b060-ec9d-4a76-a81c-f80212d9386c" providerId="ADAL" clId="{A2D8F3F3-AB79-5800-97AF-2AFE679C11CA}" dt="2026-10-06T05:30:08.322" v="22" actId="27636"/>
          <ac:spMkLst>
            <pc:docMk/>
            <pc:sldMk cId="186560315" sldId="259"/>
            <ac:spMk id="2" creationId="{ADB66AF4-EA33-41F4-B9A5-E37D1BB72888}"/>
          </ac:spMkLst>
        </pc:spChg>
        <pc:spChg chg="mod">
          <ac:chgData name="Aswathy Mohan" userId="8ec7b060-ec9d-4a76-a81c-f80212d9386c" providerId="ADAL" clId="{A2D8F3F3-AB79-5800-97AF-2AFE679C11CA}" dt="2026-10-06T05:22:13.235" v="15" actId="255"/>
          <ac:spMkLst>
            <pc:docMk/>
            <pc:sldMk cId="186560315" sldId="259"/>
            <ac:spMk id="3" creationId="{73440095-F6D8-4127-A5C3-16C5E919C608}"/>
          </ac:spMkLst>
        </pc:spChg>
        <pc:spChg chg="mod">
          <ac:chgData name="Aswathy Mohan" userId="8ec7b060-ec9d-4a76-a81c-f80212d9386c" providerId="ADAL" clId="{A2D8F3F3-AB79-5800-97AF-2AFE679C11CA}" dt="2026-10-06T05:30:08.321" v="21" actId="27636"/>
          <ac:spMkLst>
            <pc:docMk/>
            <pc:sldMk cId="186560315" sldId="259"/>
            <ac:spMk id="4" creationId="{9929DB23-FFBF-46CA-A0D3-DF81C29D5B8B}"/>
          </ac:spMkLst>
        </pc:spChg>
        <pc:spChg chg="mod">
          <ac:chgData name="Aswathy Mohan" userId="8ec7b060-ec9d-4a76-a81c-f80212d9386c" providerId="ADAL" clId="{A2D8F3F3-AB79-5800-97AF-2AFE679C11CA}" dt="2026-10-06T05:33:18.595" v="124" actId="1076"/>
          <ac:spMkLst>
            <pc:docMk/>
            <pc:sldMk cId="186560315" sldId="259"/>
            <ac:spMk id="5" creationId="{BD1DADBE-B8F4-4ED8-AD8A-1503B790D6A2}"/>
          </ac:spMkLst>
        </pc:spChg>
        <pc:spChg chg="mod">
          <ac:chgData name="Aswathy Mohan" userId="8ec7b060-ec9d-4a76-a81c-f80212d9386c" providerId="ADAL" clId="{A2D8F3F3-AB79-5800-97AF-2AFE679C11CA}" dt="2026-10-06T05:33:42.339" v="144" actId="1076"/>
          <ac:spMkLst>
            <pc:docMk/>
            <pc:sldMk cId="186560315" sldId="259"/>
            <ac:spMk id="7" creationId="{764113E6-B9C8-4688-8977-440C5C7AE82B}"/>
          </ac:spMkLst>
        </pc:spChg>
        <pc:spChg chg="mod">
          <ac:chgData name="Aswathy Mohan" userId="8ec7b060-ec9d-4a76-a81c-f80212d9386c" providerId="ADAL" clId="{A2D8F3F3-AB79-5800-97AF-2AFE679C11CA}" dt="2026-10-06T05:33:47.511" v="145" actId="14100"/>
          <ac:spMkLst>
            <pc:docMk/>
            <pc:sldMk cId="186560315" sldId="259"/>
            <ac:spMk id="9" creationId="{23BD20C5-1724-451A-A176-2079800BEE70}"/>
          </ac:spMkLst>
        </pc:spChg>
        <pc:spChg chg="mod">
          <ac:chgData name="Aswathy Mohan" userId="8ec7b060-ec9d-4a76-a81c-f80212d9386c" providerId="ADAL" clId="{A2D8F3F3-AB79-5800-97AF-2AFE679C11CA}" dt="2026-10-06T05:33:34.520" v="142" actId="1037"/>
          <ac:spMkLst>
            <pc:docMk/>
            <pc:sldMk cId="186560315" sldId="259"/>
            <ac:spMk id="10" creationId="{160BE092-52A2-4A45-9481-93AC775D35A3}"/>
          </ac:spMkLst>
        </pc:spChg>
        <pc:spChg chg="mod">
          <ac:chgData name="Aswathy Mohan" userId="8ec7b060-ec9d-4a76-a81c-f80212d9386c" providerId="ADAL" clId="{A2D8F3F3-AB79-5800-97AF-2AFE679C11CA}" dt="2026-10-06T05:33:50.877" v="146" actId="14100"/>
          <ac:spMkLst>
            <pc:docMk/>
            <pc:sldMk cId="186560315" sldId="259"/>
            <ac:spMk id="11" creationId="{9EE2E90E-A560-4A80-A155-0850D2BDCDB1}"/>
          </ac:spMkLst>
        </pc:spChg>
        <pc:spChg chg="mod">
          <ac:chgData name="Aswathy Mohan" userId="8ec7b060-ec9d-4a76-a81c-f80212d9386c" providerId="ADAL" clId="{A2D8F3F3-AB79-5800-97AF-2AFE679C11CA}" dt="2026-10-06T05:33:34.520" v="142" actId="1037"/>
          <ac:spMkLst>
            <pc:docMk/>
            <pc:sldMk cId="186560315" sldId="259"/>
            <ac:spMk id="12" creationId="{128F870C-36DA-4E91-A553-FB1388157A48}"/>
          </ac:spMkLst>
        </pc:spChg>
        <pc:spChg chg="mod">
          <ac:chgData name="Aswathy Mohan" userId="8ec7b060-ec9d-4a76-a81c-f80212d9386c" providerId="ADAL" clId="{A2D8F3F3-AB79-5800-97AF-2AFE679C11CA}" dt="2026-10-06T05:33:34.520" v="142" actId="1037"/>
          <ac:spMkLst>
            <pc:docMk/>
            <pc:sldMk cId="186560315" sldId="259"/>
            <ac:spMk id="14" creationId="{A82AAF22-47B5-46AE-A389-43F61823FCB8}"/>
          </ac:spMkLst>
        </pc:spChg>
        <pc:spChg chg="mod">
          <ac:chgData name="Aswathy Mohan" userId="8ec7b060-ec9d-4a76-a81c-f80212d9386c" providerId="ADAL" clId="{A2D8F3F3-AB79-5800-97AF-2AFE679C11CA}" dt="2026-10-06T05:33:34.520" v="142" actId="1037"/>
          <ac:spMkLst>
            <pc:docMk/>
            <pc:sldMk cId="186560315" sldId="259"/>
            <ac:spMk id="15" creationId="{7D553DE3-11D3-4D45-AD45-03985DE0B940}"/>
          </ac:spMkLst>
        </pc:spChg>
        <pc:spChg chg="mod">
          <ac:chgData name="Aswathy Mohan" userId="8ec7b060-ec9d-4a76-a81c-f80212d9386c" providerId="ADAL" clId="{A2D8F3F3-AB79-5800-97AF-2AFE679C11CA}" dt="2026-10-06T05:33:34.520" v="142" actId="1037"/>
          <ac:spMkLst>
            <pc:docMk/>
            <pc:sldMk cId="186560315" sldId="259"/>
            <ac:spMk id="16" creationId="{13049C4E-74BD-49E7-AD60-36536A3AA9D3}"/>
          </ac:spMkLst>
        </pc:spChg>
        <pc:spChg chg="mod">
          <ac:chgData name="Aswathy Mohan" userId="8ec7b060-ec9d-4a76-a81c-f80212d9386c" providerId="ADAL" clId="{A2D8F3F3-AB79-5800-97AF-2AFE679C11CA}" dt="2026-10-06T05:33:34.520" v="142" actId="1037"/>
          <ac:spMkLst>
            <pc:docMk/>
            <pc:sldMk cId="186560315" sldId="259"/>
            <ac:spMk id="17" creationId="{78A33D0C-EB67-4E4D-81E9-467321C5969E}"/>
          </ac:spMkLst>
        </pc:spChg>
        <pc:spChg chg="mod">
          <ac:chgData name="Aswathy Mohan" userId="8ec7b060-ec9d-4a76-a81c-f80212d9386c" providerId="ADAL" clId="{A2D8F3F3-AB79-5800-97AF-2AFE679C11CA}" dt="2026-10-06T05:22:02.786" v="13" actId="255"/>
          <ac:spMkLst>
            <pc:docMk/>
            <pc:sldMk cId="186560315" sldId="259"/>
            <ac:spMk id="19" creationId="{B0B87637-5552-4650-8CC5-1809C9F4510D}"/>
          </ac:spMkLst>
        </pc:spChg>
        <pc:spChg chg="mod">
          <ac:chgData name="Aswathy Mohan" userId="8ec7b060-ec9d-4a76-a81c-f80212d9386c" providerId="ADAL" clId="{A2D8F3F3-AB79-5800-97AF-2AFE679C11CA}" dt="2026-10-06T05:22:08.208" v="14" actId="255"/>
          <ac:spMkLst>
            <pc:docMk/>
            <pc:sldMk cId="186560315" sldId="259"/>
            <ac:spMk id="20" creationId="{95B03A0F-6227-433E-B90F-3ACAB1F7D040}"/>
          </ac:spMkLst>
        </pc:spChg>
      </pc:sldChg>
      <pc:sldChg chg="modSp del mod">
        <pc:chgData name="Aswathy Mohan" userId="8ec7b060-ec9d-4a76-a81c-f80212d9386c" providerId="ADAL" clId="{A2D8F3F3-AB79-5800-97AF-2AFE679C11CA}" dt="2026-10-06T06:03:55.637" v="265" actId="2696"/>
        <pc:sldMkLst>
          <pc:docMk/>
          <pc:sldMk cId="1267142541" sldId="260"/>
        </pc:sldMkLst>
        <pc:spChg chg="mod">
          <ac:chgData name="Aswathy Mohan" userId="8ec7b060-ec9d-4a76-a81c-f80212d9386c" providerId="ADAL" clId="{A2D8F3F3-AB79-5800-97AF-2AFE679C11CA}" dt="2026-10-06T05:30:08.919" v="24" actId="27636"/>
          <ac:spMkLst>
            <pc:docMk/>
            <pc:sldMk cId="1267142541" sldId="260"/>
            <ac:spMk id="2" creationId="{605B0CA3-5864-43F9-92D5-3E5494E301E5}"/>
          </ac:spMkLst>
        </pc:spChg>
        <pc:spChg chg="mod">
          <ac:chgData name="Aswathy Mohan" userId="8ec7b060-ec9d-4a76-a81c-f80212d9386c" providerId="ADAL" clId="{A2D8F3F3-AB79-5800-97AF-2AFE679C11CA}" dt="2026-10-06T05:30:08.919" v="25" actId="27636"/>
          <ac:spMkLst>
            <pc:docMk/>
            <pc:sldMk cId="1267142541" sldId="260"/>
            <ac:spMk id="3" creationId="{76C82C23-ACF7-46AF-8391-9BE32D4C1A0F}"/>
          </ac:spMkLst>
        </pc:spChg>
        <pc:spChg chg="mod">
          <ac:chgData name="Aswathy Mohan" userId="8ec7b060-ec9d-4a76-a81c-f80212d9386c" providerId="ADAL" clId="{A2D8F3F3-AB79-5800-97AF-2AFE679C11CA}" dt="2026-10-06T05:30:08.918" v="23" actId="27636"/>
          <ac:spMkLst>
            <pc:docMk/>
            <pc:sldMk cId="1267142541" sldId="260"/>
            <ac:spMk id="4" creationId="{2F124C5C-D8F9-4531-B546-070A16CA64A0}"/>
          </ac:spMkLst>
        </pc:spChg>
        <pc:spChg chg="mod">
          <ac:chgData name="Aswathy Mohan" userId="8ec7b060-ec9d-4a76-a81c-f80212d9386c" providerId="ADAL" clId="{A2D8F3F3-AB79-5800-97AF-2AFE679C11CA}" dt="2026-10-06T05:30:08.920" v="26" actId="27636"/>
          <ac:spMkLst>
            <pc:docMk/>
            <pc:sldMk cId="1267142541" sldId="260"/>
            <ac:spMk id="17" creationId="{14F0931B-56EA-4151-BA35-1F640C242BA5}"/>
          </ac:spMkLst>
        </pc:spChg>
      </pc:sldChg>
      <pc:sldChg chg="modSp mod">
        <pc:chgData name="Aswathy Mohan" userId="8ec7b060-ec9d-4a76-a81c-f80212d9386c" providerId="ADAL" clId="{A2D8F3F3-AB79-5800-97AF-2AFE679C11CA}" dt="2026-10-06T06:05:14.028" v="270" actId="255"/>
        <pc:sldMkLst>
          <pc:docMk/>
          <pc:sldMk cId="1107197954" sldId="261"/>
        </pc:sldMkLst>
        <pc:spChg chg="mod">
          <ac:chgData name="Aswathy Mohan" userId="8ec7b060-ec9d-4a76-a81c-f80212d9386c" providerId="ADAL" clId="{A2D8F3F3-AB79-5800-97AF-2AFE679C11CA}" dt="2026-10-06T05:30:08.924" v="31" actId="27636"/>
          <ac:spMkLst>
            <pc:docMk/>
            <pc:sldMk cId="1107197954" sldId="261"/>
            <ac:spMk id="2" creationId="{495FEC96-A80B-406D-B63B-5F3B47A6986C}"/>
          </ac:spMkLst>
        </pc:spChg>
        <pc:spChg chg="mod">
          <ac:chgData name="Aswathy Mohan" userId="8ec7b060-ec9d-4a76-a81c-f80212d9386c" providerId="ADAL" clId="{A2D8F3F3-AB79-5800-97AF-2AFE679C11CA}" dt="2026-10-06T06:04:03.783" v="266" actId="255"/>
          <ac:spMkLst>
            <pc:docMk/>
            <pc:sldMk cId="1107197954" sldId="261"/>
            <ac:spMk id="3" creationId="{1A8C8AFE-90F2-48A3-83FF-E3CF72C6FC19}"/>
          </ac:spMkLst>
        </pc:spChg>
        <pc:spChg chg="mod">
          <ac:chgData name="Aswathy Mohan" userId="8ec7b060-ec9d-4a76-a81c-f80212d9386c" providerId="ADAL" clId="{A2D8F3F3-AB79-5800-97AF-2AFE679C11CA}" dt="2026-10-06T05:30:08.922" v="27" actId="27636"/>
          <ac:spMkLst>
            <pc:docMk/>
            <pc:sldMk cId="1107197954" sldId="261"/>
            <ac:spMk id="4" creationId="{13D19075-4CDA-4998-9B15-57F3F3CDDE12}"/>
          </ac:spMkLst>
        </pc:spChg>
        <pc:spChg chg="mod">
          <ac:chgData name="Aswathy Mohan" userId="8ec7b060-ec9d-4a76-a81c-f80212d9386c" providerId="ADAL" clId="{A2D8F3F3-AB79-5800-97AF-2AFE679C11CA}" dt="2026-10-06T06:04:53.179" v="267" actId="255"/>
          <ac:spMkLst>
            <pc:docMk/>
            <pc:sldMk cId="1107197954" sldId="261"/>
            <ac:spMk id="8" creationId="{12DA72DD-6E96-4423-B373-B35254B53C5F}"/>
          </ac:spMkLst>
        </pc:spChg>
        <pc:spChg chg="mod">
          <ac:chgData name="Aswathy Mohan" userId="8ec7b060-ec9d-4a76-a81c-f80212d9386c" providerId="ADAL" clId="{A2D8F3F3-AB79-5800-97AF-2AFE679C11CA}" dt="2026-10-06T06:05:14.028" v="270" actId="255"/>
          <ac:spMkLst>
            <pc:docMk/>
            <pc:sldMk cId="1107197954" sldId="261"/>
            <ac:spMk id="9" creationId="{6834017D-F02E-4B5B-9FFE-920523D37906}"/>
          </ac:spMkLst>
        </pc:spChg>
        <pc:spChg chg="mod">
          <ac:chgData name="Aswathy Mohan" userId="8ec7b060-ec9d-4a76-a81c-f80212d9386c" providerId="ADAL" clId="{A2D8F3F3-AB79-5800-97AF-2AFE679C11CA}" dt="2026-10-06T06:05:01.154" v="268" actId="255"/>
          <ac:spMkLst>
            <pc:docMk/>
            <pc:sldMk cId="1107197954" sldId="261"/>
            <ac:spMk id="10" creationId="{56224578-E838-411A-A78C-2F98C72825B5}"/>
          </ac:spMkLst>
        </pc:spChg>
        <pc:spChg chg="mod">
          <ac:chgData name="Aswathy Mohan" userId="8ec7b060-ec9d-4a76-a81c-f80212d9386c" providerId="ADAL" clId="{A2D8F3F3-AB79-5800-97AF-2AFE679C11CA}" dt="2026-10-06T06:05:07.403" v="269" actId="255"/>
          <ac:spMkLst>
            <pc:docMk/>
            <pc:sldMk cId="1107197954" sldId="261"/>
            <ac:spMk id="11" creationId="{FB065C5C-9E62-4761-B873-7450FECB03CD}"/>
          </ac:spMkLst>
        </pc:spChg>
      </pc:sldChg>
      <pc:sldChg chg="modSp mod">
        <pc:chgData name="Aswathy Mohan" userId="8ec7b060-ec9d-4a76-a81c-f80212d9386c" providerId="ADAL" clId="{A2D8F3F3-AB79-5800-97AF-2AFE679C11CA}" dt="2026-10-06T06:06:03.132" v="272" actId="1038"/>
        <pc:sldMkLst>
          <pc:docMk/>
          <pc:sldMk cId="1183725721" sldId="262"/>
        </pc:sldMkLst>
        <pc:spChg chg="mod">
          <ac:chgData name="Aswathy Mohan" userId="8ec7b060-ec9d-4a76-a81c-f80212d9386c" providerId="ADAL" clId="{A2D8F3F3-AB79-5800-97AF-2AFE679C11CA}" dt="2026-10-06T05:30:08.927" v="35" actId="27636"/>
          <ac:spMkLst>
            <pc:docMk/>
            <pc:sldMk cId="1183725721" sldId="262"/>
            <ac:spMk id="2" creationId="{2D6D55CD-8EF6-49C3-8372-879E6819F3B5}"/>
          </ac:spMkLst>
        </pc:spChg>
        <pc:spChg chg="mod">
          <ac:chgData name="Aswathy Mohan" userId="8ec7b060-ec9d-4a76-a81c-f80212d9386c" providerId="ADAL" clId="{A2D8F3F3-AB79-5800-97AF-2AFE679C11CA}" dt="2026-10-06T06:05:24.419" v="271" actId="255"/>
          <ac:spMkLst>
            <pc:docMk/>
            <pc:sldMk cId="1183725721" sldId="262"/>
            <ac:spMk id="3" creationId="{9131C5C3-5186-4D9A-83F6-C24FED6759B2}"/>
          </ac:spMkLst>
        </pc:spChg>
        <pc:spChg chg="mod">
          <ac:chgData name="Aswathy Mohan" userId="8ec7b060-ec9d-4a76-a81c-f80212d9386c" providerId="ADAL" clId="{A2D8F3F3-AB79-5800-97AF-2AFE679C11CA}" dt="2026-10-06T05:30:08.926" v="34" actId="27636"/>
          <ac:spMkLst>
            <pc:docMk/>
            <pc:sldMk cId="1183725721" sldId="262"/>
            <ac:spMk id="4" creationId="{6AF4EFFF-3ABC-44CE-A083-16E45EC771FB}"/>
          </ac:spMkLst>
        </pc:spChg>
        <pc:spChg chg="mod">
          <ac:chgData name="Aswathy Mohan" userId="8ec7b060-ec9d-4a76-a81c-f80212d9386c" providerId="ADAL" clId="{A2D8F3F3-AB79-5800-97AF-2AFE679C11CA}" dt="2026-10-06T05:30:08.925" v="33" actId="27636"/>
          <ac:spMkLst>
            <pc:docMk/>
            <pc:sldMk cId="1183725721" sldId="262"/>
            <ac:spMk id="6" creationId="{12C40734-9CDC-4ED8-92DD-AE33B04E2321}"/>
          </ac:spMkLst>
        </pc:spChg>
        <pc:spChg chg="mod">
          <ac:chgData name="Aswathy Mohan" userId="8ec7b060-ec9d-4a76-a81c-f80212d9386c" providerId="ADAL" clId="{A2D8F3F3-AB79-5800-97AF-2AFE679C11CA}" dt="2026-10-06T06:06:03.132" v="272" actId="1038"/>
          <ac:spMkLst>
            <pc:docMk/>
            <pc:sldMk cId="1183725721" sldId="262"/>
            <ac:spMk id="11" creationId="{A585CBB2-58A3-4A0B-A4EC-7B88F8A9E793}"/>
          </ac:spMkLst>
        </pc:spChg>
      </pc:sldChg>
      <pc:sldChg chg="modSp mod">
        <pc:chgData name="Aswathy Mohan" userId="8ec7b060-ec9d-4a76-a81c-f80212d9386c" providerId="ADAL" clId="{A2D8F3F3-AB79-5800-97AF-2AFE679C11CA}" dt="2026-10-06T06:06:37.867" v="273" actId="255"/>
        <pc:sldMkLst>
          <pc:docMk/>
          <pc:sldMk cId="607044166" sldId="263"/>
        </pc:sldMkLst>
        <pc:spChg chg="mod">
          <ac:chgData name="Aswathy Mohan" userId="8ec7b060-ec9d-4a76-a81c-f80212d9386c" providerId="ADAL" clId="{A2D8F3F3-AB79-5800-97AF-2AFE679C11CA}" dt="2026-10-06T05:30:08.930" v="39" actId="27636"/>
          <ac:spMkLst>
            <pc:docMk/>
            <pc:sldMk cId="607044166" sldId="263"/>
            <ac:spMk id="2" creationId="{FF9A05AD-6C56-4D63-9E1C-D1B220A69AED}"/>
          </ac:spMkLst>
        </pc:spChg>
        <pc:spChg chg="mod">
          <ac:chgData name="Aswathy Mohan" userId="8ec7b060-ec9d-4a76-a81c-f80212d9386c" providerId="ADAL" clId="{A2D8F3F3-AB79-5800-97AF-2AFE679C11CA}" dt="2026-10-06T06:06:37.867" v="273" actId="255"/>
          <ac:spMkLst>
            <pc:docMk/>
            <pc:sldMk cId="607044166" sldId="263"/>
            <ac:spMk id="3" creationId="{1FC81A3C-3D3C-4797-9CB7-9CABD61B9812}"/>
          </ac:spMkLst>
        </pc:spChg>
        <pc:spChg chg="mod">
          <ac:chgData name="Aswathy Mohan" userId="8ec7b060-ec9d-4a76-a81c-f80212d9386c" providerId="ADAL" clId="{A2D8F3F3-AB79-5800-97AF-2AFE679C11CA}" dt="2026-10-06T05:30:08.929" v="36" actId="27636"/>
          <ac:spMkLst>
            <pc:docMk/>
            <pc:sldMk cId="607044166" sldId="263"/>
            <ac:spMk id="4" creationId="{ED0AD7DC-4D4C-43F9-9F6C-C11CCABF51ED}"/>
          </ac:spMkLst>
        </pc:spChg>
        <pc:spChg chg="mod">
          <ac:chgData name="Aswathy Mohan" userId="8ec7b060-ec9d-4a76-a81c-f80212d9386c" providerId="ADAL" clId="{A2D8F3F3-AB79-5800-97AF-2AFE679C11CA}" dt="2026-10-06T05:30:08.929" v="37" actId="27636"/>
          <ac:spMkLst>
            <pc:docMk/>
            <pc:sldMk cId="607044166" sldId="263"/>
            <ac:spMk id="8" creationId="{5731B3A1-88E3-4C41-89BD-C8288378BA0D}"/>
          </ac:spMkLst>
        </pc:spChg>
      </pc:sldChg>
      <pc:sldChg chg="addSp delSp modSp mod">
        <pc:chgData name="Aswathy Mohan" userId="8ec7b060-ec9d-4a76-a81c-f80212d9386c" providerId="ADAL" clId="{A2D8F3F3-AB79-5800-97AF-2AFE679C11CA}" dt="2026-10-06T06:19:01.474" v="332" actId="1076"/>
        <pc:sldMkLst>
          <pc:docMk/>
          <pc:sldMk cId="1688221963" sldId="264"/>
        </pc:sldMkLst>
        <pc:spChg chg="mod">
          <ac:chgData name="Aswathy Mohan" userId="8ec7b060-ec9d-4a76-a81c-f80212d9386c" providerId="ADAL" clId="{A2D8F3F3-AB79-5800-97AF-2AFE679C11CA}" dt="2026-10-06T05:30:08.933" v="44" actId="27636"/>
          <ac:spMkLst>
            <pc:docMk/>
            <pc:sldMk cId="1688221963" sldId="264"/>
            <ac:spMk id="2" creationId="{EF19A2A4-EAE8-49BB-A25B-638DE5BF4B87}"/>
          </ac:spMkLst>
        </pc:spChg>
        <pc:spChg chg="mod">
          <ac:chgData name="Aswathy Mohan" userId="8ec7b060-ec9d-4a76-a81c-f80212d9386c" providerId="ADAL" clId="{A2D8F3F3-AB79-5800-97AF-2AFE679C11CA}" dt="2026-10-06T06:10:57.473" v="274" actId="255"/>
          <ac:spMkLst>
            <pc:docMk/>
            <pc:sldMk cId="1688221963" sldId="264"/>
            <ac:spMk id="3" creationId="{43BED59F-7A8C-4F93-9EFC-03206DC36B6E}"/>
          </ac:spMkLst>
        </pc:spChg>
        <pc:spChg chg="mod">
          <ac:chgData name="Aswathy Mohan" userId="8ec7b060-ec9d-4a76-a81c-f80212d9386c" providerId="ADAL" clId="{A2D8F3F3-AB79-5800-97AF-2AFE679C11CA}" dt="2026-10-06T05:30:08.932" v="43" actId="27636"/>
          <ac:spMkLst>
            <pc:docMk/>
            <pc:sldMk cId="1688221963" sldId="264"/>
            <ac:spMk id="4" creationId="{A5F955C8-F512-4E7B-8283-6843E9DBCECA}"/>
          </ac:spMkLst>
        </pc:spChg>
        <pc:spChg chg="mod">
          <ac:chgData name="Aswathy Mohan" userId="8ec7b060-ec9d-4a76-a81c-f80212d9386c" providerId="ADAL" clId="{A2D8F3F3-AB79-5800-97AF-2AFE679C11CA}" dt="2026-10-06T06:17:23.787" v="307" actId="1035"/>
          <ac:spMkLst>
            <pc:docMk/>
            <pc:sldMk cId="1688221963" sldId="264"/>
            <ac:spMk id="5" creationId="{CAF2B362-CBB5-4318-8F94-D282B8C6B086}"/>
          </ac:spMkLst>
        </pc:spChg>
        <pc:spChg chg="mod">
          <ac:chgData name="Aswathy Mohan" userId="8ec7b060-ec9d-4a76-a81c-f80212d9386c" providerId="ADAL" clId="{A2D8F3F3-AB79-5800-97AF-2AFE679C11CA}" dt="2026-10-06T06:17:23.787" v="307" actId="1035"/>
          <ac:spMkLst>
            <pc:docMk/>
            <pc:sldMk cId="1688221963" sldId="264"/>
            <ac:spMk id="6" creationId="{5C1D64FC-FB7D-48BE-9871-DB7B516B55E0}"/>
          </ac:spMkLst>
        </pc:spChg>
        <pc:spChg chg="mod">
          <ac:chgData name="Aswathy Mohan" userId="8ec7b060-ec9d-4a76-a81c-f80212d9386c" providerId="ADAL" clId="{A2D8F3F3-AB79-5800-97AF-2AFE679C11CA}" dt="2026-10-06T06:17:23.787" v="307" actId="1035"/>
          <ac:spMkLst>
            <pc:docMk/>
            <pc:sldMk cId="1688221963" sldId="264"/>
            <ac:spMk id="7" creationId="{FB99FBD2-F416-4E76-BD5F-F83567482956}"/>
          </ac:spMkLst>
        </pc:spChg>
        <pc:spChg chg="mod">
          <ac:chgData name="Aswathy Mohan" userId="8ec7b060-ec9d-4a76-a81c-f80212d9386c" providerId="ADAL" clId="{A2D8F3F3-AB79-5800-97AF-2AFE679C11CA}" dt="2026-10-06T06:17:23.787" v="307" actId="1035"/>
          <ac:spMkLst>
            <pc:docMk/>
            <pc:sldMk cId="1688221963" sldId="264"/>
            <ac:spMk id="8" creationId="{ED6114AA-AF82-43AB-8BC7-B54657DAEFC6}"/>
          </ac:spMkLst>
        </pc:spChg>
        <pc:spChg chg="mod">
          <ac:chgData name="Aswathy Mohan" userId="8ec7b060-ec9d-4a76-a81c-f80212d9386c" providerId="ADAL" clId="{A2D8F3F3-AB79-5800-97AF-2AFE679C11CA}" dt="2026-10-06T06:17:23.787" v="307" actId="1035"/>
          <ac:spMkLst>
            <pc:docMk/>
            <pc:sldMk cId="1688221963" sldId="264"/>
            <ac:spMk id="10" creationId="{31348566-DBA9-493B-B810-7AE6EA09892D}"/>
          </ac:spMkLst>
        </pc:spChg>
        <pc:spChg chg="mod">
          <ac:chgData name="Aswathy Mohan" userId="8ec7b060-ec9d-4a76-a81c-f80212d9386c" providerId="ADAL" clId="{A2D8F3F3-AB79-5800-97AF-2AFE679C11CA}" dt="2026-10-06T06:17:23.787" v="307" actId="1035"/>
          <ac:spMkLst>
            <pc:docMk/>
            <pc:sldMk cId="1688221963" sldId="264"/>
            <ac:spMk id="12" creationId="{CC0F2C92-0CB6-4C91-B840-5C5EDA3FA209}"/>
          </ac:spMkLst>
        </pc:spChg>
        <pc:spChg chg="mod">
          <ac:chgData name="Aswathy Mohan" userId="8ec7b060-ec9d-4a76-a81c-f80212d9386c" providerId="ADAL" clId="{A2D8F3F3-AB79-5800-97AF-2AFE679C11CA}" dt="2026-10-06T06:17:30.261" v="318" actId="1035"/>
          <ac:spMkLst>
            <pc:docMk/>
            <pc:sldMk cId="1688221963" sldId="264"/>
            <ac:spMk id="13" creationId="{91910AB0-0E93-4C83-8373-9AE8EAA3713B}"/>
          </ac:spMkLst>
        </pc:spChg>
        <pc:spChg chg="mod">
          <ac:chgData name="Aswathy Mohan" userId="8ec7b060-ec9d-4a76-a81c-f80212d9386c" providerId="ADAL" clId="{A2D8F3F3-AB79-5800-97AF-2AFE679C11CA}" dt="2026-10-06T06:17:30.261" v="318" actId="1035"/>
          <ac:spMkLst>
            <pc:docMk/>
            <pc:sldMk cId="1688221963" sldId="264"/>
            <ac:spMk id="14" creationId="{E7AFD6C0-2865-4CE8-8F95-4DFDBE92695D}"/>
          </ac:spMkLst>
        </pc:spChg>
        <pc:spChg chg="mod">
          <ac:chgData name="Aswathy Mohan" userId="8ec7b060-ec9d-4a76-a81c-f80212d9386c" providerId="ADAL" clId="{A2D8F3F3-AB79-5800-97AF-2AFE679C11CA}" dt="2026-10-06T06:18:26.432" v="327" actId="20577"/>
          <ac:spMkLst>
            <pc:docMk/>
            <pc:sldMk cId="1688221963" sldId="264"/>
            <ac:spMk id="15" creationId="{C4562366-F52D-4C56-ACA3-2FE98E815AE7}"/>
          </ac:spMkLst>
        </pc:spChg>
        <pc:spChg chg="mod">
          <ac:chgData name="Aswathy Mohan" userId="8ec7b060-ec9d-4a76-a81c-f80212d9386c" providerId="ADAL" clId="{A2D8F3F3-AB79-5800-97AF-2AFE679C11CA}" dt="2026-10-06T06:17:30.261" v="318" actId="1035"/>
          <ac:spMkLst>
            <pc:docMk/>
            <pc:sldMk cId="1688221963" sldId="264"/>
            <ac:spMk id="16" creationId="{8E1DEE3D-5D9D-4D88-A701-A21F8F43D12E}"/>
          </ac:spMkLst>
        </pc:spChg>
        <pc:spChg chg="add del mod">
          <ac:chgData name="Aswathy Mohan" userId="8ec7b060-ec9d-4a76-a81c-f80212d9386c" providerId="ADAL" clId="{A2D8F3F3-AB79-5800-97AF-2AFE679C11CA}" dt="2026-10-06T06:17:57.706" v="322" actId="478"/>
          <ac:spMkLst>
            <pc:docMk/>
            <pc:sldMk cId="1688221963" sldId="264"/>
            <ac:spMk id="19" creationId="{1C7C3CD9-9906-BF53-E82A-77633A737A19}"/>
          </ac:spMkLst>
        </pc:spChg>
        <pc:spChg chg="add del mod">
          <ac:chgData name="Aswathy Mohan" userId="8ec7b060-ec9d-4a76-a81c-f80212d9386c" providerId="ADAL" clId="{A2D8F3F3-AB79-5800-97AF-2AFE679C11CA}" dt="2026-10-06T06:18:48.178" v="330" actId="478"/>
          <ac:spMkLst>
            <pc:docMk/>
            <pc:sldMk cId="1688221963" sldId="264"/>
            <ac:spMk id="21" creationId="{EAE0C24B-25CE-437B-354A-A2FDE5884923}"/>
          </ac:spMkLst>
        </pc:spChg>
        <pc:picChg chg="add mod">
          <ac:chgData name="Aswathy Mohan" userId="8ec7b060-ec9d-4a76-a81c-f80212d9386c" providerId="ADAL" clId="{A2D8F3F3-AB79-5800-97AF-2AFE679C11CA}" dt="2026-10-06T06:19:01.474" v="332" actId="1076"/>
          <ac:picMkLst>
            <pc:docMk/>
            <pc:sldMk cId="1688221963" sldId="264"/>
            <ac:picMk id="22" creationId="{BCC13B61-2D10-644B-B8B3-417CF1358A85}"/>
          </ac:picMkLst>
        </pc:picChg>
      </pc:sldChg>
      <pc:sldChg chg="addSp delSp modSp mod">
        <pc:chgData name="Aswathy Mohan" userId="8ec7b060-ec9d-4a76-a81c-f80212d9386c" providerId="ADAL" clId="{A2D8F3F3-AB79-5800-97AF-2AFE679C11CA}" dt="2026-10-06T06:21:21.982" v="339" actId="1036"/>
        <pc:sldMkLst>
          <pc:docMk/>
          <pc:sldMk cId="974074612" sldId="265"/>
        </pc:sldMkLst>
        <pc:spChg chg="mod">
          <ac:chgData name="Aswathy Mohan" userId="8ec7b060-ec9d-4a76-a81c-f80212d9386c" providerId="ADAL" clId="{A2D8F3F3-AB79-5800-97AF-2AFE679C11CA}" dt="2026-10-06T05:30:08.935" v="48" actId="27636"/>
          <ac:spMkLst>
            <pc:docMk/>
            <pc:sldMk cId="974074612" sldId="265"/>
            <ac:spMk id="2" creationId="{7D6C52E5-A909-4E50-91FE-8650565B7CCB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3" creationId="{DD3E5D7D-D962-4A8C-A23D-18A9AC140FF4}"/>
          </ac:spMkLst>
        </pc:spChg>
        <pc:spChg chg="mod">
          <ac:chgData name="Aswathy Mohan" userId="8ec7b060-ec9d-4a76-a81c-f80212d9386c" providerId="ADAL" clId="{A2D8F3F3-AB79-5800-97AF-2AFE679C11CA}" dt="2026-10-06T05:30:08.935" v="49" actId="27636"/>
          <ac:spMkLst>
            <pc:docMk/>
            <pc:sldMk cId="974074612" sldId="265"/>
            <ac:spMk id="4" creationId="{71E9F2EE-DE3D-4965-B82B-20CE312BA7F2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5" creationId="{B0436F46-2D61-4F7F-B7CF-B3A228509F84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6" creationId="{8B07E9B2-846E-4510-90B9-8C4F519F8F81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7" creationId="{DC693B52-6680-41DE-98EB-90B7A92AF8CF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8" creationId="{EC9AE85C-0649-4D17-9D0E-BA001C91CEF3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9" creationId="{01E0E1D8-3711-43C0-85EF-A94EB1E80320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10" creationId="{45CCC36C-19CD-48D2-B090-9519220A9591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11" creationId="{639B1496-8C03-44C5-9B81-CA455EEE14A3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12" creationId="{C8A3A93A-8694-4729-AF04-A290600BED6B}"/>
          </ac:spMkLst>
        </pc:spChg>
        <pc:spChg chg="mod">
          <ac:chgData name="Aswathy Mohan" userId="8ec7b060-ec9d-4a76-a81c-f80212d9386c" providerId="ADAL" clId="{A2D8F3F3-AB79-5800-97AF-2AFE679C11CA}" dt="2026-10-06T06:21:21.982" v="339" actId="1036"/>
          <ac:spMkLst>
            <pc:docMk/>
            <pc:sldMk cId="974074612" sldId="265"/>
            <ac:spMk id="13" creationId="{DBD06CA4-D3EC-44AD-9CC1-1DF4DFF7FA6A}"/>
          </ac:spMkLst>
        </pc:spChg>
        <pc:spChg chg="add del mod">
          <ac:chgData name="Aswathy Mohan" userId="8ec7b060-ec9d-4a76-a81c-f80212d9386c" providerId="ADAL" clId="{A2D8F3F3-AB79-5800-97AF-2AFE679C11CA}" dt="2026-10-06T06:21:04.031" v="334" actId="478"/>
          <ac:spMkLst>
            <pc:docMk/>
            <pc:sldMk cId="974074612" sldId="265"/>
            <ac:spMk id="15" creationId="{181203F6-C17F-A8A6-3555-676ABBAFD9AC}"/>
          </ac:spMkLst>
        </pc:spChg>
      </pc:sldChg>
      <pc:sldChg chg="modSp mod">
        <pc:chgData name="Aswathy Mohan" userId="8ec7b060-ec9d-4a76-a81c-f80212d9386c" providerId="ADAL" clId="{A2D8F3F3-AB79-5800-97AF-2AFE679C11CA}" dt="2026-10-06T06:26:15.855" v="345" actId="255"/>
        <pc:sldMkLst>
          <pc:docMk/>
          <pc:sldMk cId="375402897" sldId="266"/>
        </pc:sldMkLst>
        <pc:spChg chg="mod">
          <ac:chgData name="Aswathy Mohan" userId="8ec7b060-ec9d-4a76-a81c-f80212d9386c" providerId="ADAL" clId="{A2D8F3F3-AB79-5800-97AF-2AFE679C11CA}" dt="2026-10-06T05:30:08.939" v="53" actId="27636"/>
          <ac:spMkLst>
            <pc:docMk/>
            <pc:sldMk cId="375402897" sldId="266"/>
            <ac:spMk id="2" creationId="{1034CC60-FCE5-44DB-9406-AE676717AE3E}"/>
          </ac:spMkLst>
        </pc:spChg>
        <pc:spChg chg="mod">
          <ac:chgData name="Aswathy Mohan" userId="8ec7b060-ec9d-4a76-a81c-f80212d9386c" providerId="ADAL" clId="{A2D8F3F3-AB79-5800-97AF-2AFE679C11CA}" dt="2026-10-06T06:26:15.855" v="345" actId="255"/>
          <ac:spMkLst>
            <pc:docMk/>
            <pc:sldMk cId="375402897" sldId="266"/>
            <ac:spMk id="3" creationId="{FD82BE69-38E5-440C-AC07-663F29FD07E1}"/>
          </ac:spMkLst>
        </pc:spChg>
        <pc:spChg chg="mod">
          <ac:chgData name="Aswathy Mohan" userId="8ec7b060-ec9d-4a76-a81c-f80212d9386c" providerId="ADAL" clId="{A2D8F3F3-AB79-5800-97AF-2AFE679C11CA}" dt="2026-10-06T05:30:08.939" v="54" actId="27636"/>
          <ac:spMkLst>
            <pc:docMk/>
            <pc:sldMk cId="375402897" sldId="266"/>
            <ac:spMk id="4" creationId="{62348E4A-F7C2-4043-A08D-0F01CE9DF6E2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5" creationId="{1FAC9DCE-A317-4BC3-87F9-35D26A407AA2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6" creationId="{78D77DAE-F27B-45F2-A71E-557F7A1BD3D8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7" creationId="{4BBFE2F1-E5D2-4E4A-BFC9-01A592678CC1}"/>
          </ac:spMkLst>
        </pc:spChg>
        <pc:spChg chg="mod">
          <ac:chgData name="Aswathy Mohan" userId="8ec7b060-ec9d-4a76-a81c-f80212d9386c" providerId="ADAL" clId="{A2D8F3F3-AB79-5800-97AF-2AFE679C11CA}" dt="2026-10-06T05:30:08.938" v="50" actId="27636"/>
          <ac:spMkLst>
            <pc:docMk/>
            <pc:sldMk cId="375402897" sldId="266"/>
            <ac:spMk id="8" creationId="{9A3B7879-4467-4A6E-B470-44265A45E6F6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10" creationId="{9E7EDC82-E6E5-4B43-B485-4AD009875682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11" creationId="{140C9E1A-B613-46C8-9C61-5655F5A5E780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12" creationId="{54D1DA4E-4420-4C8D-868C-5335A52788CD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13" creationId="{82CF1ECA-F0C7-44EC-BE51-7CB7634EFE9A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14" creationId="{2584187D-1B95-48A7-80E7-9F948A1C6E2F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17" creationId="{9754302B-E8B6-4A72-8AA9-51E9F499B2C8}"/>
          </ac:spMkLst>
        </pc:spChg>
        <pc:spChg chg="mod">
          <ac:chgData name="Aswathy Mohan" userId="8ec7b060-ec9d-4a76-a81c-f80212d9386c" providerId="ADAL" clId="{A2D8F3F3-AB79-5800-97AF-2AFE679C11CA}" dt="2026-10-06T06:26:08.916" v="344" actId="255"/>
          <ac:spMkLst>
            <pc:docMk/>
            <pc:sldMk cId="375402897" sldId="266"/>
            <ac:spMk id="20" creationId="{8182FDA1-7473-40EC-BC6F-7C7ADCEBF6B4}"/>
          </ac:spMkLst>
        </pc:spChg>
      </pc:sldChg>
      <pc:sldChg chg="modSp mod">
        <pc:chgData name="Aswathy Mohan" userId="8ec7b060-ec9d-4a76-a81c-f80212d9386c" providerId="ADAL" clId="{A2D8F3F3-AB79-5800-97AF-2AFE679C11CA}" dt="2026-10-06T06:26:34.171" v="346" actId="255"/>
        <pc:sldMkLst>
          <pc:docMk/>
          <pc:sldMk cId="669121046" sldId="267"/>
        </pc:sldMkLst>
        <pc:spChg chg="mod">
          <ac:chgData name="Aswathy Mohan" userId="8ec7b060-ec9d-4a76-a81c-f80212d9386c" providerId="ADAL" clId="{A2D8F3F3-AB79-5800-97AF-2AFE679C11CA}" dt="2026-10-06T05:30:08.942" v="58" actId="27636"/>
          <ac:spMkLst>
            <pc:docMk/>
            <pc:sldMk cId="669121046" sldId="267"/>
            <ac:spMk id="2" creationId="{AA077A81-B254-4AF9-B7CF-9B6CB206FBCC}"/>
          </ac:spMkLst>
        </pc:spChg>
        <pc:spChg chg="mod">
          <ac:chgData name="Aswathy Mohan" userId="8ec7b060-ec9d-4a76-a81c-f80212d9386c" providerId="ADAL" clId="{A2D8F3F3-AB79-5800-97AF-2AFE679C11CA}" dt="2026-10-06T06:15:30.610" v="287" actId="255"/>
          <ac:spMkLst>
            <pc:docMk/>
            <pc:sldMk cId="669121046" sldId="267"/>
            <ac:spMk id="3" creationId="{A2FD1436-36B6-4184-AD4B-2C3581C65FA0}"/>
          </ac:spMkLst>
        </pc:spChg>
        <pc:spChg chg="mod">
          <ac:chgData name="Aswathy Mohan" userId="8ec7b060-ec9d-4a76-a81c-f80212d9386c" providerId="ADAL" clId="{A2D8F3F3-AB79-5800-97AF-2AFE679C11CA}" dt="2026-10-06T05:30:08.941" v="56" actId="27636"/>
          <ac:spMkLst>
            <pc:docMk/>
            <pc:sldMk cId="669121046" sldId="267"/>
            <ac:spMk id="4" creationId="{5F519C32-64E5-46B1-98A5-4C558C7D9D46}"/>
          </ac:spMkLst>
        </pc:spChg>
        <pc:spChg chg="mod">
          <ac:chgData name="Aswathy Mohan" userId="8ec7b060-ec9d-4a76-a81c-f80212d9386c" providerId="ADAL" clId="{A2D8F3F3-AB79-5800-97AF-2AFE679C11CA}" dt="2026-10-06T06:15:36.065" v="288" actId="255"/>
          <ac:spMkLst>
            <pc:docMk/>
            <pc:sldMk cId="669121046" sldId="267"/>
            <ac:spMk id="6" creationId="{028DE439-4D0B-4C24-A0F8-E444DBBCA50A}"/>
          </ac:spMkLst>
        </pc:spChg>
        <pc:spChg chg="mod">
          <ac:chgData name="Aswathy Mohan" userId="8ec7b060-ec9d-4a76-a81c-f80212d9386c" providerId="ADAL" clId="{A2D8F3F3-AB79-5800-97AF-2AFE679C11CA}" dt="2026-10-06T06:25:31.456" v="340" actId="255"/>
          <ac:spMkLst>
            <pc:docMk/>
            <pc:sldMk cId="669121046" sldId="267"/>
            <ac:spMk id="7" creationId="{8B0D18D2-DC92-4639-A933-A36D5E0C6E0A}"/>
          </ac:spMkLst>
        </pc:spChg>
        <pc:spChg chg="mod">
          <ac:chgData name="Aswathy Mohan" userId="8ec7b060-ec9d-4a76-a81c-f80212d9386c" providerId="ADAL" clId="{A2D8F3F3-AB79-5800-97AF-2AFE679C11CA}" dt="2026-10-06T06:15:36.065" v="288" actId="255"/>
          <ac:spMkLst>
            <pc:docMk/>
            <pc:sldMk cId="669121046" sldId="267"/>
            <ac:spMk id="9" creationId="{3F95603B-9050-4F83-9BA9-4B5B8D4CEC04}"/>
          </ac:spMkLst>
        </pc:spChg>
        <pc:spChg chg="mod">
          <ac:chgData name="Aswathy Mohan" userId="8ec7b060-ec9d-4a76-a81c-f80212d9386c" providerId="ADAL" clId="{A2D8F3F3-AB79-5800-97AF-2AFE679C11CA}" dt="2026-10-06T06:25:41.919" v="342" actId="255"/>
          <ac:spMkLst>
            <pc:docMk/>
            <pc:sldMk cId="669121046" sldId="267"/>
            <ac:spMk id="10" creationId="{7B597156-DA4E-447A-BEAF-66C5BAA8B8BE}"/>
          </ac:spMkLst>
        </pc:spChg>
        <pc:spChg chg="mod">
          <ac:chgData name="Aswathy Mohan" userId="8ec7b060-ec9d-4a76-a81c-f80212d9386c" providerId="ADAL" clId="{A2D8F3F3-AB79-5800-97AF-2AFE679C11CA}" dt="2026-10-06T06:26:34.171" v="346" actId="255"/>
          <ac:spMkLst>
            <pc:docMk/>
            <pc:sldMk cId="669121046" sldId="267"/>
            <ac:spMk id="11" creationId="{A0214C3B-4F1B-477C-AE53-61DCECF8BCCB}"/>
          </ac:spMkLst>
        </pc:spChg>
        <pc:spChg chg="mod">
          <ac:chgData name="Aswathy Mohan" userId="8ec7b060-ec9d-4a76-a81c-f80212d9386c" providerId="ADAL" clId="{A2D8F3F3-AB79-5800-97AF-2AFE679C11CA}" dt="2026-10-06T06:26:34.171" v="346" actId="255"/>
          <ac:spMkLst>
            <pc:docMk/>
            <pc:sldMk cId="669121046" sldId="267"/>
            <ac:spMk id="12" creationId="{EBE0BAB2-7DC8-4005-871E-A550ECBF7661}"/>
          </ac:spMkLst>
        </pc:spChg>
        <pc:spChg chg="mod">
          <ac:chgData name="Aswathy Mohan" userId="8ec7b060-ec9d-4a76-a81c-f80212d9386c" providerId="ADAL" clId="{A2D8F3F3-AB79-5800-97AF-2AFE679C11CA}" dt="2026-10-06T06:26:34.171" v="346" actId="255"/>
          <ac:spMkLst>
            <pc:docMk/>
            <pc:sldMk cId="669121046" sldId="267"/>
            <ac:spMk id="13" creationId="{93A8F26E-AA45-40B1-9EEA-7B67CBAFB0E1}"/>
          </ac:spMkLst>
        </pc:spChg>
      </pc:sldChg>
      <pc:sldChg chg="addSp delSp modSp new mod ord">
        <pc:chgData name="Aswathy Mohan" userId="8ec7b060-ec9d-4a76-a81c-f80212d9386c" providerId="ADAL" clId="{A2D8F3F3-AB79-5800-97AF-2AFE679C11CA}" dt="2026-10-06T05:35:09.500" v="263" actId="1076"/>
        <pc:sldMkLst>
          <pc:docMk/>
          <pc:sldMk cId="526414681" sldId="268"/>
        </pc:sldMkLst>
        <pc:spChg chg="add del">
          <ac:chgData name="Aswathy Mohan" userId="8ec7b060-ec9d-4a76-a81c-f80212d9386c" providerId="ADAL" clId="{A2D8F3F3-AB79-5800-97AF-2AFE679C11CA}" dt="2026-10-06T05:29:46.869" v="19" actId="478"/>
          <ac:spMkLst>
            <pc:docMk/>
            <pc:sldMk cId="526414681" sldId="268"/>
            <ac:spMk id="3" creationId="{60AC1CF4-D2B9-AEE2-D463-A8A2742EF673}"/>
          </ac:spMkLst>
        </pc:spChg>
        <pc:spChg chg="add mod">
          <ac:chgData name="Aswathy Mohan" userId="8ec7b060-ec9d-4a76-a81c-f80212d9386c" providerId="ADAL" clId="{A2D8F3F3-AB79-5800-97AF-2AFE679C11CA}" dt="2026-10-06T05:30:21.032" v="70"/>
          <ac:spMkLst>
            <pc:docMk/>
            <pc:sldMk cId="526414681" sldId="268"/>
            <ac:spMk id="5" creationId="{66780155-33F2-D66D-ADDA-250DDBD356E3}"/>
          </ac:spMkLst>
        </pc:spChg>
        <pc:spChg chg="add mod">
          <ac:chgData name="Aswathy Mohan" userId="8ec7b060-ec9d-4a76-a81c-f80212d9386c" providerId="ADAL" clId="{A2D8F3F3-AB79-5800-97AF-2AFE679C11CA}" dt="2026-10-06T05:30:27.821" v="71"/>
          <ac:spMkLst>
            <pc:docMk/>
            <pc:sldMk cId="526414681" sldId="268"/>
            <ac:spMk id="6" creationId="{14445EC0-FD5F-A24E-CF62-CB38E9D58B70}"/>
          </ac:spMkLst>
        </pc:spChg>
        <pc:spChg chg="add mod">
          <ac:chgData name="Aswathy Mohan" userId="8ec7b060-ec9d-4a76-a81c-f80212d9386c" providerId="ADAL" clId="{A2D8F3F3-AB79-5800-97AF-2AFE679C11CA}" dt="2026-10-06T05:32:07.788" v="103" actId="14100"/>
          <ac:spMkLst>
            <pc:docMk/>
            <pc:sldMk cId="526414681" sldId="268"/>
            <ac:spMk id="7" creationId="{C133247F-5C65-BCC1-9E79-C6F452A06366}"/>
          </ac:spMkLst>
        </pc:spChg>
        <pc:spChg chg="add mod">
          <ac:chgData name="Aswathy Mohan" userId="8ec7b060-ec9d-4a76-a81c-f80212d9386c" providerId="ADAL" clId="{A2D8F3F3-AB79-5800-97AF-2AFE679C11CA}" dt="2026-10-06T05:31:39.922" v="93" actId="14100"/>
          <ac:spMkLst>
            <pc:docMk/>
            <pc:sldMk cId="526414681" sldId="268"/>
            <ac:spMk id="8" creationId="{D635BD3B-BA6F-21C6-5A5D-18C290E05D92}"/>
          </ac:spMkLst>
        </pc:spChg>
        <pc:spChg chg="add mod">
          <ac:chgData name="Aswathy Mohan" userId="8ec7b060-ec9d-4a76-a81c-f80212d9386c" providerId="ADAL" clId="{A2D8F3F3-AB79-5800-97AF-2AFE679C11CA}" dt="2026-10-06T05:32:47.827" v="119" actId="20577"/>
          <ac:spMkLst>
            <pc:docMk/>
            <pc:sldMk cId="526414681" sldId="268"/>
            <ac:spMk id="9" creationId="{D761D56E-FEA6-7DDA-1842-F928A4E71758}"/>
          </ac:spMkLst>
        </pc:spChg>
        <pc:spChg chg="add mod">
          <ac:chgData name="Aswathy Mohan" userId="8ec7b060-ec9d-4a76-a81c-f80212d9386c" providerId="ADAL" clId="{A2D8F3F3-AB79-5800-97AF-2AFE679C11CA}" dt="2026-10-06T05:34:34.416" v="256" actId="1036"/>
          <ac:spMkLst>
            <pc:docMk/>
            <pc:sldMk cId="526414681" sldId="268"/>
            <ac:spMk id="10" creationId="{C5F7C180-DA27-EB84-8D4D-B9F08A9B03A6}"/>
          </ac:spMkLst>
        </pc:spChg>
        <pc:spChg chg="mod">
          <ac:chgData name="Aswathy Mohan" userId="8ec7b060-ec9d-4a76-a81c-f80212d9386c" providerId="ADAL" clId="{A2D8F3F3-AB79-5800-97AF-2AFE679C11CA}" dt="2026-10-06T05:34:34.416" v="256" actId="1036"/>
          <ac:spMkLst>
            <pc:docMk/>
            <pc:sldMk cId="526414681" sldId="268"/>
            <ac:spMk id="11" creationId="{67A4D5BE-78CD-AC83-0545-98CF30A87D79}"/>
          </ac:spMkLst>
        </pc:spChg>
        <pc:spChg chg="add mod">
          <ac:chgData name="Aswathy Mohan" userId="8ec7b060-ec9d-4a76-a81c-f80212d9386c" providerId="ADAL" clId="{A2D8F3F3-AB79-5800-97AF-2AFE679C11CA}" dt="2026-10-06T05:35:09.500" v="263" actId="1076"/>
          <ac:spMkLst>
            <pc:docMk/>
            <pc:sldMk cId="526414681" sldId="268"/>
            <ac:spMk id="12" creationId="{707F38CC-23BC-350F-DE59-CFC634AD4ACB}"/>
          </ac:spMkLst>
        </pc:spChg>
        <pc:spChg chg="add mod">
          <ac:chgData name="Aswathy Mohan" userId="8ec7b060-ec9d-4a76-a81c-f80212d9386c" providerId="ADAL" clId="{A2D8F3F3-AB79-5800-97AF-2AFE679C11CA}" dt="2026-10-06T05:34:38.733" v="262" actId="1036"/>
          <ac:spMkLst>
            <pc:docMk/>
            <pc:sldMk cId="526414681" sldId="268"/>
            <ac:spMk id="13" creationId="{AD7B32F2-24E7-992B-73C7-881451526D8F}"/>
          </ac:spMkLst>
        </pc:spChg>
        <pc:spChg chg="add mod">
          <ac:chgData name="Aswathy Mohan" userId="8ec7b060-ec9d-4a76-a81c-f80212d9386c" providerId="ADAL" clId="{A2D8F3F3-AB79-5800-97AF-2AFE679C11CA}" dt="2026-10-06T05:34:13.095" v="244" actId="1035"/>
          <ac:spMkLst>
            <pc:docMk/>
            <pc:sldMk cId="526414681" sldId="268"/>
            <ac:spMk id="14" creationId="{E3682964-009D-C5D1-0111-A9FC357E1CF5}"/>
          </ac:spMkLst>
        </pc:spChg>
        <pc:spChg chg="add mod">
          <ac:chgData name="Aswathy Mohan" userId="8ec7b060-ec9d-4a76-a81c-f80212d9386c" providerId="ADAL" clId="{A2D8F3F3-AB79-5800-97AF-2AFE679C11CA}" dt="2026-10-06T05:34:13.095" v="244" actId="1035"/>
          <ac:spMkLst>
            <pc:docMk/>
            <pc:sldMk cId="526414681" sldId="268"/>
            <ac:spMk id="15" creationId="{156F153F-8190-7416-00B8-3ABAF545527C}"/>
          </ac:spMkLst>
        </pc:spChg>
        <pc:spChg chg="add mod">
          <ac:chgData name="Aswathy Mohan" userId="8ec7b060-ec9d-4a76-a81c-f80212d9386c" providerId="ADAL" clId="{A2D8F3F3-AB79-5800-97AF-2AFE679C11CA}" dt="2026-10-06T05:34:13.095" v="244" actId="1035"/>
          <ac:spMkLst>
            <pc:docMk/>
            <pc:sldMk cId="526414681" sldId="268"/>
            <ac:spMk id="16" creationId="{72B073DC-97B5-6A58-9905-412FFC1B5BF9}"/>
          </ac:spMkLst>
        </pc:spChg>
        <pc:spChg chg="add mod">
          <ac:chgData name="Aswathy Mohan" userId="8ec7b060-ec9d-4a76-a81c-f80212d9386c" providerId="ADAL" clId="{A2D8F3F3-AB79-5800-97AF-2AFE679C11CA}" dt="2026-10-06T05:34:38.733" v="262" actId="1036"/>
          <ac:spMkLst>
            <pc:docMk/>
            <pc:sldMk cId="526414681" sldId="268"/>
            <ac:spMk id="17" creationId="{A26A6353-B342-533D-E42F-B4AD181ADED6}"/>
          </ac:spMkLst>
        </pc:spChg>
        <pc:spChg chg="add mod">
          <ac:chgData name="Aswathy Mohan" userId="8ec7b060-ec9d-4a76-a81c-f80212d9386c" providerId="ADAL" clId="{A2D8F3F3-AB79-5800-97AF-2AFE679C11CA}" dt="2026-10-06T05:34:13.095" v="244" actId="1035"/>
          <ac:spMkLst>
            <pc:docMk/>
            <pc:sldMk cId="526414681" sldId="268"/>
            <ac:spMk id="18" creationId="{B292F5F1-ED48-0F76-5DFC-917531FC0DCA}"/>
          </ac:spMkLst>
        </pc:spChg>
        <pc:spChg chg="add mod">
          <ac:chgData name="Aswathy Mohan" userId="8ec7b060-ec9d-4a76-a81c-f80212d9386c" providerId="ADAL" clId="{A2D8F3F3-AB79-5800-97AF-2AFE679C11CA}" dt="2026-10-06T05:34:13.095" v="244" actId="1035"/>
          <ac:spMkLst>
            <pc:docMk/>
            <pc:sldMk cId="526414681" sldId="268"/>
            <ac:spMk id="19" creationId="{4CECD41E-EE70-7285-7940-0A5F3C485B6F}"/>
          </ac:spMkLst>
        </pc:spChg>
        <pc:spChg chg="add mod">
          <ac:chgData name="Aswathy Mohan" userId="8ec7b060-ec9d-4a76-a81c-f80212d9386c" providerId="ADAL" clId="{A2D8F3F3-AB79-5800-97AF-2AFE679C11CA}" dt="2026-10-06T05:34:13.095" v="244" actId="1035"/>
          <ac:spMkLst>
            <pc:docMk/>
            <pc:sldMk cId="526414681" sldId="268"/>
            <ac:spMk id="20" creationId="{10510FDD-5672-4D03-89D9-C79F504BCA9B}"/>
          </ac:spMkLst>
        </pc:spChg>
        <pc:spChg chg="add mod">
          <ac:chgData name="Aswathy Mohan" userId="8ec7b060-ec9d-4a76-a81c-f80212d9386c" providerId="ADAL" clId="{A2D8F3F3-AB79-5800-97AF-2AFE679C11CA}" dt="2026-10-06T05:34:25.486" v="246" actId="1076"/>
          <ac:spMkLst>
            <pc:docMk/>
            <pc:sldMk cId="526414681" sldId="268"/>
            <ac:spMk id="22" creationId="{99937CEB-5674-8A4D-E95E-1E9CD41DB167}"/>
          </ac:spMkLst>
        </pc:spChg>
        <pc:picChg chg="add mod">
          <ac:chgData name="Aswathy Mohan" userId="8ec7b060-ec9d-4a76-a81c-f80212d9386c" providerId="ADAL" clId="{A2D8F3F3-AB79-5800-97AF-2AFE679C11CA}" dt="2026-10-06T05:34:30.197" v="248" actId="1076"/>
          <ac:picMkLst>
            <pc:docMk/>
            <pc:sldMk cId="526414681" sldId="268"/>
            <ac:picMk id="4" creationId="{7D7D5355-9F02-0366-66E0-168DE7C8C48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5D890CC-2C02-42A5-88F4-7A5FAC9B3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C4B64AA-A7D1-4A01-9023-187844013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5BD0BE9-AFA2-4990-B317-FAECFCF3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18E3EC0-0426-4FD9-BE62-8474DFEFC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73B3E17-85CB-4FAB-B84F-54E64E0F3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DDD8043-7AC3-4864-A13A-067676F78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9B48A02-1295-480F-B690-AD829FDF4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03CA550-3CC4-41F4-BFDD-185E151EC0F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C81C02-4E2D-42C5-800F-4FC4460D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59FF553-BC1F-48F7-80EC-A95EE493A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CD8F6A-2B34-4834-B67C-1F36970AE21C}"/>
              </a:ext>
            </a:extLst>
          </p:cNvPr>
          <p:cNvSpPr>
            <a:spLocks noGrp="1"/>
          </p:cNvSpPr>
          <p:nvPr/>
        </p:nvSpPr>
        <p:spPr>
          <a:xfrm>
            <a:off x="2333625" y="2686050"/>
            <a:ext cx="9858375" cy="781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6A6ABA-91C7-41EE-8A42-C46D2C244FDD}"/>
              </a:ext>
            </a:extLst>
          </p:cNvPr>
          <p:cNvSpPr>
            <a:spLocks noGrp="1"/>
          </p:cNvSpPr>
          <p:nvPr/>
        </p:nvSpPr>
        <p:spPr>
          <a:xfrm>
            <a:off x="2505075" y="2771775"/>
            <a:ext cx="3905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035" lnSpcReduction="10000"/>
          </a:bodyPr>
          <a:lstStyle/>
          <a:p>
            <a:pPr algn="l">
              <a:defRPr sz="3975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75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Unit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A3DFA-AC00-4C3C-B309-1ED737B1C294}"/>
              </a:ext>
            </a:extLst>
          </p:cNvPr>
          <p:cNvSpPr>
            <a:spLocks noGrp="1"/>
          </p:cNvSpPr>
          <p:nvPr/>
        </p:nvSpPr>
        <p:spPr>
          <a:xfrm>
            <a:off x="1352550" y="800100"/>
            <a:ext cx="966787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71985-024D-4B9F-A779-62287027E7B2}"/>
              </a:ext>
            </a:extLst>
          </p:cNvPr>
          <p:cNvSpPr>
            <a:spLocks noGrp="1"/>
          </p:cNvSpPr>
          <p:nvPr/>
        </p:nvSpPr>
        <p:spPr>
          <a:xfrm>
            <a:off x="1828800" y="179070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Add responsibilities to an object dynamically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AD5A1-8C9E-4673-9A12-9B725D7FA1D6}"/>
              </a:ext>
            </a:extLst>
          </p:cNvPr>
          <p:cNvSpPr>
            <a:spLocks noGrp="1"/>
          </p:cNvSpPr>
          <p:nvPr/>
        </p:nvSpPr>
        <p:spPr>
          <a:xfrm>
            <a:off x="2705100" y="4657725"/>
            <a:ext cx="6838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ctr">
              <a:defRPr sz="187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 structural pattern</a:t>
            </a:r>
          </a:p>
        </p:txBody>
      </p:sp>
    </p:spTree>
    <p:extLst>
      <p:ext uri="{BB962C8B-B14F-4D97-AF65-F5344CB8AC3E}">
        <p14:creationId xmlns:p14="http://schemas.microsoft.com/office/powerpoint/2010/main" val="17565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B398A27-3A1C-4612-BEAF-AA2C094B0D13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2C5441-4680-4449-AE46-28AF5EE63F4D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93A4C7-A307-4539-A15C-A33726F8ECD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3F6CFD-771E-4BAB-BA69-C30A87AD32F5}"/>
              </a:ext>
            </a:extLst>
          </p:cNvPr>
          <p:cNvSpPr>
            <a:spLocks noGrp="1"/>
          </p:cNvSpPr>
          <p:nvPr/>
        </p:nvSpPr>
        <p:spPr>
          <a:xfrm>
            <a:off x="638175" y="1104900"/>
            <a:ext cx="6667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Gang of Four intent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4B6CE0-19AD-414B-BC35-ED1582537142}"/>
              </a:ext>
            </a:extLst>
          </p:cNvPr>
          <p:cNvSpPr>
            <a:spLocks noGrp="1"/>
          </p:cNvSpPr>
          <p:nvPr/>
        </p:nvSpPr>
        <p:spPr>
          <a:xfrm>
            <a:off x="638175" y="1485900"/>
            <a:ext cx="1090612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Attach additional responsibilities to an object dynamically. Decorators provide a flexible alternative to subclassing for extending functionality.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5A2A1-B503-4FA8-9067-04AB76A4FDCA}"/>
              </a:ext>
            </a:extLst>
          </p:cNvPr>
          <p:cNvSpPr>
            <a:spLocks noGrp="1"/>
          </p:cNvSpPr>
          <p:nvPr/>
        </p:nvSpPr>
        <p:spPr>
          <a:xfrm>
            <a:off x="638175" y="2619375"/>
            <a:ext cx="5019675" cy="260985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C90536-C06F-4888-882F-697A6BFEB1EA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4476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Simple definition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8F0877-B652-43BA-AEC8-BA28DF382D61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4572000" cy="1552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decorator wraps another object with the same interface. It adds behavior before or after forwarding a call to that object.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763B81-F10C-40C0-B361-06DB297C8EC0}"/>
              </a:ext>
            </a:extLst>
          </p:cNvPr>
          <p:cNvSpPr>
            <a:spLocks noGrp="1"/>
          </p:cNvSpPr>
          <p:nvPr/>
        </p:nvSpPr>
        <p:spPr>
          <a:xfrm>
            <a:off x="5915025" y="2619375"/>
            <a:ext cx="5619750" cy="26098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C7803A-A374-41B3-A6E1-E5515A3B6353}"/>
              </a:ext>
            </a:extLst>
          </p:cNvPr>
          <p:cNvSpPr>
            <a:spLocks noGrp="1"/>
          </p:cNvSpPr>
          <p:nvPr/>
        </p:nvSpPr>
        <p:spPr>
          <a:xfrm>
            <a:off x="6076950" y="2762250"/>
            <a:ext cx="5143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Everyday examples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9A43DB-0318-4442-846C-EC0A9DAFD53B}"/>
              </a:ext>
            </a:extLst>
          </p:cNvPr>
          <p:cNvSpPr>
            <a:spLocks noGrp="1"/>
          </p:cNvSpPr>
          <p:nvPr/>
        </p:nvSpPr>
        <p:spPr>
          <a:xfrm>
            <a:off x="6076950" y="3219450"/>
            <a:ext cx="5162550" cy="1552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Coffee plus milk or syrup</a:t>
            </a: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Text view plus scroll bar or border</a:t>
            </a: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Input stream plus buffering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8752D5-B72E-4A9D-970D-A17705BBFD32}"/>
              </a:ext>
            </a:extLst>
          </p:cNvPr>
          <p:cNvSpPr>
            <a:spLocks noGrp="1"/>
          </p:cNvSpPr>
          <p:nvPr/>
        </p:nvSpPr>
        <p:spPr>
          <a:xfrm>
            <a:off x="723900" y="562927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Core object  →  wrapper  →  another wrapper  →  client uses one interface</a:t>
            </a:r>
          </a:p>
        </p:txBody>
      </p:sp>
    </p:spTree>
    <p:extLst>
      <p:ext uri="{BB962C8B-B14F-4D97-AF65-F5344CB8AC3E}">
        <p14:creationId xmlns:p14="http://schemas.microsoft.com/office/powerpoint/2010/main" val="29000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A092481-5D2A-4D17-90BF-B1C09A65197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101DB8-7CD9-419F-9B81-BCD52CC59958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Why Direct Subclassing Becomes Difficult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2C935-0054-4C9C-A448-0C10B0D51E02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6DC6C-64C7-4069-B33F-83CBD09D5D43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5191125" cy="4352925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0BA9E-3324-484D-A99D-4679C5EC03A5}"/>
              </a:ext>
            </a:extLst>
          </p:cNvPr>
          <p:cNvSpPr>
            <a:spLocks noGrp="1"/>
          </p:cNvSpPr>
          <p:nvPr/>
        </p:nvSpPr>
        <p:spPr>
          <a:xfrm>
            <a:off x="771525" y="139065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Class explosion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34E96-C743-4508-A42A-1DB074DA5D2E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4686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If every combination needs a subclass, even a small menu grows quickly.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082A9A-4D31-44A6-82DB-0FF7A0C30C18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695825" cy="2228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Espresso</a:t>
            </a: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725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EspressoWithMilk</a:t>
            </a:r>
            <a:endParaRPr sz="1725" b="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725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EspressoWithSyrup</a:t>
            </a:r>
            <a:endParaRPr sz="1725" b="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725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EspressoWithMilkAndSyrup</a:t>
            </a:r>
            <a:endParaRPr sz="1725" b="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725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EspressoWithDoubleMilk</a:t>
            </a:r>
            <a:endParaRPr sz="1725" b="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A62459-D1B5-421A-AF8E-44370B57D6B9}"/>
              </a:ext>
            </a:extLst>
          </p:cNvPr>
          <p:cNvSpPr>
            <a:spLocks noGrp="1"/>
          </p:cNvSpPr>
          <p:nvPr/>
        </p:nvSpPr>
        <p:spPr>
          <a:xfrm>
            <a:off x="6067425" y="1238250"/>
            <a:ext cx="5486400" cy="435292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CC166-C3AA-4FD5-8470-503F977CDF10}"/>
              </a:ext>
            </a:extLst>
          </p:cNvPr>
          <p:cNvSpPr>
            <a:spLocks noGrp="1"/>
          </p:cNvSpPr>
          <p:nvPr/>
        </p:nvSpPr>
        <p:spPr>
          <a:xfrm>
            <a:off x="6229350" y="1390650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Decorator approach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F4E753-6FE0-4D50-8905-8A1BD75DDB6D}"/>
              </a:ext>
            </a:extLst>
          </p:cNvPr>
          <p:cNvSpPr>
            <a:spLocks noGrp="1"/>
          </p:cNvSpPr>
          <p:nvPr/>
        </p:nvSpPr>
        <p:spPr>
          <a:xfrm>
            <a:off x="6229350" y="1971675"/>
            <a:ext cx="49911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Start with an Espresso object and wrap it only with the add-ons selected for this order.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BA933D-0E3A-4218-8D37-384B831E3817}"/>
              </a:ext>
            </a:extLst>
          </p:cNvPr>
          <p:cNvSpPr>
            <a:spLocks noGrp="1"/>
          </p:cNvSpPr>
          <p:nvPr/>
        </p:nvSpPr>
        <p:spPr>
          <a:xfrm>
            <a:off x="6238875" y="3314700"/>
            <a:ext cx="4991100" cy="12096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774CF5-EA5A-4A37-8D14-F5EFD42C1965}"/>
              </a:ext>
            </a:extLst>
          </p:cNvPr>
          <p:cNvSpPr>
            <a:spLocks noGrp="1"/>
          </p:cNvSpPr>
          <p:nvPr/>
        </p:nvSpPr>
        <p:spPr>
          <a:xfrm>
            <a:off x="6410325" y="3419475"/>
            <a:ext cx="46482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Beverage drink = new Syrup(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new Milk(new Espresso()));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11926F-828C-4468-9922-B75C025EAE9A}"/>
              </a:ext>
            </a:extLst>
          </p:cNvPr>
          <p:cNvSpPr>
            <a:spLocks noGrp="1"/>
          </p:cNvSpPr>
          <p:nvPr/>
        </p:nvSpPr>
        <p:spPr>
          <a:xfrm>
            <a:off x="771525" y="5829300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Composition creates combinations at runtime.</a:t>
            </a:r>
          </a:p>
        </p:txBody>
      </p:sp>
    </p:spTree>
    <p:extLst>
      <p:ext uri="{BB962C8B-B14F-4D97-AF65-F5344CB8AC3E}">
        <p14:creationId xmlns:p14="http://schemas.microsoft.com/office/powerpoint/2010/main" val="12876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7D5355-9F02-0366-66E0-168DE7C8C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27" y="655310"/>
            <a:ext cx="4665130" cy="41887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780155-33F2-D66D-ADDA-250DDBD356E3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45EC0-FD5F-A24E-CF62-CB38E9D58B70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Structure and Participants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33247F-5C65-BCC1-9E79-C6F452A06366}"/>
              </a:ext>
            </a:extLst>
          </p:cNvPr>
          <p:cNvSpPr>
            <a:spLocks noGrp="1"/>
          </p:cNvSpPr>
          <p:nvPr/>
        </p:nvSpPr>
        <p:spPr>
          <a:xfrm>
            <a:off x="6091236" y="1592708"/>
            <a:ext cx="5550637" cy="2544394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5BD3B-BA6F-21C6-5A5D-18C290E05D92}"/>
              </a:ext>
            </a:extLst>
          </p:cNvPr>
          <p:cNvSpPr>
            <a:spLocks noGrp="1"/>
          </p:cNvSpPr>
          <p:nvPr/>
        </p:nvSpPr>
        <p:spPr>
          <a:xfrm>
            <a:off x="6556918" y="969169"/>
            <a:ext cx="2709746" cy="30207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Responsibilities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61D56E-FEA6-7DDA-1842-F928A4E71758}"/>
              </a:ext>
            </a:extLst>
          </p:cNvPr>
          <p:cNvSpPr>
            <a:spLocks noGrp="1"/>
          </p:cNvSpPr>
          <p:nvPr/>
        </p:nvSpPr>
        <p:spPr>
          <a:xfrm>
            <a:off x="6091236" y="1694985"/>
            <a:ext cx="5171496" cy="22971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Component defines the shared operation. </a:t>
            </a:r>
            <a:endParaRPr lang="en-US" sz="220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Concrete Component performs the base work.</a:t>
            </a:r>
            <a:endParaRPr lang="en-US" sz="220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Decorator stores a Component reference and delegates while adding its own behavior.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F7C180-DA27-EB84-8D4D-B9F08A9B03A6}"/>
              </a:ext>
            </a:extLst>
          </p:cNvPr>
          <p:cNvSpPr>
            <a:spLocks noGrp="1"/>
          </p:cNvSpPr>
          <p:nvPr/>
        </p:nvSpPr>
        <p:spPr>
          <a:xfrm>
            <a:off x="2083651" y="4836140"/>
            <a:ext cx="1943100" cy="781050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A4D5BE-78CD-AC83-0545-98CF30A87D79}"/>
              </a:ext>
            </a:extLst>
          </p:cNvPr>
          <p:cNvSpPr>
            <a:spLocks noGrp="1"/>
          </p:cNvSpPr>
          <p:nvPr/>
        </p:nvSpPr>
        <p:spPr>
          <a:xfrm>
            <a:off x="1874101" y="4731365"/>
            <a:ext cx="20955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</a:t>
            </a:r>
          </a:p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uses Component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7F38CC-23BC-350F-DE59-CFC634AD4ACB}"/>
              </a:ext>
            </a:extLst>
          </p:cNvPr>
          <p:cNvSpPr>
            <a:spLocks noGrp="1"/>
          </p:cNvSpPr>
          <p:nvPr/>
        </p:nvSpPr>
        <p:spPr>
          <a:xfrm>
            <a:off x="5169751" y="4694775"/>
            <a:ext cx="2281239" cy="962025"/>
          </a:xfrm>
          <a:prstGeom prst="rect">
            <a:avLst/>
          </a:prstGeom>
          <a:solidFill>
            <a:srgbClr val="EACBE7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7B32F2-24E7-992B-73C7-881451526D8F}"/>
              </a:ext>
            </a:extLst>
          </p:cNvPr>
          <p:cNvSpPr>
            <a:spLocks noGrp="1"/>
          </p:cNvSpPr>
          <p:nvPr/>
        </p:nvSpPr>
        <p:spPr>
          <a:xfrm>
            <a:off x="5112601" y="4575713"/>
            <a:ext cx="2657475" cy="1123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Component</a:t>
            </a:r>
          </a:p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common operation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682964-009D-C5D1-0111-A9FC357E1CF5}"/>
              </a:ext>
            </a:extLst>
          </p:cNvPr>
          <p:cNvSpPr>
            <a:spLocks noGrp="1"/>
          </p:cNvSpPr>
          <p:nvPr/>
        </p:nvSpPr>
        <p:spPr>
          <a:xfrm>
            <a:off x="8684477" y="4184957"/>
            <a:ext cx="2901639" cy="86677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F153F-8190-7416-00B8-3ABAF545527C}"/>
              </a:ext>
            </a:extLst>
          </p:cNvPr>
          <p:cNvSpPr>
            <a:spLocks noGrp="1"/>
          </p:cNvSpPr>
          <p:nvPr/>
        </p:nvSpPr>
        <p:spPr>
          <a:xfrm>
            <a:off x="8684477" y="5832782"/>
            <a:ext cx="2599162" cy="971550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B073DC-97B5-6A58-9905-412FFC1B5BF9}"/>
              </a:ext>
            </a:extLst>
          </p:cNvPr>
          <p:cNvSpPr>
            <a:spLocks noGrp="1"/>
          </p:cNvSpPr>
          <p:nvPr/>
        </p:nvSpPr>
        <p:spPr>
          <a:xfrm>
            <a:off x="8760677" y="5747057"/>
            <a:ext cx="32004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</a:t>
            </a:r>
          </a:p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holds Component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6A6353-B342-533D-E42F-B4AD181ADED6}"/>
              </a:ext>
            </a:extLst>
          </p:cNvPr>
          <p:cNvSpPr>
            <a:spLocks noGrp="1"/>
          </p:cNvSpPr>
          <p:nvPr/>
        </p:nvSpPr>
        <p:spPr>
          <a:xfrm>
            <a:off x="4045801" y="5147213"/>
            <a:ext cx="990600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92F5F1-ED48-0F76-5DFC-917531FC0DCA}"/>
              </a:ext>
            </a:extLst>
          </p:cNvPr>
          <p:cNvSpPr>
            <a:spLocks noGrp="1"/>
          </p:cNvSpPr>
          <p:nvPr/>
        </p:nvSpPr>
        <p:spPr>
          <a:xfrm>
            <a:off x="7389077" y="5080307"/>
            <a:ext cx="71437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ECD41E-EE70-7285-7940-0A5F3C485B6F}"/>
              </a:ext>
            </a:extLst>
          </p:cNvPr>
          <p:cNvSpPr>
            <a:spLocks noGrp="1"/>
          </p:cNvSpPr>
          <p:nvPr/>
        </p:nvSpPr>
        <p:spPr>
          <a:xfrm>
            <a:off x="8103452" y="4575482"/>
            <a:ext cx="28575" cy="16192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510FDD-5672-4D03-89D9-C79F504BCA9B}"/>
              </a:ext>
            </a:extLst>
          </p:cNvPr>
          <p:cNvSpPr>
            <a:spLocks noGrp="1"/>
          </p:cNvSpPr>
          <p:nvPr/>
        </p:nvSpPr>
        <p:spPr>
          <a:xfrm>
            <a:off x="8103452" y="4575482"/>
            <a:ext cx="5810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35784D-BD15-4682-F07A-DF2220299EA4}"/>
              </a:ext>
            </a:extLst>
          </p:cNvPr>
          <p:cNvSpPr>
            <a:spLocks noGrp="1"/>
          </p:cNvSpPr>
          <p:nvPr/>
        </p:nvSpPr>
        <p:spPr>
          <a:xfrm>
            <a:off x="8103452" y="6213782"/>
            <a:ext cx="5810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937CEB-5674-8A4D-E95E-1E9CD41DB167}"/>
              </a:ext>
            </a:extLst>
          </p:cNvPr>
          <p:cNvSpPr>
            <a:spLocks noGrp="1"/>
          </p:cNvSpPr>
          <p:nvPr/>
        </p:nvSpPr>
        <p:spPr>
          <a:xfrm>
            <a:off x="8362286" y="4094240"/>
            <a:ext cx="32004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Concrete Component</a:t>
            </a:r>
          </a:p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base behavior</a:t>
            </a:r>
          </a:p>
        </p:txBody>
      </p:sp>
    </p:spTree>
    <p:extLst>
      <p:ext uri="{BB962C8B-B14F-4D97-AF65-F5344CB8AC3E}">
        <p14:creationId xmlns:p14="http://schemas.microsoft.com/office/powerpoint/2010/main" val="52641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4EDF62-20CF-4D23-8A70-9272DFFD6E3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5FEC96-A80B-406D-B63B-5F3B47A6986C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Component and Concrete Component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8C8AFE-90F2-48A3-83FF-E3CF72C6FC19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DECORATOR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19075-4CDA-4998-9B15-57F3F3CDDE12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96F80-0304-42F9-A80B-1384BAB6F823}"/>
              </a:ext>
            </a:extLst>
          </p:cNvPr>
          <p:cNvSpPr>
            <a:spLocks noGrp="1"/>
          </p:cNvSpPr>
          <p:nvPr/>
        </p:nvSpPr>
        <p:spPr>
          <a:xfrm>
            <a:off x="638175" y="1228725"/>
            <a:ext cx="5381625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36FAC-7461-48FB-AA64-930006AB04C9}"/>
              </a:ext>
            </a:extLst>
          </p:cNvPr>
          <p:cNvSpPr>
            <a:spLocks noGrp="1"/>
          </p:cNvSpPr>
          <p:nvPr/>
        </p:nvSpPr>
        <p:spPr>
          <a:xfrm>
            <a:off x="809625" y="1333500"/>
            <a:ext cx="5038725" cy="436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interface Beverage {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String description();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double cost();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endParaRPr sz="1650" b="0" dirty="0">
              <a:solidFill>
                <a:srgbClr val="17171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final class Espresso implements Beverage {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String description() {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return "Espresso";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double cost() {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return 2.00;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69B26-E10A-4659-BFA1-4DD93D68281B}"/>
              </a:ext>
            </a:extLst>
          </p:cNvPr>
          <p:cNvSpPr>
            <a:spLocks noGrp="1"/>
          </p:cNvSpPr>
          <p:nvPr/>
        </p:nvSpPr>
        <p:spPr>
          <a:xfrm>
            <a:off x="6276975" y="1228725"/>
            <a:ext cx="5257800" cy="45720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DA72DD-6E96-4423-B373-B35254B53C5F}"/>
              </a:ext>
            </a:extLst>
          </p:cNvPr>
          <p:cNvSpPr>
            <a:spLocks noGrp="1"/>
          </p:cNvSpPr>
          <p:nvPr/>
        </p:nvSpPr>
        <p:spPr>
          <a:xfrm>
            <a:off x="6457950" y="1409700"/>
            <a:ext cx="49053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The shared contract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34017D-F02E-4B5B-9FFE-920523D37906}"/>
              </a:ext>
            </a:extLst>
          </p:cNvPr>
          <p:cNvSpPr>
            <a:spLocks noGrp="1"/>
          </p:cNvSpPr>
          <p:nvPr/>
        </p:nvSpPr>
        <p:spPr>
          <a:xfrm>
            <a:off x="6457950" y="2019300"/>
            <a:ext cx="47053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Every beverage responds to description() and cost().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24578-E838-411A-A78C-2F98C72825B5}"/>
              </a:ext>
            </a:extLst>
          </p:cNvPr>
          <p:cNvSpPr>
            <a:spLocks noGrp="1"/>
          </p:cNvSpPr>
          <p:nvPr/>
        </p:nvSpPr>
        <p:spPr>
          <a:xfrm>
            <a:off x="6457950" y="3105150"/>
            <a:ext cx="4762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The base object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065C5C-9E62-4761-B873-7450FECB03CD}"/>
              </a:ext>
            </a:extLst>
          </p:cNvPr>
          <p:cNvSpPr>
            <a:spLocks noGrp="1"/>
          </p:cNvSpPr>
          <p:nvPr/>
        </p:nvSpPr>
        <p:spPr>
          <a:xfrm>
            <a:off x="6457950" y="3638550"/>
            <a:ext cx="4705350" cy="1581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Espresso implements the contract directly. It does not need to know which decorators may wrap it later.</a:t>
            </a:r>
          </a:p>
        </p:txBody>
      </p:sp>
    </p:spTree>
    <p:extLst>
      <p:ext uri="{BB962C8B-B14F-4D97-AF65-F5344CB8AC3E}">
        <p14:creationId xmlns:p14="http://schemas.microsoft.com/office/powerpoint/2010/main" val="1107197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B5B3FD1-39B9-42AE-9074-C2667A411D3C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6D55CD-8EF6-49C3-8372-879E6819F3B5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Abstract Decorator and Add-ons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31C5C3-5186-4D9A-83F6-C24FED6759B2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DECORATOR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4EFFF-3ABC-44CE-A083-16E45EC771FB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E7C241-D512-4310-AFE0-554A54FCFC14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10906125" cy="110490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C40734-9CDC-4ED8-92DD-AE33B04E2321}"/>
              </a:ext>
            </a:extLst>
          </p:cNvPr>
          <p:cNvSpPr>
            <a:spLocks noGrp="1"/>
          </p:cNvSpPr>
          <p:nvPr/>
        </p:nvSpPr>
        <p:spPr>
          <a:xfrm>
            <a:off x="790575" y="1343025"/>
            <a:ext cx="10563225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230" lnSpcReduction="10000"/>
          </a:bodyPr>
          <a:lstStyle/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abstract class </a:t>
            </a: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BeverageDecorator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implements Beverage {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protected final Beverage inner;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BeverageDecorator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(Beverage inner) { </a:t>
            </a: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this.inner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= inner; }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FDA409-2F76-40CC-BFED-6923EB9507EA}"/>
              </a:ext>
            </a:extLst>
          </p:cNvPr>
          <p:cNvSpPr>
            <a:spLocks noGrp="1"/>
          </p:cNvSpPr>
          <p:nvPr/>
        </p:nvSpPr>
        <p:spPr>
          <a:xfrm>
            <a:off x="619125" y="2581275"/>
            <a:ext cx="5267325" cy="29527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0184B8-BF1F-4486-86B0-8981CF811478}"/>
              </a:ext>
            </a:extLst>
          </p:cNvPr>
          <p:cNvSpPr>
            <a:spLocks noGrp="1"/>
          </p:cNvSpPr>
          <p:nvPr/>
        </p:nvSpPr>
        <p:spPr>
          <a:xfrm>
            <a:off x="790575" y="2686050"/>
            <a:ext cx="4924425" cy="2743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final class Milk extends </a:t>
            </a:r>
            <a:r>
              <a:rPr sz="142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BeverageDecorator</a:t>
            </a:r>
            <a:r>
              <a:rPr sz="142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{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Milk(Beverage inner) { super(inner); }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String description() { return </a:t>
            </a:r>
            <a:r>
              <a:rPr sz="142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inner.description</a:t>
            </a:r>
            <a:r>
              <a:rPr sz="142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 + ", milk"; }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double cost() { return </a:t>
            </a:r>
            <a:r>
              <a:rPr sz="142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inner.cost</a:t>
            </a:r>
            <a:r>
              <a:rPr sz="142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 + 0.50; }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15906-A7BF-4540-A552-DD53F1885AC9}"/>
              </a:ext>
            </a:extLst>
          </p:cNvPr>
          <p:cNvSpPr>
            <a:spLocks noGrp="1"/>
          </p:cNvSpPr>
          <p:nvPr/>
        </p:nvSpPr>
        <p:spPr>
          <a:xfrm>
            <a:off x="6153150" y="2581275"/>
            <a:ext cx="5381625" cy="29527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86CCD1-93E4-4B09-9AC9-0A7D288038D9}"/>
              </a:ext>
            </a:extLst>
          </p:cNvPr>
          <p:cNvSpPr>
            <a:spLocks noGrp="1"/>
          </p:cNvSpPr>
          <p:nvPr/>
        </p:nvSpPr>
        <p:spPr>
          <a:xfrm>
            <a:off x="6324600" y="2686050"/>
            <a:ext cx="5038725" cy="2743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final class Syrup extends BeverageDecorator {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Syrup(Beverage inner) { super(inner); }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String description() { return inner.description() + ", syrup"; }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double cost() { return inner.cost() + 0.75; }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85CBB2-58A3-4A0B-A4EC-7B88F8A9E793}"/>
              </a:ext>
            </a:extLst>
          </p:cNvPr>
          <p:cNvSpPr>
            <a:spLocks noGrp="1"/>
          </p:cNvSpPr>
          <p:nvPr/>
        </p:nvSpPr>
        <p:spPr>
          <a:xfrm>
            <a:off x="773151" y="5791200"/>
            <a:ext cx="103822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Each add-on forwards the request, then extends the result.</a:t>
            </a:r>
          </a:p>
        </p:txBody>
      </p:sp>
    </p:spTree>
    <p:extLst>
      <p:ext uri="{BB962C8B-B14F-4D97-AF65-F5344CB8AC3E}">
        <p14:creationId xmlns:p14="http://schemas.microsoft.com/office/powerpoint/2010/main" val="1183725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2465EE6-ADF2-423C-B037-ECB2C61BB472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9A05AD-6C56-4D63-9E1C-D1B220A69AED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Build and Use the Decorated Object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C81A3C-3D3C-4797-9CB7-9CABD61B9812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DECORATOR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AD7DC-4D4C-43F9-9F6C-C11CCABF51ED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302D86-7CAA-472B-AD4C-06AD1F1FFEFD}"/>
              </a:ext>
            </a:extLst>
          </p:cNvPr>
          <p:cNvSpPr>
            <a:spLocks noGrp="1"/>
          </p:cNvSpPr>
          <p:nvPr/>
        </p:nvSpPr>
        <p:spPr>
          <a:xfrm>
            <a:off x="619125" y="1266825"/>
            <a:ext cx="5924550" cy="34004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BBF746-18A7-47CE-9E8A-7612DF9604E8}"/>
              </a:ext>
            </a:extLst>
          </p:cNvPr>
          <p:cNvSpPr>
            <a:spLocks noGrp="1"/>
          </p:cNvSpPr>
          <p:nvPr/>
        </p:nvSpPr>
        <p:spPr>
          <a:xfrm>
            <a:off x="790575" y="1371600"/>
            <a:ext cx="5581650" cy="3190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Beverage drink = new Syrup(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new Milk(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    new Espresso()));</a:t>
            </a:r>
          </a:p>
          <a:p>
            <a:endParaRPr sz="1650" b="0" dirty="0">
              <a:solidFill>
                <a:srgbClr val="17171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System.out.println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drink.description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());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System.out.printf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("$%.2f%n", </a:t>
            </a: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drink.cost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B324F4-6B0E-4EE9-AD46-108C0397FE29}"/>
              </a:ext>
            </a:extLst>
          </p:cNvPr>
          <p:cNvSpPr>
            <a:spLocks noGrp="1"/>
          </p:cNvSpPr>
          <p:nvPr/>
        </p:nvSpPr>
        <p:spPr>
          <a:xfrm>
            <a:off x="6800850" y="1266825"/>
            <a:ext cx="4743450" cy="340042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B3A1-88E3-4C41-89BD-C8288378BA0D}"/>
              </a:ext>
            </a:extLst>
          </p:cNvPr>
          <p:cNvSpPr>
            <a:spLocks noGrp="1"/>
          </p:cNvSpPr>
          <p:nvPr/>
        </p:nvSpPr>
        <p:spPr>
          <a:xfrm>
            <a:off x="6953250" y="1438275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BE416-318E-412B-9E29-BA50E6B2BAE6}"/>
              </a:ext>
            </a:extLst>
          </p:cNvPr>
          <p:cNvSpPr>
            <a:spLocks noGrp="1"/>
          </p:cNvSpPr>
          <p:nvPr/>
        </p:nvSpPr>
        <p:spPr>
          <a:xfrm>
            <a:off x="6972300" y="1971675"/>
            <a:ext cx="4314825" cy="12096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C5CFC6-C0C4-4CCA-812B-51CDFEFF4A79}"/>
              </a:ext>
            </a:extLst>
          </p:cNvPr>
          <p:cNvSpPr>
            <a:spLocks noGrp="1"/>
          </p:cNvSpPr>
          <p:nvPr/>
        </p:nvSpPr>
        <p:spPr>
          <a:xfrm>
            <a:off x="7143750" y="2076450"/>
            <a:ext cx="3971925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Espresso, milk, syrup</a:t>
            </a: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$3.25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CB9BA3-4EE3-4CE1-B907-CC5A04DB50C4}"/>
              </a:ext>
            </a:extLst>
          </p:cNvPr>
          <p:cNvSpPr>
            <a:spLocks noGrp="1"/>
          </p:cNvSpPr>
          <p:nvPr/>
        </p:nvSpPr>
        <p:spPr>
          <a:xfrm>
            <a:off x="6953250" y="3390900"/>
            <a:ext cx="4324350" cy="1019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client uses Beverage. It can add, remove, or reorder wrappers without creating a new beverage subclass.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DC9F78-8305-47B8-84F6-5B6E65F9DD48}"/>
              </a:ext>
            </a:extLst>
          </p:cNvPr>
          <p:cNvSpPr>
            <a:spLocks noGrp="1"/>
          </p:cNvSpPr>
          <p:nvPr/>
        </p:nvSpPr>
        <p:spPr>
          <a:xfrm>
            <a:off x="628650" y="4943475"/>
            <a:ext cx="10906125" cy="113347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2B0FCE-BC27-4E7E-90CE-926D3D4B8E53}"/>
              </a:ext>
            </a:extLst>
          </p:cNvPr>
          <p:cNvSpPr>
            <a:spLocks noGrp="1"/>
          </p:cNvSpPr>
          <p:nvPr/>
        </p:nvSpPr>
        <p:spPr>
          <a:xfrm>
            <a:off x="790575" y="5095875"/>
            <a:ext cx="10315575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Wrapper order matters when behavior is order-sensitive, such as filtering, logging, or formatting.</a:t>
            </a:r>
          </a:p>
        </p:txBody>
      </p:sp>
    </p:spTree>
    <p:extLst>
      <p:ext uri="{BB962C8B-B14F-4D97-AF65-F5344CB8AC3E}">
        <p14:creationId xmlns:p14="http://schemas.microsoft.com/office/powerpoint/2010/main" val="60704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5DAFA4F-568B-4143-9130-4CB84882C4EC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9A2A4-EAE8-49BB-A25B-638DE5BF4B87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UI Example: A Text View with Extras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BED59F-7A8C-4F93-9EFC-03206DC36B6E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DECORATOR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F955C8-F512-4E7B-8283-6843E9DBCECA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2B362-CBB5-4318-8F94-D282B8C6B086}"/>
              </a:ext>
            </a:extLst>
          </p:cNvPr>
          <p:cNvSpPr>
            <a:spLocks noGrp="1"/>
          </p:cNvSpPr>
          <p:nvPr/>
        </p:nvSpPr>
        <p:spPr>
          <a:xfrm>
            <a:off x="695325" y="1210374"/>
            <a:ext cx="2381250" cy="103822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D64FC-FB7D-48BE-9871-DB7B516B55E0}"/>
              </a:ext>
            </a:extLst>
          </p:cNvPr>
          <p:cNvSpPr>
            <a:spLocks noGrp="1"/>
          </p:cNvSpPr>
          <p:nvPr/>
        </p:nvSpPr>
        <p:spPr>
          <a:xfrm>
            <a:off x="771525" y="1267524"/>
            <a:ext cx="222885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TextView</a:t>
            </a:r>
          </a:p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base display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99FBD2-F416-4E76-BD5F-F83567482956}"/>
              </a:ext>
            </a:extLst>
          </p:cNvPr>
          <p:cNvSpPr>
            <a:spLocks noGrp="1"/>
          </p:cNvSpPr>
          <p:nvPr/>
        </p:nvSpPr>
        <p:spPr>
          <a:xfrm>
            <a:off x="3943350" y="1210374"/>
            <a:ext cx="3124200" cy="1038225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6114AA-AF82-43AB-8BC7-B54657DAEFC6}"/>
              </a:ext>
            </a:extLst>
          </p:cNvPr>
          <p:cNvSpPr>
            <a:spLocks noGrp="1"/>
          </p:cNvSpPr>
          <p:nvPr/>
        </p:nvSpPr>
        <p:spPr>
          <a:xfrm>
            <a:off x="4019550" y="1267524"/>
            <a:ext cx="29718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ScrollDecorator</a:t>
            </a:r>
          </a:p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adds scrolling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A94118-C0BE-4AD1-B3CA-C90AD6A3B24A}"/>
              </a:ext>
            </a:extLst>
          </p:cNvPr>
          <p:cNvSpPr>
            <a:spLocks noGrp="1"/>
          </p:cNvSpPr>
          <p:nvPr/>
        </p:nvSpPr>
        <p:spPr>
          <a:xfrm>
            <a:off x="7972425" y="1210374"/>
            <a:ext cx="3305175" cy="1038225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348566-DBA9-493B-B810-7AE6EA09892D}"/>
              </a:ext>
            </a:extLst>
          </p:cNvPr>
          <p:cNvSpPr>
            <a:spLocks noGrp="1"/>
          </p:cNvSpPr>
          <p:nvPr/>
        </p:nvSpPr>
        <p:spPr>
          <a:xfrm>
            <a:off x="8048625" y="1267524"/>
            <a:ext cx="3152775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BorderDecorator</a:t>
            </a:r>
          </a:p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adds border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FC58B-D5B2-4640-B596-6B8A4D069C95}"/>
              </a:ext>
            </a:extLst>
          </p:cNvPr>
          <p:cNvSpPr>
            <a:spLocks noGrp="1"/>
          </p:cNvSpPr>
          <p:nvPr/>
        </p:nvSpPr>
        <p:spPr>
          <a:xfrm>
            <a:off x="3076575" y="1715199"/>
            <a:ext cx="86677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0F2C92-0CB6-4C91-B840-5C5EDA3FA209}"/>
              </a:ext>
            </a:extLst>
          </p:cNvPr>
          <p:cNvSpPr>
            <a:spLocks noGrp="1"/>
          </p:cNvSpPr>
          <p:nvPr/>
        </p:nvSpPr>
        <p:spPr>
          <a:xfrm>
            <a:off x="7067550" y="1715199"/>
            <a:ext cx="90487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10AB0-0E93-4C83-8373-9AE8EAA3713B}"/>
              </a:ext>
            </a:extLst>
          </p:cNvPr>
          <p:cNvSpPr>
            <a:spLocks noGrp="1"/>
          </p:cNvSpPr>
          <p:nvPr/>
        </p:nvSpPr>
        <p:spPr>
          <a:xfrm>
            <a:off x="619125" y="2604974"/>
            <a:ext cx="10944225" cy="233362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AFD6C0-2865-4CE8-8F95-4DFDBE92695D}"/>
              </a:ext>
            </a:extLst>
          </p:cNvPr>
          <p:cNvSpPr>
            <a:spLocks noGrp="1"/>
          </p:cNvSpPr>
          <p:nvPr/>
        </p:nvSpPr>
        <p:spPr>
          <a:xfrm>
            <a:off x="790575" y="2735072"/>
            <a:ext cx="10191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The same interface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562366-F52D-4C56-ACA3-2FE98E815AE7}"/>
              </a:ext>
            </a:extLst>
          </p:cNvPr>
          <p:cNvSpPr>
            <a:spLocks noGrp="1"/>
          </p:cNvSpPr>
          <p:nvPr/>
        </p:nvSpPr>
        <p:spPr>
          <a:xfrm>
            <a:off x="790575" y="3182747"/>
            <a:ext cx="1026795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lvl="0"/>
            <a:r>
              <a:rPr lang="en-IN" sz="2400" b="1" dirty="0" err="1"/>
              <a:t>TextView</a:t>
            </a:r>
            <a:r>
              <a:rPr lang="en-IN" sz="2400" dirty="0"/>
              <a:t> draws the text.</a:t>
            </a:r>
          </a:p>
          <a:p>
            <a:pPr lvl="0"/>
            <a:r>
              <a:rPr lang="en-IN" sz="2400" b="1" dirty="0" err="1"/>
              <a:t>ScrollDecorator</a:t>
            </a:r>
            <a:r>
              <a:rPr lang="en-IN" sz="2400" dirty="0"/>
              <a:t> wraps it and adds scrolling.</a:t>
            </a:r>
          </a:p>
          <a:p>
            <a:pPr lvl="0"/>
            <a:r>
              <a:rPr lang="en-IN" sz="2400" b="1" dirty="0" err="1"/>
              <a:t>BorderDecorator</a:t>
            </a:r>
            <a:r>
              <a:rPr lang="en-IN" sz="2400" dirty="0"/>
              <a:t> wraps that and adds a border.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1DEE3D-5D9D-4D88-A701-A21F8F43D12E}"/>
              </a:ext>
            </a:extLst>
          </p:cNvPr>
          <p:cNvSpPr>
            <a:spLocks noGrp="1"/>
          </p:cNvSpPr>
          <p:nvPr/>
        </p:nvSpPr>
        <p:spPr>
          <a:xfrm>
            <a:off x="790575" y="4382897"/>
            <a:ext cx="101727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client draws the outermost wrapper once.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CC13B61-2D10-644B-B8B3-417CF1358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950" y="5164799"/>
            <a:ext cx="3175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2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D51DDD-894B-4659-B830-4D0FAA964224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6C52E5-A909-4E50-91FE-8650565B7CCB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 I/O: A Familiar Decorator Chain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3E5D7D-D962-4A8C-A23D-18A9AC140FF4}"/>
              </a:ext>
            </a:extLst>
          </p:cNvPr>
          <p:cNvSpPr>
            <a:spLocks noGrp="1"/>
          </p:cNvSpPr>
          <p:nvPr/>
        </p:nvSpPr>
        <p:spPr>
          <a:xfrm>
            <a:off x="552450" y="712749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DECORATOR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E9F2EE-DE3D-4965-B82B-20CE312BA7F2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36F46-2D61-4F7F-B7CF-B3A228509F84}"/>
              </a:ext>
            </a:extLst>
          </p:cNvPr>
          <p:cNvSpPr>
            <a:spLocks noGrp="1"/>
          </p:cNvSpPr>
          <p:nvPr/>
        </p:nvSpPr>
        <p:spPr>
          <a:xfrm>
            <a:off x="619125" y="1369974"/>
            <a:ext cx="10906125" cy="20764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07E9B2-846E-4510-90B9-8C4F519F8F81}"/>
              </a:ext>
            </a:extLst>
          </p:cNvPr>
          <p:cNvSpPr>
            <a:spLocks noGrp="1"/>
          </p:cNvSpPr>
          <p:nvPr/>
        </p:nvSpPr>
        <p:spPr>
          <a:xfrm>
            <a:off x="790575" y="1474749"/>
            <a:ext cx="10563225" cy="1866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InputStream input = new BufferedInputStream(</a:t>
            </a: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new FileInputStream("data.txt"));</a:t>
            </a:r>
          </a:p>
          <a:p>
            <a:endParaRPr sz="1725" b="0">
              <a:solidFill>
                <a:srgbClr val="17171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int nextByte = input.read();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93B52-6680-41DE-98EB-90B7A92AF8CF}"/>
              </a:ext>
            </a:extLst>
          </p:cNvPr>
          <p:cNvSpPr>
            <a:spLocks noGrp="1"/>
          </p:cNvSpPr>
          <p:nvPr/>
        </p:nvSpPr>
        <p:spPr>
          <a:xfrm>
            <a:off x="619125" y="3722649"/>
            <a:ext cx="5248275" cy="20478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9AE85C-0649-4D17-9D0E-BA001C91CEF3}"/>
              </a:ext>
            </a:extLst>
          </p:cNvPr>
          <p:cNvSpPr>
            <a:spLocks noGrp="1"/>
          </p:cNvSpPr>
          <p:nvPr/>
        </p:nvSpPr>
        <p:spPr>
          <a:xfrm>
            <a:off x="790575" y="3884574"/>
            <a:ext cx="4762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FileInputStream</a:t>
            </a:r>
            <a:endParaRPr sz="2200" b="1" dirty="0">
              <a:solidFill>
                <a:srgbClr val="0000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E0E1D8-3711-43C0-85EF-A94EB1E80320}"/>
              </a:ext>
            </a:extLst>
          </p:cNvPr>
          <p:cNvSpPr>
            <a:spLocks noGrp="1"/>
          </p:cNvSpPr>
          <p:nvPr/>
        </p:nvSpPr>
        <p:spPr>
          <a:xfrm>
            <a:off x="790575" y="4427499"/>
            <a:ext cx="4752975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Reads bytes from a file. It is the base stream.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CC36C-19CD-48D2-B090-9519220A9591}"/>
              </a:ext>
            </a:extLst>
          </p:cNvPr>
          <p:cNvSpPr>
            <a:spLocks noGrp="1"/>
          </p:cNvSpPr>
          <p:nvPr/>
        </p:nvSpPr>
        <p:spPr>
          <a:xfrm>
            <a:off x="6162675" y="3722649"/>
            <a:ext cx="5362575" cy="2047875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 sz="2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9B1496-8C03-44C5-9B81-CA455EEE14A3}"/>
              </a:ext>
            </a:extLst>
          </p:cNvPr>
          <p:cNvSpPr>
            <a:spLocks noGrp="1"/>
          </p:cNvSpPr>
          <p:nvPr/>
        </p:nvSpPr>
        <p:spPr>
          <a:xfrm>
            <a:off x="6334125" y="3884574"/>
            <a:ext cx="4905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BufferedInputStream</a:t>
            </a:r>
            <a:endParaRPr sz="22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A3A93A-8694-4729-AF04-A290600BED6B}"/>
              </a:ext>
            </a:extLst>
          </p:cNvPr>
          <p:cNvSpPr>
            <a:spLocks noGrp="1"/>
          </p:cNvSpPr>
          <p:nvPr/>
        </p:nvSpPr>
        <p:spPr>
          <a:xfrm>
            <a:off x="6334125" y="4427499"/>
            <a:ext cx="485775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Wraps another </a:t>
            </a:r>
            <a:r>
              <a:rPr sz="22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InputStream</a:t>
            </a: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and adds buffering while retaining the read() interface.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D06CA4-D3EC-44AD-9CC1-1DF4DFF7FA6A}"/>
              </a:ext>
            </a:extLst>
          </p:cNvPr>
          <p:cNvSpPr>
            <a:spLocks noGrp="1"/>
          </p:cNvSpPr>
          <p:nvPr/>
        </p:nvSpPr>
        <p:spPr>
          <a:xfrm>
            <a:off x="781050" y="5932449"/>
            <a:ext cx="10096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client still calls read() through InputStream.</a:t>
            </a:r>
          </a:p>
        </p:txBody>
      </p:sp>
    </p:spTree>
    <p:extLst>
      <p:ext uri="{BB962C8B-B14F-4D97-AF65-F5344CB8AC3E}">
        <p14:creationId xmlns:p14="http://schemas.microsoft.com/office/powerpoint/2010/main" val="974074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B6A2A51-E654-47BE-96E3-C8940B3B21FA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34CC60-FCE5-44DB-9406-AE676717AE3E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 Compared with Related Patterns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82BE69-38E5-440C-AC07-663F29FD07E1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DECORATOR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348E4A-F7C2-4043-A08D-0F01CE9DF6E2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AC9DCE-A317-4BC3-87F9-35D26A407AA2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25175" cy="4333875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77DAE-F27B-45F2-A71E-557F7A1BD3D8}"/>
              </a:ext>
            </a:extLst>
          </p:cNvPr>
          <p:cNvSpPr>
            <a:spLocks noGrp="1"/>
          </p:cNvSpPr>
          <p:nvPr/>
        </p:nvSpPr>
        <p:spPr>
          <a:xfrm>
            <a:off x="733425" y="1390650"/>
            <a:ext cx="19812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Pattern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FE2F1-E5D2-4E4A-BFC9-01A592678CC1}"/>
              </a:ext>
            </a:extLst>
          </p:cNvPr>
          <p:cNvSpPr>
            <a:spLocks noGrp="1"/>
          </p:cNvSpPr>
          <p:nvPr/>
        </p:nvSpPr>
        <p:spPr>
          <a:xfrm>
            <a:off x="2781300" y="1390650"/>
            <a:ext cx="39243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Main purpose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3B7879-4467-4A6E-B470-44265A45E6F6}"/>
              </a:ext>
            </a:extLst>
          </p:cNvPr>
          <p:cNvSpPr>
            <a:spLocks noGrp="1"/>
          </p:cNvSpPr>
          <p:nvPr/>
        </p:nvSpPr>
        <p:spPr>
          <a:xfrm>
            <a:off x="6762750" y="1390650"/>
            <a:ext cx="45815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Relationship to interface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A97552-5E2B-47AA-AAE2-238C76F9BCDD}"/>
              </a:ext>
            </a:extLst>
          </p:cNvPr>
          <p:cNvSpPr>
            <a:spLocks noGrp="1"/>
          </p:cNvSpPr>
          <p:nvPr/>
        </p:nvSpPr>
        <p:spPr>
          <a:xfrm>
            <a:off x="733425" y="1819275"/>
            <a:ext cx="10610850" cy="19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7EDC82-E6E5-4B43-B485-4AD009875682}"/>
              </a:ext>
            </a:extLst>
          </p:cNvPr>
          <p:cNvSpPr>
            <a:spLocks noGrp="1"/>
          </p:cNvSpPr>
          <p:nvPr/>
        </p:nvSpPr>
        <p:spPr>
          <a:xfrm>
            <a:off x="733425" y="1952625"/>
            <a:ext cx="10610850" cy="7810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0C9E1A-B613-46C8-9C61-5655F5A5E780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D1DA4E-4420-4C8D-868C-5335A52788CD}"/>
              </a:ext>
            </a:extLst>
          </p:cNvPr>
          <p:cNvSpPr>
            <a:spLocks noGrp="1"/>
          </p:cNvSpPr>
          <p:nvPr/>
        </p:nvSpPr>
        <p:spPr>
          <a:xfrm>
            <a:off x="2828925" y="2000250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Adds behavior to one object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CF1ECA-F0C7-44EC-BE51-7CB7634EFE9A}"/>
              </a:ext>
            </a:extLst>
          </p:cNvPr>
          <p:cNvSpPr>
            <a:spLocks noGrp="1"/>
          </p:cNvSpPr>
          <p:nvPr/>
        </p:nvSpPr>
        <p:spPr>
          <a:xfrm>
            <a:off x="6810375" y="2000250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Keeps the component interface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4187D-1B95-48A7-80E7-9F948A1C6E2F}"/>
              </a:ext>
            </a:extLst>
          </p:cNvPr>
          <p:cNvSpPr>
            <a:spLocks noGrp="1"/>
          </p:cNvSpPr>
          <p:nvPr/>
        </p:nvSpPr>
        <p:spPr>
          <a:xfrm>
            <a:off x="781050" y="284797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067A16-9ADE-46F5-941C-A6EF4F8B2CAA}"/>
              </a:ext>
            </a:extLst>
          </p:cNvPr>
          <p:cNvSpPr>
            <a:spLocks noGrp="1"/>
          </p:cNvSpPr>
          <p:nvPr/>
        </p:nvSpPr>
        <p:spPr>
          <a:xfrm>
            <a:off x="2828925" y="2847975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Makes an interface usable elsewhere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3EE6E5-FE35-4973-AC09-98EC40705C71}"/>
              </a:ext>
            </a:extLst>
          </p:cNvPr>
          <p:cNvSpPr>
            <a:spLocks noGrp="1"/>
          </p:cNvSpPr>
          <p:nvPr/>
        </p:nvSpPr>
        <p:spPr>
          <a:xfrm>
            <a:off x="6810375" y="2847975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Converts the interface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54302B-E8B6-4A72-8AA9-51E9F499B2C8}"/>
              </a:ext>
            </a:extLst>
          </p:cNvPr>
          <p:cNvSpPr>
            <a:spLocks noGrp="1"/>
          </p:cNvSpPr>
          <p:nvPr/>
        </p:nvSpPr>
        <p:spPr>
          <a:xfrm>
            <a:off x="733425" y="3648075"/>
            <a:ext cx="10610850" cy="78105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C129DC-00F2-4098-BFCF-F388D7B869A0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Facade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F5D8CB-1249-4458-85B9-21CFDD53E0E9}"/>
              </a:ext>
            </a:extLst>
          </p:cNvPr>
          <p:cNvSpPr>
            <a:spLocks noGrp="1"/>
          </p:cNvSpPr>
          <p:nvPr/>
        </p:nvSpPr>
        <p:spPr>
          <a:xfrm>
            <a:off x="2828925" y="3695700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Simplifies a subsystem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82FDA1-7473-40EC-BC6F-7C7ADCEBF6B4}"/>
              </a:ext>
            </a:extLst>
          </p:cNvPr>
          <p:cNvSpPr>
            <a:spLocks noGrp="1"/>
          </p:cNvSpPr>
          <p:nvPr/>
        </p:nvSpPr>
        <p:spPr>
          <a:xfrm>
            <a:off x="6810375" y="3695700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Offers a new task-level interface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5D0AE0-B1E1-49E1-9F7D-D0EA17D9167D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Composite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F473ED-A150-436F-B04D-52B3383C002B}"/>
              </a:ext>
            </a:extLst>
          </p:cNvPr>
          <p:cNvSpPr>
            <a:spLocks noGrp="1"/>
          </p:cNvSpPr>
          <p:nvPr/>
        </p:nvSpPr>
        <p:spPr>
          <a:xfrm>
            <a:off x="2828925" y="4543425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Treats leaves and groups uniformly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EEF0C9-D3CB-411B-8145-B0500BA3D256}"/>
              </a:ext>
            </a:extLst>
          </p:cNvPr>
          <p:cNvSpPr>
            <a:spLocks noGrp="1"/>
          </p:cNvSpPr>
          <p:nvPr/>
        </p:nvSpPr>
        <p:spPr>
          <a:xfrm>
            <a:off x="6810375" y="4543425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Shares a component interface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9CC5AD-1277-4ACF-BD62-E3893049BFC5}"/>
              </a:ext>
            </a:extLst>
          </p:cNvPr>
          <p:cNvSpPr>
            <a:spLocks noGrp="1"/>
          </p:cNvSpPr>
          <p:nvPr/>
        </p:nvSpPr>
        <p:spPr>
          <a:xfrm>
            <a:off x="733425" y="5762625"/>
            <a:ext cx="106965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 focuses on one object whose behavior needs optional layers.</a:t>
            </a:r>
          </a:p>
        </p:txBody>
      </p:sp>
    </p:spTree>
    <p:extLst>
      <p:ext uri="{BB962C8B-B14F-4D97-AF65-F5344CB8AC3E}">
        <p14:creationId xmlns:p14="http://schemas.microsoft.com/office/powerpoint/2010/main" val="375402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542ADAB-129C-4D89-A5B0-3847015392CC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077A81-B254-4AF9-B7CF-9B6CB206FBCC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Applicability and Consequences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FD1436-36B6-4184-AD4B-2C3581C65FA0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DECORATOR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519C32-64E5-46B1-98A5-4C558C7D9D46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C40FE-D510-4C3E-BE1E-7C93A003B064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5210175" cy="32766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8DE439-4D0B-4C24-A0F8-E444DBBCA50A}"/>
              </a:ext>
            </a:extLst>
          </p:cNvPr>
          <p:cNvSpPr>
            <a:spLocks noGrp="1"/>
          </p:cNvSpPr>
          <p:nvPr/>
        </p:nvSpPr>
        <p:spPr>
          <a:xfrm>
            <a:off x="771525" y="139065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Use Decorator when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0D18D2-DC92-4639-A933-A36D5E0C6E0A}"/>
              </a:ext>
            </a:extLst>
          </p:cNvPr>
          <p:cNvSpPr>
            <a:spLocks noGrp="1"/>
          </p:cNvSpPr>
          <p:nvPr/>
        </p:nvSpPr>
        <p:spPr>
          <a:xfrm>
            <a:off x="771525" y="1876425"/>
            <a:ext cx="4848225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Features are optional or combinable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Behavior may change at runtime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Subclass combinations would multiply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Client should keep one common interface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C4EBA5-0FE2-42AF-9E68-F683BB3A284F}"/>
              </a:ext>
            </a:extLst>
          </p:cNvPr>
          <p:cNvSpPr>
            <a:spLocks noGrp="1"/>
          </p:cNvSpPr>
          <p:nvPr/>
        </p:nvSpPr>
        <p:spPr>
          <a:xfrm>
            <a:off x="6096000" y="1238250"/>
            <a:ext cx="5448300" cy="32766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95603B-9050-4F83-9BA9-4B5B8D4CEC04}"/>
              </a:ext>
            </a:extLst>
          </p:cNvPr>
          <p:cNvSpPr>
            <a:spLocks noGrp="1"/>
          </p:cNvSpPr>
          <p:nvPr/>
        </p:nvSpPr>
        <p:spPr>
          <a:xfrm>
            <a:off x="6248400" y="1390650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Benefits and limits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597156-DA4E-447A-BEAF-66C5BAA8B8BE}"/>
              </a:ext>
            </a:extLst>
          </p:cNvPr>
          <p:cNvSpPr>
            <a:spLocks noGrp="1"/>
          </p:cNvSpPr>
          <p:nvPr/>
        </p:nvSpPr>
        <p:spPr>
          <a:xfrm>
            <a:off x="6248400" y="1876425"/>
            <a:ext cx="5048250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Flexible extension without changing core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Small focused wrapper classes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More objects to understand and debug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Wrapper order may affect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214C3B-4F1B-477C-AE53-61DCECF8BCCB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0915650" cy="13716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 sz="2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E0BAB2-7DC8-4005-871E-A550ECBF7661}"/>
              </a:ext>
            </a:extLst>
          </p:cNvPr>
          <p:cNvSpPr>
            <a:spLocks noGrp="1"/>
          </p:cNvSpPr>
          <p:nvPr/>
        </p:nvSpPr>
        <p:spPr>
          <a:xfrm>
            <a:off x="790575" y="4867275"/>
            <a:ext cx="10191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Key lesson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A8F26E-AA45-40B1-9EEA-7B67CBAFB0E1}"/>
              </a:ext>
            </a:extLst>
          </p:cNvPr>
          <p:cNvSpPr>
            <a:spLocks noGrp="1"/>
          </p:cNvSpPr>
          <p:nvPr/>
        </p:nvSpPr>
        <p:spPr>
          <a:xfrm>
            <a:off x="790575" y="5257800"/>
            <a:ext cx="103632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decorator has the same interface as the object it wraps. It forwards calls and adds behavior, so the client can treat the whole chain as one Component.</a:t>
            </a:r>
          </a:p>
        </p:txBody>
      </p:sp>
    </p:spTree>
    <p:extLst>
      <p:ext uri="{BB962C8B-B14F-4D97-AF65-F5344CB8AC3E}">
        <p14:creationId xmlns:p14="http://schemas.microsoft.com/office/powerpoint/2010/main" val="6691210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Macintosh PowerPoint</Application>
  <DocSecurity>0</DocSecurity>
  <PresentationFormat>Widescreen</PresentationFormat>
  <Paragraphs>154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Courier New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Aswathy Mohan</cp:lastModifiedBy>
  <cp:revision>1</cp:revision>
  <dcterms:created xsi:type="dcterms:W3CDTF">2026-09-30T06:30:02Z</dcterms:created>
  <dcterms:modified xsi:type="dcterms:W3CDTF">2026-10-06T06:27:05Z</dcterms:modified>
</cp:coreProperties>
</file>