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61E420-4280-4640-ABA6-A3C7EFA0C0A7}" v="1" dt="2026-10-14T06:22:48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undo custSel modSld">
      <pc:chgData name="Aswathy Mohan" userId="8ec7b060-ec9d-4a76-a81c-f80212d9386c" providerId="ADAL" clId="{A2D8F3F3-AB79-5800-97AF-2AFE679C11CA}" dt="2026-10-14T06:23:13.743" v="89"/>
      <pc:docMkLst>
        <pc:docMk/>
      </pc:docMkLst>
      <pc:sldChg chg="modSp mod">
        <pc:chgData name="Aswathy Mohan" userId="8ec7b060-ec9d-4a76-a81c-f80212d9386c" providerId="ADAL" clId="{A2D8F3F3-AB79-5800-97AF-2AFE679C11CA}" dt="2026-10-14T06:22:48.219" v="78" actId="27636"/>
        <pc:sldMkLst>
          <pc:docMk/>
          <pc:sldMk cId="2144941798" sldId="256"/>
        </pc:sldMkLst>
        <pc:spChg chg="mod">
          <ac:chgData name="Aswathy Mohan" userId="8ec7b060-ec9d-4a76-a81c-f80212d9386c" providerId="ADAL" clId="{A2D8F3F3-AB79-5800-97AF-2AFE679C11CA}" dt="2026-10-14T06:22:48.219" v="77" actId="27636"/>
          <ac:spMkLst>
            <pc:docMk/>
            <pc:sldMk cId="2144941798" sldId="256"/>
            <ac:spMk id="2" creationId="{04A65A22-F7A4-4BB3-9B59-85CA5ED08F0D}"/>
          </ac:spMkLst>
        </pc:spChg>
        <pc:spChg chg="mod">
          <ac:chgData name="Aswathy Mohan" userId="8ec7b060-ec9d-4a76-a81c-f80212d9386c" providerId="ADAL" clId="{A2D8F3F3-AB79-5800-97AF-2AFE679C11CA}" dt="2026-10-14T06:22:48.219" v="78" actId="27636"/>
          <ac:spMkLst>
            <pc:docMk/>
            <pc:sldMk cId="2144941798" sldId="256"/>
            <ac:spMk id="5" creationId="{44894E66-9BDF-43CF-9411-F0B25C16B16E}"/>
          </ac:spMkLst>
        </pc:spChg>
      </pc:sldChg>
      <pc:sldChg chg="delSp modSp mod">
        <pc:chgData name="Aswathy Mohan" userId="8ec7b060-ec9d-4a76-a81c-f80212d9386c" providerId="ADAL" clId="{A2D8F3F3-AB79-5800-97AF-2AFE679C11CA}" dt="2026-10-14T06:22:48.221" v="79" actId="27636"/>
        <pc:sldMkLst>
          <pc:docMk/>
          <pc:sldMk cId="24980951" sldId="257"/>
        </pc:sldMkLst>
        <pc:spChg chg="mod">
          <ac:chgData name="Aswathy Mohan" userId="8ec7b060-ec9d-4a76-a81c-f80212d9386c" providerId="ADAL" clId="{A2D8F3F3-AB79-5800-97AF-2AFE679C11CA}" dt="2026-10-14T06:22:48.221" v="79" actId="27636"/>
          <ac:spMkLst>
            <pc:docMk/>
            <pc:sldMk cId="24980951" sldId="257"/>
            <ac:spMk id="2" creationId="{245630E9-DE2C-4601-9657-C4A3CFAB51CA}"/>
          </ac:spMkLst>
        </pc:spChg>
        <pc:spChg chg="del">
          <ac:chgData name="Aswathy Mohan" userId="8ec7b060-ec9d-4a76-a81c-f80212d9386c" providerId="ADAL" clId="{A2D8F3F3-AB79-5800-97AF-2AFE679C11CA}" dt="2026-10-14T06:13:11.984" v="0" actId="478"/>
          <ac:spMkLst>
            <pc:docMk/>
            <pc:sldMk cId="24980951" sldId="257"/>
            <ac:spMk id="3" creationId="{BEB44252-697C-46F2-B57A-650C9CC6F8B4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4" creationId="{4FF021CD-B922-40CA-8357-918DDF03A024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5" creationId="{BC5DC8C2-5C5F-46D7-B70F-19711A06E472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7" creationId="{3CDCC8BB-0C52-48A2-A029-DC09A118A434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8" creationId="{3884AF64-FDE1-4748-B4B3-30AA730AEBF6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9" creationId="{102F71B1-09F0-42A1-9A96-1AD9E216EF99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10" creationId="{8ED93A5E-6E33-4E33-8B86-A8CD64BBB03C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11" creationId="{10987FF5-98FA-40CE-BE59-9351218F9D36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12" creationId="{037BC694-0F37-46FC-B050-EB71DBE01D75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13" creationId="{5A68E434-60BD-4B41-B928-9B62866E2E3D}"/>
          </ac:spMkLst>
        </pc:spChg>
        <pc:spChg chg="mod">
          <ac:chgData name="Aswathy Mohan" userId="8ec7b060-ec9d-4a76-a81c-f80212d9386c" providerId="ADAL" clId="{A2D8F3F3-AB79-5800-97AF-2AFE679C11CA}" dt="2026-10-14T06:13:26.663" v="2" actId="255"/>
          <ac:spMkLst>
            <pc:docMk/>
            <pc:sldMk cId="24980951" sldId="257"/>
            <ac:spMk id="14" creationId="{4E13F0F0-FD04-4338-A244-D3EBD3D0843E}"/>
          </ac:spMkLst>
        </pc:spChg>
      </pc:sldChg>
      <pc:sldChg chg="modSp mod">
        <pc:chgData name="Aswathy Mohan" userId="8ec7b060-ec9d-4a76-a81c-f80212d9386c" providerId="ADAL" clId="{A2D8F3F3-AB79-5800-97AF-2AFE679C11CA}" dt="2026-10-14T06:22:48.223" v="80" actId="27636"/>
        <pc:sldMkLst>
          <pc:docMk/>
          <pc:sldMk cId="762283175" sldId="258"/>
        </pc:sldMkLst>
        <pc:spChg chg="mod">
          <ac:chgData name="Aswathy Mohan" userId="8ec7b060-ec9d-4a76-a81c-f80212d9386c" providerId="ADAL" clId="{A2D8F3F3-AB79-5800-97AF-2AFE679C11CA}" dt="2026-10-14T06:22:48.223" v="80" actId="27636"/>
          <ac:spMkLst>
            <pc:docMk/>
            <pc:sldMk cId="762283175" sldId="258"/>
            <ac:spMk id="2" creationId="{6E8390BE-797E-4940-AA50-9EE2462DC766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3" creationId="{3948837A-7F0F-4EBD-8011-4F7855D1112B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4" creationId="{B64B7254-6F07-4122-9EBC-300BFD126621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5" creationId="{E8D1BD26-C1AC-4E3F-B469-071C1886787C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6" creationId="{9D928EEA-A56F-4618-AA5D-66F44370FB4F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7" creationId="{EA0BB96F-9A68-40D2-93B6-50D0F4E047A2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8" creationId="{502EC263-7773-4438-87AC-72B25DAE13BE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9" creationId="{8D27D63A-0F4B-4C32-A01D-94745A047339}"/>
          </ac:spMkLst>
        </pc:spChg>
        <pc:spChg chg="mod">
          <ac:chgData name="Aswathy Mohan" userId="8ec7b060-ec9d-4a76-a81c-f80212d9386c" providerId="ADAL" clId="{A2D8F3F3-AB79-5800-97AF-2AFE679C11CA}" dt="2026-10-14T06:15:35.495" v="30" actId="1076"/>
          <ac:spMkLst>
            <pc:docMk/>
            <pc:sldMk cId="762283175" sldId="258"/>
            <ac:spMk id="10" creationId="{D9348756-E667-4DCF-8D3F-25A5AA22B595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11" creationId="{37C9C439-75F7-43B5-A360-847DB108CC8E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13" creationId="{E237200C-0470-4786-A91A-D0132D80DB3A}"/>
          </ac:spMkLst>
        </pc:spChg>
        <pc:spChg chg="mod">
          <ac:chgData name="Aswathy Mohan" userId="8ec7b060-ec9d-4a76-a81c-f80212d9386c" providerId="ADAL" clId="{A2D8F3F3-AB79-5800-97AF-2AFE679C11CA}" dt="2026-10-14T06:15:36.705" v="33" actId="14100"/>
          <ac:spMkLst>
            <pc:docMk/>
            <pc:sldMk cId="762283175" sldId="258"/>
            <ac:spMk id="14" creationId="{AD4A0C37-DF86-4295-A2AA-C255C275D6C9}"/>
          </ac:spMkLst>
        </pc:spChg>
        <pc:spChg chg="mod">
          <ac:chgData name="Aswathy Mohan" userId="8ec7b060-ec9d-4a76-a81c-f80212d9386c" providerId="ADAL" clId="{A2D8F3F3-AB79-5800-97AF-2AFE679C11CA}" dt="2026-10-14T06:15:38.005" v="36" actId="255"/>
          <ac:spMkLst>
            <pc:docMk/>
            <pc:sldMk cId="762283175" sldId="258"/>
            <ac:spMk id="16" creationId="{14931CA4-5B3D-4F3F-BBC5-65E009B30C90}"/>
          </ac:spMkLst>
        </pc:spChg>
      </pc:sldChg>
      <pc:sldChg chg="modSp mod">
        <pc:chgData name="Aswathy Mohan" userId="8ec7b060-ec9d-4a76-a81c-f80212d9386c" providerId="ADAL" clId="{A2D8F3F3-AB79-5800-97AF-2AFE679C11CA}" dt="2026-10-14T06:22:48.225" v="82" actId="27636"/>
        <pc:sldMkLst>
          <pc:docMk/>
          <pc:sldMk cId="465689967" sldId="259"/>
        </pc:sldMkLst>
        <pc:spChg chg="mod">
          <ac:chgData name="Aswathy Mohan" userId="8ec7b060-ec9d-4a76-a81c-f80212d9386c" providerId="ADAL" clId="{A2D8F3F3-AB79-5800-97AF-2AFE679C11CA}" dt="2026-10-14T06:22:48.225" v="81" actId="27636"/>
          <ac:spMkLst>
            <pc:docMk/>
            <pc:sldMk cId="465689967" sldId="259"/>
            <ac:spMk id="2" creationId="{9107172F-C059-43DC-B8F6-EE82679E41AF}"/>
          </ac:spMkLst>
        </pc:spChg>
        <pc:spChg chg="mod">
          <ac:chgData name="Aswathy Mohan" userId="8ec7b060-ec9d-4a76-a81c-f80212d9386c" providerId="ADAL" clId="{A2D8F3F3-AB79-5800-97AF-2AFE679C11CA}" dt="2026-10-14T06:16:29.514" v="39" actId="255"/>
          <ac:spMkLst>
            <pc:docMk/>
            <pc:sldMk cId="465689967" sldId="259"/>
            <ac:spMk id="3" creationId="{A580320F-1A5C-49B2-85F3-55E9AE023263}"/>
          </ac:spMkLst>
        </pc:spChg>
        <pc:spChg chg="mod">
          <ac:chgData name="Aswathy Mohan" userId="8ec7b060-ec9d-4a76-a81c-f80212d9386c" providerId="ADAL" clId="{A2D8F3F3-AB79-5800-97AF-2AFE679C11CA}" dt="2026-10-14T06:22:48.225" v="82" actId="27636"/>
          <ac:spMkLst>
            <pc:docMk/>
            <pc:sldMk cId="465689967" sldId="259"/>
            <ac:spMk id="4" creationId="{415E04FB-0B16-4B41-9209-5C4C8E992AF5}"/>
          </ac:spMkLst>
        </pc:spChg>
        <pc:spChg chg="mod">
          <ac:chgData name="Aswathy Mohan" userId="8ec7b060-ec9d-4a76-a81c-f80212d9386c" providerId="ADAL" clId="{A2D8F3F3-AB79-5800-97AF-2AFE679C11CA}" dt="2026-10-14T06:16:29.514" v="39" actId="255"/>
          <ac:spMkLst>
            <pc:docMk/>
            <pc:sldMk cId="465689967" sldId="259"/>
            <ac:spMk id="17" creationId="{0EC74BAE-0F85-4106-879B-D8C23A7FB3CB}"/>
          </ac:spMkLst>
        </pc:spChg>
      </pc:sldChg>
      <pc:sldChg chg="modSp mod">
        <pc:chgData name="Aswathy Mohan" userId="8ec7b060-ec9d-4a76-a81c-f80212d9386c" providerId="ADAL" clId="{A2D8F3F3-AB79-5800-97AF-2AFE679C11CA}" dt="2026-10-14T06:22:48.227" v="85" actId="27636"/>
        <pc:sldMkLst>
          <pc:docMk/>
          <pc:sldMk cId="2095791507" sldId="260"/>
        </pc:sldMkLst>
        <pc:spChg chg="mod">
          <ac:chgData name="Aswathy Mohan" userId="8ec7b060-ec9d-4a76-a81c-f80212d9386c" providerId="ADAL" clId="{A2D8F3F3-AB79-5800-97AF-2AFE679C11CA}" dt="2026-10-14T06:22:48.227" v="84" actId="27636"/>
          <ac:spMkLst>
            <pc:docMk/>
            <pc:sldMk cId="2095791507" sldId="260"/>
            <ac:spMk id="2" creationId="{3FE8DF31-93E7-4223-9D9D-D8563CCB4F4E}"/>
          </ac:spMkLst>
        </pc:spChg>
        <pc:spChg chg="mod">
          <ac:chgData name="Aswathy Mohan" userId="8ec7b060-ec9d-4a76-a81c-f80212d9386c" providerId="ADAL" clId="{A2D8F3F3-AB79-5800-97AF-2AFE679C11CA}" dt="2026-10-14T06:16:53.067" v="43" actId="255"/>
          <ac:spMkLst>
            <pc:docMk/>
            <pc:sldMk cId="2095791507" sldId="260"/>
            <ac:spMk id="3" creationId="{244676EF-3B8B-4B45-986E-06CD08CB9587}"/>
          </ac:spMkLst>
        </pc:spChg>
        <pc:spChg chg="mod">
          <ac:chgData name="Aswathy Mohan" userId="8ec7b060-ec9d-4a76-a81c-f80212d9386c" providerId="ADAL" clId="{A2D8F3F3-AB79-5800-97AF-2AFE679C11CA}" dt="2026-10-14T06:22:48.227" v="83" actId="27636"/>
          <ac:spMkLst>
            <pc:docMk/>
            <pc:sldMk cId="2095791507" sldId="260"/>
            <ac:spMk id="4" creationId="{F9F658A9-F80F-48CC-8C94-18C0CCAC7091}"/>
          </ac:spMkLst>
        </pc:spChg>
        <pc:spChg chg="mod">
          <ac:chgData name="Aswathy Mohan" userId="8ec7b060-ec9d-4a76-a81c-f80212d9386c" providerId="ADAL" clId="{A2D8F3F3-AB79-5800-97AF-2AFE679C11CA}" dt="2026-10-14T06:22:48.227" v="85" actId="27636"/>
          <ac:spMkLst>
            <pc:docMk/>
            <pc:sldMk cId="2095791507" sldId="260"/>
            <ac:spMk id="6" creationId="{261693D6-C27A-4556-90BE-01DB87E8A804}"/>
          </ac:spMkLst>
        </pc:spChg>
        <pc:spChg chg="mod">
          <ac:chgData name="Aswathy Mohan" userId="8ec7b060-ec9d-4a76-a81c-f80212d9386c" providerId="ADAL" clId="{A2D8F3F3-AB79-5800-97AF-2AFE679C11CA}" dt="2026-10-14T06:16:44.716" v="40" actId="255"/>
          <ac:spMkLst>
            <pc:docMk/>
            <pc:sldMk cId="2095791507" sldId="260"/>
            <ac:spMk id="16" creationId="{AAECB8F7-6AF3-4BE6-985B-B4D2F76AEA8E}"/>
          </ac:spMkLst>
        </pc:spChg>
        <pc:spChg chg="mod">
          <ac:chgData name="Aswathy Mohan" userId="8ec7b060-ec9d-4a76-a81c-f80212d9386c" providerId="ADAL" clId="{A2D8F3F3-AB79-5800-97AF-2AFE679C11CA}" dt="2026-10-14T06:16:44.716" v="40" actId="255"/>
          <ac:spMkLst>
            <pc:docMk/>
            <pc:sldMk cId="2095791507" sldId="260"/>
            <ac:spMk id="19" creationId="{5E980423-4CC9-468B-A587-F8F1A65F0999}"/>
          </ac:spMkLst>
        </pc:spChg>
      </pc:sldChg>
      <pc:sldChg chg="modSp mod">
        <pc:chgData name="Aswathy Mohan" userId="8ec7b060-ec9d-4a76-a81c-f80212d9386c" providerId="ADAL" clId="{A2D8F3F3-AB79-5800-97AF-2AFE679C11CA}" dt="2026-10-14T06:22:48.229" v="87" actId="27636"/>
        <pc:sldMkLst>
          <pc:docMk/>
          <pc:sldMk cId="554194316" sldId="261"/>
        </pc:sldMkLst>
        <pc:spChg chg="mod">
          <ac:chgData name="Aswathy Mohan" userId="8ec7b060-ec9d-4a76-a81c-f80212d9386c" providerId="ADAL" clId="{A2D8F3F3-AB79-5800-97AF-2AFE679C11CA}" dt="2026-10-14T06:22:48.229" v="86" actId="27636"/>
          <ac:spMkLst>
            <pc:docMk/>
            <pc:sldMk cId="554194316" sldId="261"/>
            <ac:spMk id="2" creationId="{333AD7B4-835F-408D-A1B0-EAD2797EB32B}"/>
          </ac:spMkLst>
        </pc:spChg>
        <pc:spChg chg="mod">
          <ac:chgData name="Aswathy Mohan" userId="8ec7b060-ec9d-4a76-a81c-f80212d9386c" providerId="ADAL" clId="{A2D8F3F3-AB79-5800-97AF-2AFE679C11CA}" dt="2026-10-14T06:17:03.060" v="44" actId="255"/>
          <ac:spMkLst>
            <pc:docMk/>
            <pc:sldMk cId="554194316" sldId="261"/>
            <ac:spMk id="3" creationId="{43120B23-9E64-4711-BA97-4A8871ED83BF}"/>
          </ac:spMkLst>
        </pc:spChg>
        <pc:spChg chg="mod">
          <ac:chgData name="Aswathy Mohan" userId="8ec7b060-ec9d-4a76-a81c-f80212d9386c" providerId="ADAL" clId="{A2D8F3F3-AB79-5800-97AF-2AFE679C11CA}" dt="2026-10-14T06:22:48.229" v="87" actId="27636"/>
          <ac:spMkLst>
            <pc:docMk/>
            <pc:sldMk cId="554194316" sldId="261"/>
            <ac:spMk id="4" creationId="{AD000A15-C680-4916-A83B-1F6FF6D3592A}"/>
          </ac:spMkLst>
        </pc:spChg>
        <pc:spChg chg="mod">
          <ac:chgData name="Aswathy Mohan" userId="8ec7b060-ec9d-4a76-a81c-f80212d9386c" providerId="ADAL" clId="{A2D8F3F3-AB79-5800-97AF-2AFE679C11CA}" dt="2026-10-14T06:17:14.173" v="45" actId="255"/>
          <ac:spMkLst>
            <pc:docMk/>
            <pc:sldMk cId="554194316" sldId="261"/>
            <ac:spMk id="8" creationId="{83F83012-79DB-475B-9E05-50E27192B644}"/>
          </ac:spMkLst>
        </pc:spChg>
        <pc:spChg chg="mod">
          <ac:chgData name="Aswathy Mohan" userId="8ec7b060-ec9d-4a76-a81c-f80212d9386c" providerId="ADAL" clId="{A2D8F3F3-AB79-5800-97AF-2AFE679C11CA}" dt="2026-10-14T06:17:14.173" v="45" actId="255"/>
          <ac:spMkLst>
            <pc:docMk/>
            <pc:sldMk cId="554194316" sldId="261"/>
            <ac:spMk id="10" creationId="{12C4C0E6-C228-4B40-A8E3-2E072843148B}"/>
          </ac:spMkLst>
        </pc:spChg>
      </pc:sldChg>
      <pc:sldChg chg="addSp delSp modSp mod">
        <pc:chgData name="Aswathy Mohan" userId="8ec7b060-ec9d-4a76-a81c-f80212d9386c" providerId="ADAL" clId="{A2D8F3F3-AB79-5800-97AF-2AFE679C11CA}" dt="2026-10-14T06:23:13.743" v="89"/>
        <pc:sldMkLst>
          <pc:docMk/>
          <pc:sldMk cId="675974635" sldId="262"/>
        </pc:sldMkLst>
        <pc:spChg chg="mod">
          <ac:chgData name="Aswathy Mohan" userId="8ec7b060-ec9d-4a76-a81c-f80212d9386c" providerId="ADAL" clId="{A2D8F3F3-AB79-5800-97AF-2AFE679C11CA}" dt="2026-10-14T06:22:48.184" v="61" actId="27636"/>
          <ac:spMkLst>
            <pc:docMk/>
            <pc:sldMk cId="675974635" sldId="262"/>
            <ac:spMk id="2" creationId="{57D647A1-83FB-4A76-8396-016AC3780AE4}"/>
          </ac:spMkLst>
        </pc:spChg>
        <pc:spChg chg="mod">
          <ac:chgData name="Aswathy Mohan" userId="8ec7b060-ec9d-4a76-a81c-f80212d9386c" providerId="ADAL" clId="{A2D8F3F3-AB79-5800-97AF-2AFE679C11CA}" dt="2026-10-14T06:17:30.029" v="46" actId="255"/>
          <ac:spMkLst>
            <pc:docMk/>
            <pc:sldMk cId="675974635" sldId="262"/>
            <ac:spMk id="3" creationId="{D2CAEA10-4D53-43E1-91B6-7650886A4ED7}"/>
          </ac:spMkLst>
        </pc:spChg>
        <pc:spChg chg="mod">
          <ac:chgData name="Aswathy Mohan" userId="8ec7b060-ec9d-4a76-a81c-f80212d9386c" providerId="ADAL" clId="{A2D8F3F3-AB79-5800-97AF-2AFE679C11CA}" dt="2026-10-14T06:22:48.184" v="60" actId="27636"/>
          <ac:spMkLst>
            <pc:docMk/>
            <pc:sldMk cId="675974635" sldId="262"/>
            <ac:spMk id="4" creationId="{90DEC359-4615-4A46-99A3-18B691660A96}"/>
          </ac:spMkLst>
        </pc:spChg>
        <pc:spChg chg="add del mod">
          <ac:chgData name="Aswathy Mohan" userId="8ec7b060-ec9d-4a76-a81c-f80212d9386c" providerId="ADAL" clId="{A2D8F3F3-AB79-5800-97AF-2AFE679C11CA}" dt="2026-10-14T06:23:13.743" v="89"/>
          <ac:spMkLst>
            <pc:docMk/>
            <pc:sldMk cId="675974635" sldId="262"/>
            <ac:spMk id="10" creationId="{E4DC9211-E781-F5BB-6335-809AB552C80B}"/>
          </ac:spMkLst>
        </pc:spChg>
      </pc:sldChg>
      <pc:sldChg chg="modSp mod">
        <pc:chgData name="Aswathy Mohan" userId="8ec7b060-ec9d-4a76-a81c-f80212d9386c" providerId="ADAL" clId="{A2D8F3F3-AB79-5800-97AF-2AFE679C11CA}" dt="2026-10-14T06:22:48.204" v="63" actId="27636"/>
        <pc:sldMkLst>
          <pc:docMk/>
          <pc:sldMk cId="1193980828" sldId="263"/>
        </pc:sldMkLst>
        <pc:spChg chg="mod">
          <ac:chgData name="Aswathy Mohan" userId="8ec7b060-ec9d-4a76-a81c-f80212d9386c" providerId="ADAL" clId="{A2D8F3F3-AB79-5800-97AF-2AFE679C11CA}" dt="2026-10-14T06:22:48.203" v="62" actId="27636"/>
          <ac:spMkLst>
            <pc:docMk/>
            <pc:sldMk cId="1193980828" sldId="263"/>
            <ac:spMk id="2" creationId="{968530FD-94B0-417A-B00A-4E608EDE4350}"/>
          </ac:spMkLst>
        </pc:spChg>
        <pc:spChg chg="mod">
          <ac:chgData name="Aswathy Mohan" userId="8ec7b060-ec9d-4a76-a81c-f80212d9386c" providerId="ADAL" clId="{A2D8F3F3-AB79-5800-97AF-2AFE679C11CA}" dt="2026-10-14T06:17:50.496" v="47" actId="255"/>
          <ac:spMkLst>
            <pc:docMk/>
            <pc:sldMk cId="1193980828" sldId="263"/>
            <ac:spMk id="3" creationId="{BF3B36E2-24C4-4C47-9C71-13597FDCEC75}"/>
          </ac:spMkLst>
        </pc:spChg>
        <pc:spChg chg="mod">
          <ac:chgData name="Aswathy Mohan" userId="8ec7b060-ec9d-4a76-a81c-f80212d9386c" providerId="ADAL" clId="{A2D8F3F3-AB79-5800-97AF-2AFE679C11CA}" dt="2026-10-14T06:22:48.204" v="63" actId="27636"/>
          <ac:spMkLst>
            <pc:docMk/>
            <pc:sldMk cId="1193980828" sldId="263"/>
            <ac:spMk id="4" creationId="{E9AB2384-2CC1-4A8C-9096-D34E8B19C5AC}"/>
          </ac:spMkLst>
        </pc:spChg>
        <pc:spChg chg="mod">
          <ac:chgData name="Aswathy Mohan" userId="8ec7b060-ec9d-4a76-a81c-f80212d9386c" providerId="ADAL" clId="{A2D8F3F3-AB79-5800-97AF-2AFE679C11CA}" dt="2026-10-14T06:17:50.496" v="47" actId="255"/>
          <ac:spMkLst>
            <pc:docMk/>
            <pc:sldMk cId="1193980828" sldId="263"/>
            <ac:spMk id="8" creationId="{0A9CDFC5-27B3-4513-A8B9-DE72259DD703}"/>
          </ac:spMkLst>
        </pc:spChg>
        <pc:spChg chg="mod">
          <ac:chgData name="Aswathy Mohan" userId="8ec7b060-ec9d-4a76-a81c-f80212d9386c" providerId="ADAL" clId="{A2D8F3F3-AB79-5800-97AF-2AFE679C11CA}" dt="2026-10-14T06:17:50.496" v="47" actId="255"/>
          <ac:spMkLst>
            <pc:docMk/>
            <pc:sldMk cId="1193980828" sldId="263"/>
            <ac:spMk id="12" creationId="{230ACBD2-3F4B-4FEE-B76E-8FD5D6C85463}"/>
          </ac:spMkLst>
        </pc:spChg>
      </pc:sldChg>
      <pc:sldChg chg="modSp mod">
        <pc:chgData name="Aswathy Mohan" userId="8ec7b060-ec9d-4a76-a81c-f80212d9386c" providerId="ADAL" clId="{A2D8F3F3-AB79-5800-97AF-2AFE679C11CA}" dt="2026-10-14T06:22:48.210" v="66" actId="27636"/>
        <pc:sldMkLst>
          <pc:docMk/>
          <pc:sldMk cId="1498001003" sldId="264"/>
        </pc:sldMkLst>
        <pc:spChg chg="mod">
          <ac:chgData name="Aswathy Mohan" userId="8ec7b060-ec9d-4a76-a81c-f80212d9386c" providerId="ADAL" clId="{A2D8F3F3-AB79-5800-97AF-2AFE679C11CA}" dt="2026-10-14T06:22:48.210" v="65" actId="27636"/>
          <ac:spMkLst>
            <pc:docMk/>
            <pc:sldMk cId="1498001003" sldId="264"/>
            <ac:spMk id="2" creationId="{7E04037A-4FA1-4565-85A7-8B48CA294C32}"/>
          </ac:spMkLst>
        </pc:spChg>
        <pc:spChg chg="mod">
          <ac:chgData name="Aswathy Mohan" userId="8ec7b060-ec9d-4a76-a81c-f80212d9386c" providerId="ADAL" clId="{A2D8F3F3-AB79-5800-97AF-2AFE679C11CA}" dt="2026-10-14T06:18:47.473" v="48" actId="255"/>
          <ac:spMkLst>
            <pc:docMk/>
            <pc:sldMk cId="1498001003" sldId="264"/>
            <ac:spMk id="3" creationId="{07EC4885-92B4-4E7C-A30B-E544EAD72B46}"/>
          </ac:spMkLst>
        </pc:spChg>
        <pc:spChg chg="mod">
          <ac:chgData name="Aswathy Mohan" userId="8ec7b060-ec9d-4a76-a81c-f80212d9386c" providerId="ADAL" clId="{A2D8F3F3-AB79-5800-97AF-2AFE679C11CA}" dt="2026-10-14T06:22:48.210" v="66" actId="27636"/>
          <ac:spMkLst>
            <pc:docMk/>
            <pc:sldMk cId="1498001003" sldId="264"/>
            <ac:spMk id="4" creationId="{6DA34254-FC02-45AB-B9A0-35F7F1124BD7}"/>
          </ac:spMkLst>
        </pc:spChg>
        <pc:spChg chg="mod">
          <ac:chgData name="Aswathy Mohan" userId="8ec7b060-ec9d-4a76-a81c-f80212d9386c" providerId="ADAL" clId="{A2D8F3F3-AB79-5800-97AF-2AFE679C11CA}" dt="2026-10-14T06:18:47.473" v="48" actId="255"/>
          <ac:spMkLst>
            <pc:docMk/>
            <pc:sldMk cId="1498001003" sldId="264"/>
            <ac:spMk id="14" creationId="{A28FCC33-E706-4301-B614-CCDBA0D36970}"/>
          </ac:spMkLst>
        </pc:spChg>
        <pc:spChg chg="mod">
          <ac:chgData name="Aswathy Mohan" userId="8ec7b060-ec9d-4a76-a81c-f80212d9386c" providerId="ADAL" clId="{A2D8F3F3-AB79-5800-97AF-2AFE679C11CA}" dt="2026-10-14T06:22:48.209" v="64" actId="27636"/>
          <ac:spMkLst>
            <pc:docMk/>
            <pc:sldMk cId="1498001003" sldId="264"/>
            <ac:spMk id="16" creationId="{DF7D6436-0AC9-4D7E-82E9-2DF4AD6DFAC0}"/>
          </ac:spMkLst>
        </pc:spChg>
      </pc:sldChg>
      <pc:sldChg chg="modSp mod">
        <pc:chgData name="Aswathy Mohan" userId="8ec7b060-ec9d-4a76-a81c-f80212d9386c" providerId="ADAL" clId="{A2D8F3F3-AB79-5800-97AF-2AFE679C11CA}" dt="2026-10-14T06:22:48.212" v="68" actId="27636"/>
        <pc:sldMkLst>
          <pc:docMk/>
          <pc:sldMk cId="222968358" sldId="265"/>
        </pc:sldMkLst>
        <pc:spChg chg="mod">
          <ac:chgData name="Aswathy Mohan" userId="8ec7b060-ec9d-4a76-a81c-f80212d9386c" providerId="ADAL" clId="{A2D8F3F3-AB79-5800-97AF-2AFE679C11CA}" dt="2026-10-14T06:22:48.212" v="68" actId="27636"/>
          <ac:spMkLst>
            <pc:docMk/>
            <pc:sldMk cId="222968358" sldId="265"/>
            <ac:spMk id="2" creationId="{791F1FA3-2812-4144-960B-041E1A97A2B5}"/>
          </ac:spMkLst>
        </pc:spChg>
        <pc:spChg chg="mod">
          <ac:chgData name="Aswathy Mohan" userId="8ec7b060-ec9d-4a76-a81c-f80212d9386c" providerId="ADAL" clId="{A2D8F3F3-AB79-5800-97AF-2AFE679C11CA}" dt="2026-10-14T06:20:42.890" v="56" actId="255"/>
          <ac:spMkLst>
            <pc:docMk/>
            <pc:sldMk cId="222968358" sldId="265"/>
            <ac:spMk id="3" creationId="{7CDA60FE-5E49-43A1-8F17-CD13C0BD7B3F}"/>
          </ac:spMkLst>
        </pc:spChg>
        <pc:spChg chg="mod">
          <ac:chgData name="Aswathy Mohan" userId="8ec7b060-ec9d-4a76-a81c-f80212d9386c" providerId="ADAL" clId="{A2D8F3F3-AB79-5800-97AF-2AFE679C11CA}" dt="2026-10-14T06:22:48.212" v="67" actId="27636"/>
          <ac:spMkLst>
            <pc:docMk/>
            <pc:sldMk cId="222968358" sldId="265"/>
            <ac:spMk id="4" creationId="{507CF1C1-4702-49E5-90F4-EF19C096C7C0}"/>
          </ac:spMkLst>
        </pc:spChg>
        <pc:spChg chg="mod">
          <ac:chgData name="Aswathy Mohan" userId="8ec7b060-ec9d-4a76-a81c-f80212d9386c" providerId="ADAL" clId="{A2D8F3F3-AB79-5800-97AF-2AFE679C11CA}" dt="2026-10-14T06:20:31.528" v="53" actId="255"/>
          <ac:spMkLst>
            <pc:docMk/>
            <pc:sldMk cId="222968358" sldId="265"/>
            <ac:spMk id="6" creationId="{E0A24146-3FAD-4EDA-9F9D-C90DD5E3FD18}"/>
          </ac:spMkLst>
        </pc:spChg>
        <pc:spChg chg="mod">
          <ac:chgData name="Aswathy Mohan" userId="8ec7b060-ec9d-4a76-a81c-f80212d9386c" providerId="ADAL" clId="{A2D8F3F3-AB79-5800-97AF-2AFE679C11CA}" dt="2026-10-14T06:20:31.528" v="53" actId="255"/>
          <ac:spMkLst>
            <pc:docMk/>
            <pc:sldMk cId="222968358" sldId="265"/>
            <ac:spMk id="9" creationId="{38A8B40E-0EB3-4362-A35B-F97C18E7D776}"/>
          </ac:spMkLst>
        </pc:spChg>
      </pc:sldChg>
      <pc:sldChg chg="modSp mod">
        <pc:chgData name="Aswathy Mohan" userId="8ec7b060-ec9d-4a76-a81c-f80212d9386c" providerId="ADAL" clId="{A2D8F3F3-AB79-5800-97AF-2AFE679C11CA}" dt="2026-10-14T06:22:48.215" v="74" actId="27636"/>
        <pc:sldMkLst>
          <pc:docMk/>
          <pc:sldMk cId="1715209315" sldId="266"/>
        </pc:sldMkLst>
        <pc:spChg chg="mod">
          <ac:chgData name="Aswathy Mohan" userId="8ec7b060-ec9d-4a76-a81c-f80212d9386c" providerId="ADAL" clId="{A2D8F3F3-AB79-5800-97AF-2AFE679C11CA}" dt="2026-10-14T06:22:48.213" v="69" actId="27636"/>
          <ac:spMkLst>
            <pc:docMk/>
            <pc:sldMk cId="1715209315" sldId="266"/>
            <ac:spMk id="2" creationId="{14238917-A968-418A-8F37-8503954AA9BA}"/>
          </ac:spMkLst>
        </pc:spChg>
        <pc:spChg chg="mod">
          <ac:chgData name="Aswathy Mohan" userId="8ec7b060-ec9d-4a76-a81c-f80212d9386c" providerId="ADAL" clId="{A2D8F3F3-AB79-5800-97AF-2AFE679C11CA}" dt="2026-10-14T06:22:48.214" v="72" actId="27636"/>
          <ac:spMkLst>
            <pc:docMk/>
            <pc:sldMk cId="1715209315" sldId="266"/>
            <ac:spMk id="3" creationId="{F2E76735-5F15-44F7-B782-651553765A32}"/>
          </ac:spMkLst>
        </pc:spChg>
        <pc:spChg chg="mod">
          <ac:chgData name="Aswathy Mohan" userId="8ec7b060-ec9d-4a76-a81c-f80212d9386c" providerId="ADAL" clId="{A2D8F3F3-AB79-5800-97AF-2AFE679C11CA}" dt="2026-10-14T06:22:48.215" v="73" actId="27636"/>
          <ac:spMkLst>
            <pc:docMk/>
            <pc:sldMk cId="1715209315" sldId="266"/>
            <ac:spMk id="4" creationId="{6A842DAB-ACA3-4112-B764-AC01F00CF8D3}"/>
          </ac:spMkLst>
        </pc:spChg>
        <pc:spChg chg="mod">
          <ac:chgData name="Aswathy Mohan" userId="8ec7b060-ec9d-4a76-a81c-f80212d9386c" providerId="ADAL" clId="{A2D8F3F3-AB79-5800-97AF-2AFE679C11CA}" dt="2026-10-14T06:22:48.215" v="74" actId="27636"/>
          <ac:spMkLst>
            <pc:docMk/>
            <pc:sldMk cId="1715209315" sldId="266"/>
            <ac:spMk id="6" creationId="{3C1630D6-7002-45A7-B5C1-61B370E03D4A}"/>
          </ac:spMkLst>
        </pc:spChg>
        <pc:spChg chg="mod">
          <ac:chgData name="Aswathy Mohan" userId="8ec7b060-ec9d-4a76-a81c-f80212d9386c" providerId="ADAL" clId="{A2D8F3F3-AB79-5800-97AF-2AFE679C11CA}" dt="2026-10-14T06:22:48.214" v="70" actId="27636"/>
          <ac:spMkLst>
            <pc:docMk/>
            <pc:sldMk cId="1715209315" sldId="266"/>
            <ac:spMk id="7" creationId="{AB62CBCB-9186-4535-AF88-96FC952CCF24}"/>
          </ac:spMkLst>
        </pc:spChg>
        <pc:spChg chg="mod">
          <ac:chgData name="Aswathy Mohan" userId="8ec7b060-ec9d-4a76-a81c-f80212d9386c" providerId="ADAL" clId="{A2D8F3F3-AB79-5800-97AF-2AFE679C11CA}" dt="2026-10-14T06:22:48.214" v="71" actId="27636"/>
          <ac:spMkLst>
            <pc:docMk/>
            <pc:sldMk cId="1715209315" sldId="266"/>
            <ac:spMk id="8" creationId="{44171ED5-E0AD-4DA2-9857-1F2002227991}"/>
          </ac:spMkLst>
        </pc:spChg>
      </pc:sldChg>
      <pc:sldChg chg="delSp modSp mod">
        <pc:chgData name="Aswathy Mohan" userId="8ec7b060-ec9d-4a76-a81c-f80212d9386c" providerId="ADAL" clId="{A2D8F3F3-AB79-5800-97AF-2AFE679C11CA}" dt="2026-10-14T06:22:48.218" v="76" actId="27636"/>
        <pc:sldMkLst>
          <pc:docMk/>
          <pc:sldMk cId="660865431" sldId="267"/>
        </pc:sldMkLst>
        <pc:spChg chg="mod">
          <ac:chgData name="Aswathy Mohan" userId="8ec7b060-ec9d-4a76-a81c-f80212d9386c" providerId="ADAL" clId="{A2D8F3F3-AB79-5800-97AF-2AFE679C11CA}" dt="2026-10-14T06:22:48.218" v="76" actId="27636"/>
          <ac:spMkLst>
            <pc:docMk/>
            <pc:sldMk cId="660865431" sldId="267"/>
            <ac:spMk id="2" creationId="{4840CB62-7A0B-4516-9BF3-1194D4D1AD1F}"/>
          </ac:spMkLst>
        </pc:spChg>
        <pc:spChg chg="mod">
          <ac:chgData name="Aswathy Mohan" userId="8ec7b060-ec9d-4a76-a81c-f80212d9386c" providerId="ADAL" clId="{A2D8F3F3-AB79-5800-97AF-2AFE679C11CA}" dt="2026-10-14T06:21:36.673" v="57" actId="255"/>
          <ac:spMkLst>
            <pc:docMk/>
            <pc:sldMk cId="660865431" sldId="267"/>
            <ac:spMk id="3" creationId="{D3389B9F-0B3F-4538-9219-CA6ED4CFAE3F}"/>
          </ac:spMkLst>
        </pc:spChg>
        <pc:spChg chg="mod">
          <ac:chgData name="Aswathy Mohan" userId="8ec7b060-ec9d-4a76-a81c-f80212d9386c" providerId="ADAL" clId="{A2D8F3F3-AB79-5800-97AF-2AFE679C11CA}" dt="2026-10-14T06:22:48.217" v="75" actId="27636"/>
          <ac:spMkLst>
            <pc:docMk/>
            <pc:sldMk cId="660865431" sldId="267"/>
            <ac:spMk id="4" creationId="{C98D84E9-E435-4C51-ABB9-7A2076AD7EFF}"/>
          </ac:spMkLst>
        </pc:spChg>
        <pc:spChg chg="mod">
          <ac:chgData name="Aswathy Mohan" userId="8ec7b060-ec9d-4a76-a81c-f80212d9386c" providerId="ADAL" clId="{A2D8F3F3-AB79-5800-97AF-2AFE679C11CA}" dt="2026-10-14T06:21:36.673" v="57" actId="255"/>
          <ac:spMkLst>
            <pc:docMk/>
            <pc:sldMk cId="660865431" sldId="267"/>
            <ac:spMk id="6" creationId="{8C5FA1FB-7B82-450C-ACCE-B37E6E53A4EC}"/>
          </ac:spMkLst>
        </pc:spChg>
        <pc:spChg chg="mod">
          <ac:chgData name="Aswathy Mohan" userId="8ec7b060-ec9d-4a76-a81c-f80212d9386c" providerId="ADAL" clId="{A2D8F3F3-AB79-5800-97AF-2AFE679C11CA}" dt="2026-10-14T06:21:36.673" v="57" actId="255"/>
          <ac:spMkLst>
            <pc:docMk/>
            <pc:sldMk cId="660865431" sldId="267"/>
            <ac:spMk id="9" creationId="{070CA2FA-D551-4DCF-ACE0-4E2E55E123EC}"/>
          </ac:spMkLst>
        </pc:spChg>
        <pc:spChg chg="del">
          <ac:chgData name="Aswathy Mohan" userId="8ec7b060-ec9d-4a76-a81c-f80212d9386c" providerId="ADAL" clId="{A2D8F3F3-AB79-5800-97AF-2AFE679C11CA}" dt="2026-10-14T06:21:58.094" v="58" actId="478"/>
          <ac:spMkLst>
            <pc:docMk/>
            <pc:sldMk cId="660865431" sldId="267"/>
            <ac:spMk id="11" creationId="{96EA6417-EADB-418D-A136-6AC2840D1221}"/>
          </ac:spMkLst>
        </pc:spChg>
        <pc:spChg chg="del mod">
          <ac:chgData name="Aswathy Mohan" userId="8ec7b060-ec9d-4a76-a81c-f80212d9386c" providerId="ADAL" clId="{A2D8F3F3-AB79-5800-97AF-2AFE679C11CA}" dt="2026-10-14T06:21:58.094" v="58" actId="478"/>
          <ac:spMkLst>
            <pc:docMk/>
            <pc:sldMk cId="660865431" sldId="267"/>
            <ac:spMk id="12" creationId="{1CFBB369-DFF7-4B7D-BACA-9D30A5CD4349}"/>
          </ac:spMkLst>
        </pc:spChg>
        <pc:spChg chg="del">
          <ac:chgData name="Aswathy Mohan" userId="8ec7b060-ec9d-4a76-a81c-f80212d9386c" providerId="ADAL" clId="{A2D8F3F3-AB79-5800-97AF-2AFE679C11CA}" dt="2026-10-14T06:21:58.094" v="58" actId="478"/>
          <ac:spMkLst>
            <pc:docMk/>
            <pc:sldMk cId="660865431" sldId="267"/>
            <ac:spMk id="13" creationId="{66EC5AF5-8B20-4E5D-9C71-86DFE47B75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5D4F3E-5D1D-44F0-820B-A6933A5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B98AEC-2B2C-4524-9005-DA344579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C14156C-BE49-42ED-B72E-ECBED3FC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3772DB-AFA0-44BE-BB57-44094E66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120D2D-CA35-4511-8B1C-870244F0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942AD5-C553-4529-8E4B-B211C774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06761A-9A60-4715-AA9C-404738A3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E9E1CE7-EE93-41EC-827B-F5FA1146EF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57479A-EF32-4FB1-86C0-CD152991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452B3A-AA69-4348-A492-2A5304074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561D4-E1E3-4251-A72F-7B5AC556377B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65A22-F7A4-4BB3-9B59-85CA5ED08F0D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35" lnSpcReduction="10000"/>
          </a:bodyPr>
          <a:lstStyle/>
          <a:p>
            <a:pPr algn="l">
              <a:def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8641E-E07B-46FF-8E37-A27A265E1A09}"/>
              </a:ext>
            </a:extLst>
          </p:cNvPr>
          <p:cNvSpPr>
            <a:spLocks noGrp="1"/>
          </p:cNvSpPr>
          <p:nvPr/>
        </p:nvSpPr>
        <p:spPr>
          <a:xfrm>
            <a:off x="1514475" y="800100"/>
            <a:ext cx="93821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4B4C5-BFF1-48A0-A0BF-48A2EAE117A2}"/>
              </a:ext>
            </a:extLst>
          </p:cNvPr>
          <p:cNvSpPr>
            <a:spLocks noGrp="1"/>
          </p:cNvSpPr>
          <p:nvPr/>
        </p:nvSpPr>
        <p:spPr>
          <a:xfrm>
            <a:off x="1381125" y="1790700"/>
            <a:ext cx="9429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Make an existing class fit the interface a client expects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4E66-9BDF-43CF-9411-F0B25C16B16E}"/>
              </a:ext>
            </a:extLst>
          </p:cNvPr>
          <p:cNvSpPr>
            <a:spLocks noGrp="1"/>
          </p:cNvSpPr>
          <p:nvPr/>
        </p:nvSpPr>
        <p:spPr>
          <a:xfrm>
            <a:off x="2705100" y="46577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ctr">
              <a:def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structural pattern</a:t>
            </a:r>
          </a:p>
        </p:txBody>
      </p:sp>
    </p:spTree>
    <p:extLst>
      <p:ext uri="{BB962C8B-B14F-4D97-AF65-F5344CB8AC3E}">
        <p14:creationId xmlns:p14="http://schemas.microsoft.com/office/powerpoint/2010/main" val="21449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E13F0F0-FD04-4338-A244-D3EBD3D0843E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630E9-DE2C-4601-9657-C4A3CFAB51C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021CD-B922-40CA-8357-918DDF03A024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DC8C2-5C5F-46D7-B70F-19711A06E472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Gang of Four intent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059A4-6BF5-40FB-8E12-E68B74D1F48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109251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Convert the interface of a class into another interface clients expect. Adapter lets classes work together that could not otherwise because of incompatible interfaces.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CC8BB-0C52-48A2-A029-DC09A118A434}"/>
              </a:ext>
            </a:extLst>
          </p:cNvPr>
          <p:cNvSpPr>
            <a:spLocks noGrp="1"/>
          </p:cNvSpPr>
          <p:nvPr/>
        </p:nvSpPr>
        <p:spPr>
          <a:xfrm>
            <a:off x="628650" y="2676525"/>
            <a:ext cx="5095875" cy="25050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4AF64-FDE1-4748-B4B3-30AA730AEBF6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F71B1-09F0-42A1-9A96-1AD9E216EF99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46958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calls a Target interface. An Adapter translates that request into calls on an existing Adaptee.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D93A5E-6E33-4E33-8B86-A8CD64BBB03C}"/>
              </a:ext>
            </a:extLst>
          </p:cNvPr>
          <p:cNvSpPr>
            <a:spLocks noGrp="1"/>
          </p:cNvSpPr>
          <p:nvPr/>
        </p:nvSpPr>
        <p:spPr>
          <a:xfrm>
            <a:off x="5981700" y="2676525"/>
            <a:ext cx="5562600" cy="25050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2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87FF5-98FA-40CE-BE59-9351218F9D36}"/>
              </a:ext>
            </a:extLst>
          </p:cNvPr>
          <p:cNvSpPr>
            <a:spLocks noGrp="1"/>
          </p:cNvSpPr>
          <p:nvPr/>
        </p:nvSpPr>
        <p:spPr>
          <a:xfrm>
            <a:off x="6143625" y="2809875"/>
            <a:ext cx="50958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Everyday analogy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BC694-0F37-46FC-B050-EB71DBE01D75}"/>
              </a:ext>
            </a:extLst>
          </p:cNvPr>
          <p:cNvSpPr>
            <a:spLocks noGrp="1"/>
          </p:cNvSpPr>
          <p:nvPr/>
        </p:nvSpPr>
        <p:spPr>
          <a:xfrm>
            <a:off x="6143625" y="3276600"/>
            <a:ext cx="5105400" cy="1457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plug adapter lets a device connect to a socket with a different shape. The device and socket keep their own interfaces.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8E434-60BD-4B41-B928-9B62866E2E3D}"/>
              </a:ext>
            </a:extLst>
          </p:cNvPr>
          <p:cNvSpPr>
            <a:spLocks noGrp="1"/>
          </p:cNvSpPr>
          <p:nvPr/>
        </p:nvSpPr>
        <p:spPr>
          <a:xfrm>
            <a:off x="733425" y="5572125"/>
            <a:ext cx="104775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 request  →  Adapter translation  →  Existing service</a:t>
            </a:r>
          </a:p>
        </p:txBody>
      </p:sp>
    </p:spTree>
    <p:extLst>
      <p:ext uri="{BB962C8B-B14F-4D97-AF65-F5344CB8AC3E}">
        <p14:creationId xmlns:p14="http://schemas.microsoft.com/office/powerpoint/2010/main" val="2498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4931CA4-5B3D-4F3F-BBC5-65E009B30C90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390BE-797E-4940-AA50-9EE2462DC76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Why an Adapter Is Needed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8837A-7F0F-4EBD-8011-4F7855D1112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B7254-6F07-4122-9EBC-300BFD12662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1BD26-C1AC-4E3F-B469-071C1886787C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0175" cy="417195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928EEA-A56F-4618-AA5D-66F44370FB4F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9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The mismatch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0BB96F-9A68-40D2-93B6-50D0F4E047A2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47815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new app expects MediaPlayer.play(filename). A legacy library offers LegacyAudioPlayer.playMp3(filename).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2EC263-7773-4438-87AC-72B25DAE13BE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4762500" cy="11525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7D63A-0F4B-4C32-A01D-94745A047339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4196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MediaPlayer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player = 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legacyPlayer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Incompatible types: cannot assign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348756-E667-4DCF-8D3F-25A5AA22B595}"/>
              </a:ext>
            </a:extLst>
          </p:cNvPr>
          <p:cNvSpPr>
            <a:spLocks noGrp="1"/>
          </p:cNvSpPr>
          <p:nvPr/>
        </p:nvSpPr>
        <p:spPr>
          <a:xfrm>
            <a:off x="6115050" y="1238250"/>
            <a:ext cx="5438775" cy="41719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9C439-75F7-43B5-A360-847DB108CC8E}"/>
              </a:ext>
            </a:extLst>
          </p:cNvPr>
          <p:cNvSpPr>
            <a:spLocks noGrp="1"/>
          </p:cNvSpPr>
          <p:nvPr/>
        </p:nvSpPr>
        <p:spPr>
          <a:xfrm>
            <a:off x="6276975" y="13811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The adapter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E902D-B590-4E49-9AB8-17952721719C}"/>
              </a:ext>
            </a:extLst>
          </p:cNvPr>
          <p:cNvSpPr>
            <a:spLocks noGrp="1"/>
          </p:cNvSpPr>
          <p:nvPr/>
        </p:nvSpPr>
        <p:spPr>
          <a:xfrm>
            <a:off x="6276975" y="1952625"/>
            <a:ext cx="49720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LegacyAudioAdapter implements MediaPlayer and stores a LegacyAudioPlayer. Its play() method calls playMp3().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7200C-0470-4786-A91A-D0132D80DB3A}"/>
              </a:ext>
            </a:extLst>
          </p:cNvPr>
          <p:cNvSpPr>
            <a:spLocks noGrp="1"/>
          </p:cNvSpPr>
          <p:nvPr/>
        </p:nvSpPr>
        <p:spPr>
          <a:xfrm>
            <a:off x="6276975" y="3562350"/>
            <a:ext cx="4972050" cy="12382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A0C37-DF86-4295-A2AA-C255C275D6C9}"/>
              </a:ext>
            </a:extLst>
          </p:cNvPr>
          <p:cNvSpPr>
            <a:spLocks noGrp="1"/>
          </p:cNvSpPr>
          <p:nvPr/>
        </p:nvSpPr>
        <p:spPr>
          <a:xfrm>
            <a:off x="6448425" y="3667125"/>
            <a:ext cx="46291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19"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MediaPlayer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player =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LegacyAudioAdapter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legacyPlayer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player.play</a:t>
            </a:r>
            <a:r>
              <a:rPr sz="1575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("song.mp3");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5FA5F-7F67-4FDC-BF0F-B7CB19F6DA2D}"/>
              </a:ext>
            </a:extLst>
          </p:cNvPr>
          <p:cNvSpPr>
            <a:spLocks noGrp="1"/>
          </p:cNvSpPr>
          <p:nvPr/>
        </p:nvSpPr>
        <p:spPr>
          <a:xfrm>
            <a:off x="790575" y="56578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client code uses the Target interface without changing the legacy library.</a:t>
            </a:r>
          </a:p>
        </p:txBody>
      </p:sp>
    </p:spTree>
    <p:extLst>
      <p:ext uri="{BB962C8B-B14F-4D97-AF65-F5344CB8AC3E}">
        <p14:creationId xmlns:p14="http://schemas.microsoft.com/office/powerpoint/2010/main" val="76228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C496DCA-0183-4ADE-A747-F348EF269F9D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7172F-C059-43DC-B8F6-EE82679E41A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0320F-1A5C-49B2-85F3-55E9AE023263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E04FB-0B16-4B41-9209-5C4C8E992AF5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63D7A-1D57-4D96-A93D-775772C16D0C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171700" cy="10287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C3594-FCFE-421D-BA13-E5794093FDA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0193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expects Target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F3A45-ED34-4BBE-A761-EDE8E75BD512}"/>
              </a:ext>
            </a:extLst>
          </p:cNvPr>
          <p:cNvSpPr>
            <a:spLocks noGrp="1"/>
          </p:cNvSpPr>
          <p:nvPr/>
        </p:nvSpPr>
        <p:spPr>
          <a:xfrm>
            <a:off x="3648075" y="1819275"/>
            <a:ext cx="2171700" cy="1228725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CC7E9-66A1-4905-93FD-6196EF8327BA}"/>
              </a:ext>
            </a:extLst>
          </p:cNvPr>
          <p:cNvSpPr>
            <a:spLocks noGrp="1"/>
          </p:cNvSpPr>
          <p:nvPr/>
        </p:nvSpPr>
        <p:spPr>
          <a:xfrm>
            <a:off x="3724275" y="1876425"/>
            <a:ext cx="2019300" cy="1114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  <a:p>
            <a: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C3C66-F3D5-4AB6-A60C-3E13A9AA9912}"/>
              </a:ext>
            </a:extLst>
          </p:cNvPr>
          <p:cNvSpPr>
            <a:spLocks noGrp="1"/>
          </p:cNvSpPr>
          <p:nvPr/>
        </p:nvSpPr>
        <p:spPr>
          <a:xfrm>
            <a:off x="6696075" y="1752600"/>
            <a:ext cx="2447925" cy="137160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FFE9B-A98A-475D-948A-CE23867130F9}"/>
              </a:ext>
            </a:extLst>
          </p:cNvPr>
          <p:cNvSpPr>
            <a:spLocks noGrp="1"/>
          </p:cNvSpPr>
          <p:nvPr/>
        </p:nvSpPr>
        <p:spPr>
          <a:xfrm>
            <a:off x="6772275" y="1809750"/>
            <a:ext cx="2295525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play() calls playMp3()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3E7B6-A114-4F1B-8B60-609BFD34FF2B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05000" cy="10287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A48A6-9A40-4B2B-90BC-E5F574A3DAE1}"/>
              </a:ext>
            </a:extLst>
          </p:cNvPr>
          <p:cNvSpPr>
            <a:spLocks noGrp="1"/>
          </p:cNvSpPr>
          <p:nvPr/>
        </p:nvSpPr>
        <p:spPr>
          <a:xfrm>
            <a:off x="9734550" y="1981200"/>
            <a:ext cx="17526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Adaptee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playMp3()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F79C0-C1D9-456E-8F28-23DCBFFC996A}"/>
              </a:ext>
            </a:extLst>
          </p:cNvPr>
          <p:cNvSpPr>
            <a:spLocks noGrp="1"/>
          </p:cNvSpPr>
          <p:nvPr/>
        </p:nvSpPr>
        <p:spPr>
          <a:xfrm>
            <a:off x="2762250" y="2438400"/>
            <a:ext cx="8858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711294-21E2-407E-B9F6-A7092F4F4223}"/>
              </a:ext>
            </a:extLst>
          </p:cNvPr>
          <p:cNvSpPr>
            <a:spLocks noGrp="1"/>
          </p:cNvSpPr>
          <p:nvPr/>
        </p:nvSpPr>
        <p:spPr>
          <a:xfrm>
            <a:off x="5819775" y="2438400"/>
            <a:ext cx="87630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F90162-F345-426C-B5FC-B62D8C950A48}"/>
              </a:ext>
            </a:extLst>
          </p:cNvPr>
          <p:cNvSpPr>
            <a:spLocks noGrp="1"/>
          </p:cNvSpPr>
          <p:nvPr/>
        </p:nvSpPr>
        <p:spPr>
          <a:xfrm>
            <a:off x="9144000" y="2438400"/>
            <a:ext cx="51435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6D387F-6D1A-474D-BE9F-4CBFA53E9E86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34700" cy="23431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74BAE-0F85-4106-879B-D8C23A7FB3CB}"/>
              </a:ext>
            </a:extLst>
          </p:cNvPr>
          <p:cNvSpPr>
            <a:spLocks noGrp="1"/>
          </p:cNvSpPr>
          <p:nvPr/>
        </p:nvSpPr>
        <p:spPr>
          <a:xfrm>
            <a:off x="790575" y="3667125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B1F33-29D5-41DA-A02B-564D3E420241}"/>
              </a:ext>
            </a:extLst>
          </p:cNvPr>
          <p:cNvSpPr>
            <a:spLocks noGrp="1"/>
          </p:cNvSpPr>
          <p:nvPr/>
        </p:nvSpPr>
        <p:spPr>
          <a:xfrm>
            <a:off x="790575" y="4133850"/>
            <a:ext cx="10334625" cy="1343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Target defines what the client wants. Adaptee already does useful work but exposes a different API. Adapter implements Target and translates each request to the Adaptee.</a:t>
            </a:r>
          </a:p>
        </p:txBody>
      </p:sp>
    </p:spTree>
    <p:extLst>
      <p:ext uri="{BB962C8B-B14F-4D97-AF65-F5344CB8AC3E}">
        <p14:creationId xmlns:p14="http://schemas.microsoft.com/office/powerpoint/2010/main" val="46568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64591-6CA0-4E50-87DC-F33748D930E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8DF31-93E7-4223-9D9D-D8563CCB4F4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Object Adapter: Composition and Delegation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676EF-3B8B-4B45-986E-06CD08CB958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658A9-F80F-48CC-8C94-18C0CCAC709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45ECD-A898-443F-9E82-776E0C395D87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10934700" cy="233362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693D6-C27A-4556-90BE-01DB87E8A804}"/>
              </a:ext>
            </a:extLst>
          </p:cNvPr>
          <p:cNvSpPr>
            <a:spLocks noGrp="1"/>
          </p:cNvSpPr>
          <p:nvPr/>
        </p:nvSpPr>
        <p:spPr>
          <a:xfrm>
            <a:off x="790575" y="1390650"/>
            <a:ext cx="9906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036" lnSpcReduction="20000"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One request through the adapter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86D02-9649-490E-986B-20643A55EC40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2524125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02F6E-1BB6-495E-8464-2370ED8695B0}"/>
              </a:ext>
            </a:extLst>
          </p:cNvPr>
          <p:cNvSpPr>
            <a:spLocks noGrp="1"/>
          </p:cNvSpPr>
          <p:nvPr/>
        </p:nvSpPr>
        <p:spPr>
          <a:xfrm>
            <a:off x="885825" y="2181225"/>
            <a:ext cx="23717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play("song.mp3")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9B65C0-7CED-4FBC-BAE3-DB993BC33AA4}"/>
              </a:ext>
            </a:extLst>
          </p:cNvPr>
          <p:cNvSpPr>
            <a:spLocks noGrp="1"/>
          </p:cNvSpPr>
          <p:nvPr/>
        </p:nvSpPr>
        <p:spPr>
          <a:xfrm>
            <a:off x="4695825" y="2124075"/>
            <a:ext cx="2628900" cy="981075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0DDB3-DC24-4928-BF6D-230B4FC8C072}"/>
              </a:ext>
            </a:extLst>
          </p:cNvPr>
          <p:cNvSpPr>
            <a:spLocks noGrp="1"/>
          </p:cNvSpPr>
          <p:nvPr/>
        </p:nvSpPr>
        <p:spPr>
          <a:xfrm>
            <a:off x="4772025" y="2181225"/>
            <a:ext cx="2476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LegacyAudioAdapter</a:t>
            </a:r>
          </a:p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2A54A-ACAF-4911-A286-1280B14ED075}"/>
              </a:ext>
            </a:extLst>
          </p:cNvPr>
          <p:cNvSpPr>
            <a:spLocks noGrp="1"/>
          </p:cNvSpPr>
          <p:nvPr/>
        </p:nvSpPr>
        <p:spPr>
          <a:xfrm>
            <a:off x="8667750" y="2124075"/>
            <a:ext cx="2533650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09498-5480-4042-A7C9-1AEC88CCE166}"/>
              </a:ext>
            </a:extLst>
          </p:cNvPr>
          <p:cNvSpPr>
            <a:spLocks noGrp="1"/>
          </p:cNvSpPr>
          <p:nvPr/>
        </p:nvSpPr>
        <p:spPr>
          <a:xfrm>
            <a:off x="8743950" y="2181225"/>
            <a:ext cx="23812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LegacyAudioPlayer</a:t>
            </a:r>
          </a:p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playMp3()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AFCF2-D109-4691-9967-A499ACCDCBF3}"/>
              </a:ext>
            </a:extLst>
          </p:cNvPr>
          <p:cNvSpPr>
            <a:spLocks noGrp="1"/>
          </p:cNvSpPr>
          <p:nvPr/>
        </p:nvSpPr>
        <p:spPr>
          <a:xfrm>
            <a:off x="3333750" y="2600325"/>
            <a:ext cx="13620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333839-9DD9-4B84-82D2-ABA14D4C8D4D}"/>
              </a:ext>
            </a:extLst>
          </p:cNvPr>
          <p:cNvSpPr>
            <a:spLocks noGrp="1"/>
          </p:cNvSpPr>
          <p:nvPr/>
        </p:nvSpPr>
        <p:spPr>
          <a:xfrm>
            <a:off x="7324725" y="2600325"/>
            <a:ext cx="1343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56CED1-E2D7-43D7-BDBE-FD565C5ACA75}"/>
              </a:ext>
            </a:extLst>
          </p:cNvPr>
          <p:cNvSpPr>
            <a:spLocks noGrp="1"/>
          </p:cNvSpPr>
          <p:nvPr/>
        </p:nvSpPr>
        <p:spPr>
          <a:xfrm>
            <a:off x="619125" y="3867150"/>
            <a:ext cx="5248275" cy="20193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ECB8F7-6AF3-4BE6-985B-B4D2F76AEA8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Object adapter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8D69D-543A-4BE4-85C3-895A19EEA396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48196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Stores an Adaptee object. Different Adaptee instances can be supplied at runtime.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F762A-2A13-42E8-AE9E-FB1D66849E16}"/>
              </a:ext>
            </a:extLst>
          </p:cNvPr>
          <p:cNvSpPr>
            <a:spLocks noGrp="1"/>
          </p:cNvSpPr>
          <p:nvPr/>
        </p:nvSpPr>
        <p:spPr>
          <a:xfrm>
            <a:off x="6124575" y="3867150"/>
            <a:ext cx="5429250" cy="20193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80423-4CC9-468B-A587-F8F1A65F0999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9625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Why delegation helps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11CF9-6E48-4B15-B190-656865115DBE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49625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Adapter controls translation while the Adaptee keeps its existing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09579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207529-0B2B-4E38-9E8C-50B5E786B30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AD7B4-835F-408D-A1B0-EAD2797EB32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Target and Existing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20B23-9E64-4711-BA97-4A8871ED83B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00A15-C680-4916-A83B-1F6FF6D3592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1AF97-CB72-4A8A-B8CF-8B8E9EEB966C}"/>
              </a:ext>
            </a:extLst>
          </p:cNvPr>
          <p:cNvSpPr>
            <a:spLocks noGrp="1"/>
          </p:cNvSpPr>
          <p:nvPr/>
        </p:nvSpPr>
        <p:spPr>
          <a:xfrm>
            <a:off x="638175" y="1219200"/>
            <a:ext cx="5438775" cy="45148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1B3403-2406-49DA-97CF-481C75902D1C}"/>
              </a:ext>
            </a:extLst>
          </p:cNvPr>
          <p:cNvSpPr>
            <a:spLocks noGrp="1"/>
          </p:cNvSpPr>
          <p:nvPr/>
        </p:nvSpPr>
        <p:spPr>
          <a:xfrm>
            <a:off x="809625" y="1323975"/>
            <a:ext cx="5095875" cy="430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interface MediaPlayer {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play(String filename);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endParaRPr sz="1725" b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class LegacyAudioPlayer {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playMp3(String path) {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    "Playing MP3: " + path);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48C56-6939-4A0A-B389-2DCCECF58EB9}"/>
              </a:ext>
            </a:extLst>
          </p:cNvPr>
          <p:cNvSpPr>
            <a:spLocks noGrp="1"/>
          </p:cNvSpPr>
          <p:nvPr/>
        </p:nvSpPr>
        <p:spPr>
          <a:xfrm>
            <a:off x="6334125" y="1219200"/>
            <a:ext cx="5191125" cy="45148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83012-79DB-475B-9E05-50E27192B644}"/>
              </a:ext>
            </a:extLst>
          </p:cNvPr>
          <p:cNvSpPr>
            <a:spLocks noGrp="1"/>
          </p:cNvSpPr>
          <p:nvPr/>
        </p:nvSpPr>
        <p:spPr>
          <a:xfrm>
            <a:off x="6496050" y="138112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Target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A7FDC-15FC-4486-B073-C8BCF27D3CBB}"/>
              </a:ext>
            </a:extLst>
          </p:cNvPr>
          <p:cNvSpPr>
            <a:spLocks noGrp="1"/>
          </p:cNvSpPr>
          <p:nvPr/>
        </p:nvSpPr>
        <p:spPr>
          <a:xfrm>
            <a:off x="6496050" y="1924050"/>
            <a:ext cx="476250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MediaPlayer is the interface required by the new application.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4C0E6-C228-4B40-A8E3-2E072843148B}"/>
              </a:ext>
            </a:extLst>
          </p:cNvPr>
          <p:cNvSpPr>
            <a:spLocks noGrp="1"/>
          </p:cNvSpPr>
          <p:nvPr/>
        </p:nvSpPr>
        <p:spPr>
          <a:xfrm>
            <a:off x="6496050" y="3314700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Adaptee</a:t>
            </a:r>
            <a:endParaRPr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30869-4F10-4B39-A353-A611256CA4CD}"/>
              </a:ext>
            </a:extLst>
          </p:cNvPr>
          <p:cNvSpPr>
            <a:spLocks noGrp="1"/>
          </p:cNvSpPr>
          <p:nvPr/>
        </p:nvSpPr>
        <p:spPr>
          <a:xfrm>
            <a:off x="6496050" y="38576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LegacyAudioPlayer already plays MP3 files, but its method name and API do not match MediaPlayer.</a:t>
            </a:r>
          </a:p>
        </p:txBody>
      </p:sp>
    </p:spTree>
    <p:extLst>
      <p:ext uri="{BB962C8B-B14F-4D97-AF65-F5344CB8AC3E}">
        <p14:creationId xmlns:p14="http://schemas.microsoft.com/office/powerpoint/2010/main" val="55419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694AE1-F50A-404F-91D6-9425B220CA4B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647A1-83FB-4A76-8396-016AC3780AE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The Object Adapter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AEA10-4D53-43E1-91B6-7650886A4ED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EC359-4615-4A46-99A3-18B691660A9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03A3D-278C-46DD-8B87-E00D20FA61C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87075" cy="4295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B3884-6631-4F48-9FB7-CF665E178C09}"/>
              </a:ext>
            </a:extLst>
          </p:cNvPr>
          <p:cNvSpPr>
            <a:spLocks noGrp="1"/>
          </p:cNvSpPr>
          <p:nvPr/>
        </p:nvSpPr>
        <p:spPr>
          <a:xfrm>
            <a:off x="819150" y="1343025"/>
            <a:ext cx="10544175" cy="408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class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LegacyAudioAdapter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implements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MediaPlayer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final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LegacyAudioPlayer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legacy;</a:t>
            </a:r>
          </a:p>
          <a:p>
            <a:endParaRPr sz="1650" b="0" dirty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LegacyAudioAdapter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LegacyAudioPlayer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legacy)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50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this.legacy</a:t>
            </a: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= legacy;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endParaRPr sz="1650" b="0" dirty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@Override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void play(String filename) {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legacy.playMp3(filename);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D0ECE-F77D-4F48-B4C3-650A01C55313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87075" cy="609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18341-8DCE-49B8-9BAD-1FE19BE4DEB5}"/>
              </a:ext>
            </a:extLst>
          </p:cNvPr>
          <p:cNvSpPr>
            <a:spLocks noGrp="1"/>
          </p:cNvSpPr>
          <p:nvPr/>
        </p:nvSpPr>
        <p:spPr>
          <a:xfrm>
            <a:off x="800100" y="5800725"/>
            <a:ext cx="104203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Adapter implements Target and delegates to the Adaptee through a stored reference.</a:t>
            </a:r>
          </a:p>
        </p:txBody>
      </p:sp>
    </p:spTree>
    <p:extLst>
      <p:ext uri="{BB962C8B-B14F-4D97-AF65-F5344CB8AC3E}">
        <p14:creationId xmlns:p14="http://schemas.microsoft.com/office/powerpoint/2010/main" val="67597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FAD67CC-829E-448A-A546-E68ECB3B801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530FD-94B0-417A-B00A-4E608EDE435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Client Code and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B36E2-24C4-4C47-9C71-13597FDCEC7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B2384-2CC1-4A8C-9096-D34E8B19C5A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DB0D-79B0-4CAC-9D90-23948508348C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10906125" cy="20193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0EBED-51A0-4C48-846A-76A84B5EAE93}"/>
              </a:ext>
            </a:extLst>
          </p:cNvPr>
          <p:cNvSpPr>
            <a:spLocks noGrp="1"/>
          </p:cNvSpPr>
          <p:nvPr/>
        </p:nvSpPr>
        <p:spPr>
          <a:xfrm>
            <a:off x="800100" y="1438275"/>
            <a:ext cx="10563225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LegacyAudioPlayer oldLibrary = new LegacyAudioPlayer();</a:t>
            </a: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MediaPlayer player = new LegacyAudioAdapter(oldLibrary);</a:t>
            </a:r>
          </a:p>
          <a:p>
            <a:endParaRPr sz="1650" b="0">
              <a:solidFill>
                <a:srgbClr val="171717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player.play("song.mp3");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ACA0B-9D02-4C6A-BC52-F494B7FF2EEC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5057775" cy="20955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DFC5-27B3-4513-A8B9-DE72259DD703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3D06E-2BCC-4340-A811-20C77154985C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4552950" cy="866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5B91-E279-4BA8-BE91-5B3DC26D1681}"/>
              </a:ext>
            </a:extLst>
          </p:cNvPr>
          <p:cNvSpPr>
            <a:spLocks noGrp="1"/>
          </p:cNvSpPr>
          <p:nvPr/>
        </p:nvSpPr>
        <p:spPr>
          <a:xfrm>
            <a:off x="981075" y="4457700"/>
            <a:ext cx="42100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Playing MP3: song.mp3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EAA09-23CB-4D10-A1AA-33DDED860781}"/>
              </a:ext>
            </a:extLst>
          </p:cNvPr>
          <p:cNvSpPr>
            <a:spLocks noGrp="1"/>
          </p:cNvSpPr>
          <p:nvPr/>
        </p:nvSpPr>
        <p:spPr>
          <a:xfrm>
            <a:off x="5962650" y="3638550"/>
            <a:ext cx="5581650" cy="20955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ACBD2-3F4B-4FEE-B76E-8FD5D6C85463}"/>
              </a:ext>
            </a:extLst>
          </p:cNvPr>
          <p:cNvSpPr>
            <a:spLocks noGrp="1"/>
          </p:cNvSpPr>
          <p:nvPr/>
        </p:nvSpPr>
        <p:spPr>
          <a:xfrm>
            <a:off x="6134100" y="37814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client knows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96704-608F-42C1-92AE-67BB61CD6918}"/>
              </a:ext>
            </a:extLst>
          </p:cNvPr>
          <p:cNvSpPr>
            <a:spLocks noGrp="1"/>
          </p:cNvSpPr>
          <p:nvPr/>
        </p:nvSpPr>
        <p:spPr>
          <a:xfrm>
            <a:off x="6134100" y="4305300"/>
            <a:ext cx="5095875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Only MediaPlayer and play(). It never calls playMp3() or depends on the legacy class directly.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00F767-8D82-4EF0-BBED-0A0D6026C332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adapter can be replaced without changing code written against MediaPlayer.</a:t>
            </a:r>
          </a:p>
        </p:txBody>
      </p:sp>
    </p:spTree>
    <p:extLst>
      <p:ext uri="{BB962C8B-B14F-4D97-AF65-F5344CB8AC3E}">
        <p14:creationId xmlns:p14="http://schemas.microsoft.com/office/powerpoint/2010/main" val="1193980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A61EFB-494E-45EE-9815-C36C3D6611E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4037A-4FA1-4565-85A7-8B48CA294C32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Example: Adapting TextView to Shape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C4885-92B4-4E7C-A30B-E544EAD72B46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34254-FC02-45AB-B9A0-35F7F1124BD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95F32-0082-4796-8FBC-130C76CA3518}"/>
              </a:ext>
            </a:extLst>
          </p:cNvPr>
          <p:cNvSpPr>
            <a:spLocks noGrp="1"/>
          </p:cNvSpPr>
          <p:nvPr/>
        </p:nvSpPr>
        <p:spPr>
          <a:xfrm>
            <a:off x="676275" y="1724025"/>
            <a:ext cx="2438400" cy="10668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09391-6233-4DF4-9698-07AE83204958}"/>
              </a:ext>
            </a:extLst>
          </p:cNvPr>
          <p:cNvSpPr>
            <a:spLocks noGrp="1"/>
          </p:cNvSpPr>
          <p:nvPr/>
        </p:nvSpPr>
        <p:spPr>
          <a:xfrm>
            <a:off x="752475" y="17811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Drawing editor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asks for Shape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CDB96-FF48-48F9-8B02-49F865DF62C6}"/>
              </a:ext>
            </a:extLst>
          </p:cNvPr>
          <p:cNvSpPr>
            <a:spLocks noGrp="1"/>
          </p:cNvSpPr>
          <p:nvPr/>
        </p:nvSpPr>
        <p:spPr>
          <a:xfrm>
            <a:off x="4076700" y="1724025"/>
            <a:ext cx="2628900" cy="106680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46081-182D-44BB-86F2-A4C026368EED}"/>
              </a:ext>
            </a:extLst>
          </p:cNvPr>
          <p:cNvSpPr>
            <a:spLocks noGrp="1"/>
          </p:cNvSpPr>
          <p:nvPr/>
        </p:nvSpPr>
        <p:spPr>
          <a:xfrm>
            <a:off x="4152900" y="1781175"/>
            <a:ext cx="2476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TextShape adapter</a:t>
            </a:r>
          </a:p>
          <a:p>
            <a: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implements Shape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0EBEB-5E46-487B-BE58-2EBA81AD8473}"/>
              </a:ext>
            </a:extLst>
          </p:cNvPr>
          <p:cNvSpPr>
            <a:spLocks noGrp="1"/>
          </p:cNvSpPr>
          <p:nvPr/>
        </p:nvSpPr>
        <p:spPr>
          <a:xfrm>
            <a:off x="7772400" y="1724025"/>
            <a:ext cx="2981325" cy="10668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0B477-08C1-4261-BE18-AC718AE309C1}"/>
              </a:ext>
            </a:extLst>
          </p:cNvPr>
          <p:cNvSpPr>
            <a:spLocks noGrp="1"/>
          </p:cNvSpPr>
          <p:nvPr/>
        </p:nvSpPr>
        <p:spPr>
          <a:xfrm>
            <a:off x="7848600" y="1781175"/>
            <a:ext cx="28289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TextView</a:t>
            </a:r>
          </a:p>
          <a:p>
            <a: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existing text 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AA5828-D4B6-4C59-8B8B-B30170C73114}"/>
              </a:ext>
            </a:extLst>
          </p:cNvPr>
          <p:cNvSpPr>
            <a:spLocks noGrp="1"/>
          </p:cNvSpPr>
          <p:nvPr/>
        </p:nvSpPr>
        <p:spPr>
          <a:xfrm>
            <a:off x="3114675" y="2257425"/>
            <a:ext cx="962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B0268-4C93-44E1-97C4-2ECFBDF69540}"/>
              </a:ext>
            </a:extLst>
          </p:cNvPr>
          <p:cNvSpPr>
            <a:spLocks noGrp="1"/>
          </p:cNvSpPr>
          <p:nvPr/>
        </p:nvSpPr>
        <p:spPr>
          <a:xfrm>
            <a:off x="6705600" y="2257425"/>
            <a:ext cx="106680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DD00A-8921-4E36-8793-C279868789F8}"/>
              </a:ext>
            </a:extLst>
          </p:cNvPr>
          <p:cNvSpPr>
            <a:spLocks noGrp="1"/>
          </p:cNvSpPr>
          <p:nvPr/>
        </p:nvSpPr>
        <p:spPr>
          <a:xfrm>
            <a:off x="628650" y="3409950"/>
            <a:ext cx="10906125" cy="23622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CC33-E706-4301-B614-CCDBA0D36970}"/>
              </a:ext>
            </a:extLst>
          </p:cNvPr>
          <p:cNvSpPr>
            <a:spLocks noGrp="1"/>
          </p:cNvSpPr>
          <p:nvPr/>
        </p:nvSpPr>
        <p:spPr>
          <a:xfrm>
            <a:off x="790575" y="3562350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Example translation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66B3F-59D3-4005-9FB6-9EAF7FD007A6}"/>
              </a:ext>
            </a:extLst>
          </p:cNvPr>
          <p:cNvSpPr>
            <a:spLocks noGrp="1"/>
          </p:cNvSpPr>
          <p:nvPr/>
        </p:nvSpPr>
        <p:spPr>
          <a:xfrm>
            <a:off x="790575" y="4029075"/>
            <a:ext cx="10325100" cy="1323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editor asks Shape for its bounding box or for a way to create a manipulator. TextShape delegates text geometry to TextView and supplies the Shape operations the editor expects.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7D6436-0AC9-4D7E-82E9-2DF4AD6DFAC0}"/>
              </a:ext>
            </a:extLst>
          </p:cNvPr>
          <p:cNvSpPr>
            <a:spLocks noGrp="1"/>
          </p:cNvSpPr>
          <p:nvPr/>
        </p:nvSpPr>
        <p:spPr>
          <a:xfrm>
            <a:off x="790575" y="5419725"/>
            <a:ext cx="103346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2" lnSpcReduction="20000"/>
          </a:bodyPr>
          <a:lstStyle/>
          <a:p>
            <a: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existing TextView can join the editor without changing its API.</a:t>
            </a:r>
          </a:p>
        </p:txBody>
      </p:sp>
    </p:spTree>
    <p:extLst>
      <p:ext uri="{BB962C8B-B14F-4D97-AF65-F5344CB8AC3E}">
        <p14:creationId xmlns:p14="http://schemas.microsoft.com/office/powerpoint/2010/main" val="149800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D0D3A-4F58-482B-AFEC-A416728DD27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F1FA3-2812-4144-960B-041E1A97A2B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Object Adapter and Class Adapter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DA60FE-5E49-43A1-8F17-CD13C0BD7B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CF1C1-4702-49E5-90F4-EF19C096C7C0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86FC1-0634-4A71-96D0-00625FAACF06}"/>
              </a:ext>
            </a:extLst>
          </p:cNvPr>
          <p:cNvSpPr>
            <a:spLocks noGrp="1"/>
          </p:cNvSpPr>
          <p:nvPr/>
        </p:nvSpPr>
        <p:spPr>
          <a:xfrm>
            <a:off x="619125" y="1257300"/>
            <a:ext cx="5200650" cy="40671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24146-3FAD-4EDA-9F9D-C90DD5E3FD18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Object adapter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AAA26-DDD8-4E47-A8C3-63616BFD1D72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4829175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Holds an Adaptee object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Uses delegation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Can wrap Adaptee subclasses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Most flexible option in Java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DA3146-C2BD-4F24-A8AC-D00F4C0C2CE2}"/>
              </a:ext>
            </a:extLst>
          </p:cNvPr>
          <p:cNvSpPr>
            <a:spLocks noGrp="1"/>
          </p:cNvSpPr>
          <p:nvPr/>
        </p:nvSpPr>
        <p:spPr>
          <a:xfrm>
            <a:off x="6086475" y="1257300"/>
            <a:ext cx="5467350" cy="40671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8B40E-0EB3-4362-A35B-F97C18E7D776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0387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Class adapter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3D569-D2C9-4672-A8DD-6F52933FCFBC}"/>
              </a:ext>
            </a:extLst>
          </p:cNvPr>
          <p:cNvSpPr>
            <a:spLocks noGrp="1"/>
          </p:cNvSpPr>
          <p:nvPr/>
        </p:nvSpPr>
        <p:spPr>
          <a:xfrm>
            <a:off x="6248400" y="1990725"/>
            <a:ext cx="5029200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Inherits from the Adaptee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Implements the Target interface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Bound to one Adaptee class</a:t>
            </a:r>
          </a:p>
          <a:p>
            <a:pPr algn="l"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Java cannot extend two classes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9ACF9-287E-4EE5-9484-D8C9DFFCC1C5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Both expose the Target interface to the client. They differ in how the adapter reaches the Adaptee.</a:t>
            </a:r>
          </a:p>
        </p:txBody>
      </p:sp>
    </p:spTree>
    <p:extLst>
      <p:ext uri="{BB962C8B-B14F-4D97-AF65-F5344CB8AC3E}">
        <p14:creationId xmlns:p14="http://schemas.microsoft.com/office/powerpoint/2010/main" val="222968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B79F9C-355A-42E3-B817-6019607B9AC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38917-A968-418A-8F37-8503954AA9B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 Compared with Related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76735-5F15-44F7-B782-651553765A3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42DAB-ACA3-4112-B764-AC01F00CF8D3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C8A1E-4F42-46A2-ABA9-F6E517ECF3C4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34700" cy="4333875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630D6-7002-45A7-B5C1-61B370E03D4A}"/>
              </a:ext>
            </a:extLst>
          </p:cNvPr>
          <p:cNvSpPr>
            <a:spLocks noGrp="1"/>
          </p:cNvSpPr>
          <p:nvPr/>
        </p:nvSpPr>
        <p:spPr>
          <a:xfrm>
            <a:off x="733425" y="1390650"/>
            <a:ext cx="1981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CBCB-9186-4535-AF88-96FC952CCF24}"/>
              </a:ext>
            </a:extLst>
          </p:cNvPr>
          <p:cNvSpPr>
            <a:spLocks noGrp="1"/>
          </p:cNvSpPr>
          <p:nvPr/>
        </p:nvSpPr>
        <p:spPr>
          <a:xfrm>
            <a:off x="2781300" y="1390650"/>
            <a:ext cx="39243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Main 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71ED5-E0AD-4DA2-9857-1F2002227991}"/>
              </a:ext>
            </a:extLst>
          </p:cNvPr>
          <p:cNvSpPr>
            <a:spLocks noGrp="1"/>
          </p:cNvSpPr>
          <p:nvPr/>
        </p:nvSpPr>
        <p:spPr>
          <a:xfrm>
            <a:off x="6762750" y="1390650"/>
            <a:ext cx="45815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 lnSpcReduction="10000"/>
          </a:bodyPr>
          <a:lstStyle/>
          <a:p>
            <a:pPr algn="l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Interface effect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723BF-554B-474B-8DC7-6433D9A9C406}"/>
              </a:ext>
            </a:extLst>
          </p:cNvPr>
          <p:cNvSpPr>
            <a:spLocks noGrp="1"/>
          </p:cNvSpPr>
          <p:nvPr/>
        </p:nvSpPr>
        <p:spPr>
          <a:xfrm>
            <a:off x="733425" y="1819275"/>
            <a:ext cx="10610850" cy="19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5A70E-48BA-4679-B178-159E2DB8CA05}"/>
              </a:ext>
            </a:extLst>
          </p:cNvPr>
          <p:cNvSpPr>
            <a:spLocks noGrp="1"/>
          </p:cNvSpPr>
          <p:nvPr/>
        </p:nvSpPr>
        <p:spPr>
          <a:xfrm>
            <a:off x="733425" y="1952625"/>
            <a:ext cx="10610850" cy="7810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BAEBE-4DA3-4011-A8DA-4B807EF03061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3D82-DF97-4D15-A885-7AD63FE8C803}"/>
              </a:ext>
            </a:extLst>
          </p:cNvPr>
          <p:cNvSpPr>
            <a:spLocks noGrp="1"/>
          </p:cNvSpPr>
          <p:nvPr/>
        </p:nvSpPr>
        <p:spPr>
          <a:xfrm>
            <a:off x="2828925" y="200025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Makes existing code fit a client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0B6C5-C476-4BC0-8872-6CE59BB5EF6D}"/>
              </a:ext>
            </a:extLst>
          </p:cNvPr>
          <p:cNvSpPr>
            <a:spLocks noGrp="1"/>
          </p:cNvSpPr>
          <p:nvPr/>
        </p:nvSpPr>
        <p:spPr>
          <a:xfrm>
            <a:off x="6810375" y="200025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Converts one interface to another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191DE-A893-4C7C-B5A5-7FC56F5AD45F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A8373-4AC5-4B75-BEF9-40A1E0AE21C6}"/>
              </a:ext>
            </a:extLst>
          </p:cNvPr>
          <p:cNvSpPr>
            <a:spLocks noGrp="1"/>
          </p:cNvSpPr>
          <p:nvPr/>
        </p:nvSpPr>
        <p:spPr>
          <a:xfrm>
            <a:off x="2828925" y="284797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Makes a subsystem easier to 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96CAF-1B13-43E4-B789-F517F378CF3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Offers a new task-level interface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79C1C-14C8-420F-A934-FE38FD956911}"/>
              </a:ext>
            </a:extLst>
          </p:cNvPr>
          <p:cNvSpPr>
            <a:spLocks noGrp="1"/>
          </p:cNvSpPr>
          <p:nvPr/>
        </p:nvSpPr>
        <p:spPr>
          <a:xfrm>
            <a:off x="733425" y="3648075"/>
            <a:ext cx="10610850" cy="7810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01A94-3B3A-4508-BDDE-9F3ED393AFEB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C3532-8A75-441B-B56A-23ECC774181D}"/>
              </a:ext>
            </a:extLst>
          </p:cNvPr>
          <p:cNvSpPr>
            <a:spLocks noGrp="1"/>
          </p:cNvSpPr>
          <p:nvPr/>
        </p:nvSpPr>
        <p:spPr>
          <a:xfrm>
            <a:off x="2828925" y="369570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Adds optional behavior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D3465E-66B8-48ED-A563-CC82E099DB51}"/>
              </a:ext>
            </a:extLst>
          </p:cNvPr>
          <p:cNvSpPr>
            <a:spLocks noGrp="1"/>
          </p:cNvSpPr>
          <p:nvPr/>
        </p:nvSpPr>
        <p:spPr>
          <a:xfrm>
            <a:off x="6810375" y="369570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Keeps the component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6831F2-2267-45EF-AC9B-D2FC54624D29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Composite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91C9D-11F1-48CB-821C-41605AD59BC3}"/>
              </a:ext>
            </a:extLst>
          </p:cNvPr>
          <p:cNvSpPr>
            <a:spLocks noGrp="1"/>
          </p:cNvSpPr>
          <p:nvPr/>
        </p:nvSpPr>
        <p:spPr>
          <a:xfrm>
            <a:off x="2828925" y="454342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Treats parts and groups uniformly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24F622-4FC7-41E1-81FE-8E76D22F6FF8}"/>
              </a:ext>
            </a:extLst>
          </p:cNvPr>
          <p:cNvSpPr>
            <a:spLocks noGrp="1"/>
          </p:cNvSpPr>
          <p:nvPr/>
        </p:nvSpPr>
        <p:spPr>
          <a:xfrm>
            <a:off x="6810375" y="454342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Shares a component interface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0BE432-BA6E-4653-8F52-552CD3135FDB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Adapter focuses on compatibility between a client and existing code.</a:t>
            </a:r>
          </a:p>
        </p:txBody>
      </p:sp>
    </p:spTree>
    <p:extLst>
      <p:ext uri="{BB962C8B-B14F-4D97-AF65-F5344CB8AC3E}">
        <p14:creationId xmlns:p14="http://schemas.microsoft.com/office/powerpoint/2010/main" val="1715209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16FA00-D5E8-42B6-ACCF-D550A27498A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0CB62-7A0B-4516-9BF3-1194D4D1AD1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 lnSpcReduction="10000"/>
          </a:bodyPr>
          <a:lstStyle/>
          <a:p>
            <a:pPr algn="ctr">
              <a:def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89B9F-0B3F-4538-9219-CA6ED4CFAE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ADAPTER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84E9-E435-4C51-ABB9-7A2076AD7EF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r">
              <a:def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096E9-6BBE-4F9D-80BF-F2E0E1D1DB9F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9700" cy="3276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FA1FB-7B82-450C-ACCE-B37E6E53A4EC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Use Adapter 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4A388-5012-436E-9A11-4341D8699D68}"/>
              </a:ext>
            </a:extLst>
          </p:cNvPr>
          <p:cNvSpPr>
            <a:spLocks noGrp="1"/>
          </p:cNvSpPr>
          <p:nvPr/>
        </p:nvSpPr>
        <p:spPr>
          <a:xfrm>
            <a:off x="771525" y="1876425"/>
            <a:ext cx="48577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 useful class has the wrong interface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You cannot or should not change that class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Existing code must fit a new client contract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 stable Target interface protects clients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B3552-E130-449C-A97F-19783A7E7254}"/>
              </a:ext>
            </a:extLst>
          </p:cNvPr>
          <p:cNvSpPr>
            <a:spLocks noGrp="1"/>
          </p:cNvSpPr>
          <p:nvPr/>
        </p:nvSpPr>
        <p:spPr>
          <a:xfrm>
            <a:off x="6105525" y="1238250"/>
            <a:ext cx="5438775" cy="32766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CA2FA-D551-4DCF-ACE0-4E2E55E123EC}"/>
              </a:ext>
            </a:extLst>
          </p:cNvPr>
          <p:cNvSpPr>
            <a:spLocks noGrp="1"/>
          </p:cNvSpPr>
          <p:nvPr/>
        </p:nvSpPr>
        <p:spPr>
          <a:xfrm>
            <a:off x="6257925" y="139065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Benefits and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C7A8D-0213-4C68-A0B3-C4F779F56CF0}"/>
              </a:ext>
            </a:extLst>
          </p:cNvPr>
          <p:cNvSpPr>
            <a:spLocks noGrp="1"/>
          </p:cNvSpPr>
          <p:nvPr/>
        </p:nvSpPr>
        <p:spPr>
          <a:xfrm>
            <a:off x="6257925" y="1876425"/>
            <a:ext cx="50482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Reuses tested code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Keeps clients independent of legacy APIs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Adds a translation layer to maintain</a:t>
            </a:r>
          </a:p>
          <a:p>
            <a:pPr algn="l"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Semantic mismatches may need more than renaming</a:t>
            </a:r>
          </a:p>
        </p:txBody>
      </p:sp>
    </p:spTree>
    <p:extLst>
      <p:ext uri="{BB962C8B-B14F-4D97-AF65-F5344CB8AC3E}">
        <p14:creationId xmlns:p14="http://schemas.microsoft.com/office/powerpoint/2010/main" val="660865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Microsoft Macintosh PowerPoint</Application>
  <DocSecurity>0</DocSecurity>
  <PresentationFormat>Widescreen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Courier New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2026-09-30T07:11:19Z</dcterms:created>
  <dcterms:modified xsi:type="dcterms:W3CDTF">2026-10-14T06:23:18Z</dcterms:modified>
</cp:coreProperties>
</file>