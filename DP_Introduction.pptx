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3" r:id="rId2"/>
    <p:sldId id="262" r:id="rId3"/>
    <p:sldId id="264" r:id="rId4"/>
    <p:sldId id="265" r:id="rId5"/>
    <p:sldId id="267" r:id="rId6"/>
    <p:sldId id="260" r:id="rId7"/>
    <p:sldId id="283" r:id="rId8"/>
    <p:sldId id="287" r:id="rId9"/>
    <p:sldId id="284" r:id="rId10"/>
    <p:sldId id="288" r:id="rId11"/>
    <p:sldId id="289" r:id="rId12"/>
    <p:sldId id="285" r:id="rId13"/>
    <p:sldId id="286" r:id="rId14"/>
    <p:sldId id="290" r:id="rId15"/>
    <p:sldId id="291" r:id="rId16"/>
    <p:sldId id="300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271" r:id="rId25"/>
    <p:sldId id="270" r:id="rId26"/>
    <p:sldId id="272" r:id="rId27"/>
    <p:sldId id="273" r:id="rId28"/>
    <p:sldId id="274" r:id="rId29"/>
    <p:sldId id="275" r:id="rId30"/>
    <p:sldId id="276" r:id="rId31"/>
    <p:sldId id="278" r:id="rId32"/>
    <p:sldId id="279" r:id="rId33"/>
    <p:sldId id="281" r:id="rId34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14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BDE15-07E3-400F-A688-09562B1D6E47}" v="87" dt="2026-07-30T06:48:12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148F012C-E039-419C-A523-3EB066B9FD4E}"/>
    <pc:docChg chg="undo custSel addSld delSld modSld sldOrd">
      <pc:chgData name="Aswathy Mohan" userId="8ec7b060-ec9d-4a76-a81c-f80212d9386c" providerId="ADAL" clId="{148F012C-E039-419C-A523-3EB066B9FD4E}" dt="2026-07-30T06:48:17.768" v="2802" actId="1076"/>
      <pc:docMkLst>
        <pc:docMk/>
      </pc:docMkLst>
      <pc:sldChg chg="addSp delSp modSp mod">
        <pc:chgData name="Aswathy Mohan" userId="8ec7b060-ec9d-4a76-a81c-f80212d9386c" providerId="ADAL" clId="{148F012C-E039-419C-A523-3EB066B9FD4E}" dt="2026-07-03T06:30:31.626" v="32" actId="255"/>
        <pc:sldMkLst>
          <pc:docMk/>
          <pc:sldMk cId="1142401689" sldId="260"/>
        </pc:sldMkLst>
        <pc:spChg chg="add mod">
          <ac:chgData name="Aswathy Mohan" userId="8ec7b060-ec9d-4a76-a81c-f80212d9386c" providerId="ADAL" clId="{148F012C-E039-419C-A523-3EB066B9FD4E}" dt="2026-07-03T06:16:47.760" v="7"/>
          <ac:spMkLst>
            <pc:docMk/>
            <pc:sldMk cId="1142401689" sldId="260"/>
            <ac:spMk id="6" creationId="{BACA7548-8C2E-31F6-AC47-D53FD4477A66}"/>
          </ac:spMkLst>
        </pc:spChg>
        <pc:graphicFrameChg chg="add mod modGraphic">
          <ac:chgData name="Aswathy Mohan" userId="8ec7b060-ec9d-4a76-a81c-f80212d9386c" providerId="ADAL" clId="{148F012C-E039-419C-A523-3EB066B9FD4E}" dt="2026-07-03T06:30:31.626" v="32" actId="255"/>
          <ac:graphicFrameMkLst>
            <pc:docMk/>
            <pc:sldMk cId="1142401689" sldId="260"/>
            <ac:graphicFrameMk id="7" creationId="{8EDE5A4F-037D-C02A-D0B2-B270C8A656F4}"/>
          </ac:graphicFrameMkLst>
        </pc:graphicFrameChg>
      </pc:sldChg>
      <pc:sldChg chg="delSp modSp mod">
        <pc:chgData name="Aswathy Mohan" userId="8ec7b060-ec9d-4a76-a81c-f80212d9386c" providerId="ADAL" clId="{148F012C-E039-419C-A523-3EB066B9FD4E}" dt="2026-07-14T04:34:50.341" v="1492" actId="20577"/>
        <pc:sldMkLst>
          <pc:docMk/>
          <pc:sldMk cId="1334441889" sldId="263"/>
        </pc:sldMkLst>
        <pc:spChg chg="mod">
          <ac:chgData name="Aswathy Mohan" userId="8ec7b060-ec9d-4a76-a81c-f80212d9386c" providerId="ADAL" clId="{148F012C-E039-419C-A523-3EB066B9FD4E}" dt="2026-07-14T04:34:50.341" v="1492" actId="20577"/>
          <ac:spMkLst>
            <pc:docMk/>
            <pc:sldMk cId="1334441889" sldId="263"/>
            <ac:spMk id="6" creationId="{9259A6B2-46FB-47DA-0C80-E13E9848B95C}"/>
          </ac:spMkLst>
        </pc:spChg>
        <pc:spChg chg="mod">
          <ac:chgData name="Aswathy Mohan" userId="8ec7b060-ec9d-4a76-a81c-f80212d9386c" providerId="ADAL" clId="{148F012C-E039-419C-A523-3EB066B9FD4E}" dt="2026-07-10T06:11:55.570" v="1367" actId="255"/>
          <ac:spMkLst>
            <pc:docMk/>
            <pc:sldMk cId="1334441889" sldId="263"/>
            <ac:spMk id="8" creationId="{F152612D-C0A9-AA65-7F06-98ECB837DFFB}"/>
          </ac:spMkLst>
        </pc:spChg>
      </pc:sldChg>
      <pc:sldChg chg="modSp mod">
        <pc:chgData name="Aswathy Mohan" userId="8ec7b060-ec9d-4a76-a81c-f80212d9386c" providerId="ADAL" clId="{148F012C-E039-419C-A523-3EB066B9FD4E}" dt="2026-07-03T06:15:09.603" v="3" actId="207"/>
        <pc:sldMkLst>
          <pc:docMk/>
          <pc:sldMk cId="3791282239" sldId="264"/>
        </pc:sldMkLst>
        <pc:spChg chg="mod">
          <ac:chgData name="Aswathy Mohan" userId="8ec7b060-ec9d-4a76-a81c-f80212d9386c" providerId="ADAL" clId="{148F012C-E039-419C-A523-3EB066B9FD4E}" dt="2026-07-03T06:15:09.603" v="3" actId="207"/>
          <ac:spMkLst>
            <pc:docMk/>
            <pc:sldMk cId="3791282239" sldId="264"/>
            <ac:spMk id="4" creationId="{1E7B7B3C-38B7-3E9C-3F8E-03E294A5B8E7}"/>
          </ac:spMkLst>
        </pc:spChg>
      </pc:sldChg>
      <pc:sldChg chg="addSp delSp modSp mod">
        <pc:chgData name="Aswathy Mohan" userId="8ec7b060-ec9d-4a76-a81c-f80212d9386c" providerId="ADAL" clId="{148F012C-E039-419C-A523-3EB066B9FD4E}" dt="2026-07-30T06:48:17.768" v="2802" actId="1076"/>
        <pc:sldMkLst>
          <pc:docMk/>
          <pc:sldMk cId="2284121991" sldId="265"/>
        </pc:sldMkLst>
        <pc:graphicFrameChg chg="del modGraphic">
          <ac:chgData name="Aswathy Mohan" userId="8ec7b060-ec9d-4a76-a81c-f80212d9386c" providerId="ADAL" clId="{148F012C-E039-419C-A523-3EB066B9FD4E}" dt="2026-07-30T06:48:11.460" v="2800" actId="478"/>
          <ac:graphicFrameMkLst>
            <pc:docMk/>
            <pc:sldMk cId="2284121991" sldId="265"/>
            <ac:graphicFrameMk id="4" creationId="{E421A133-E00E-3A99-F0A6-BCECD60E170C}"/>
          </ac:graphicFrameMkLst>
        </pc:graphicFrameChg>
        <pc:graphicFrameChg chg="add mod">
          <ac:chgData name="Aswathy Mohan" userId="8ec7b060-ec9d-4a76-a81c-f80212d9386c" providerId="ADAL" clId="{148F012C-E039-419C-A523-3EB066B9FD4E}" dt="2026-07-30T06:48:17.768" v="2802" actId="1076"/>
          <ac:graphicFrameMkLst>
            <pc:docMk/>
            <pc:sldMk cId="2284121991" sldId="265"/>
            <ac:graphicFrameMk id="6" creationId="{B3D436C1-614B-B761-C244-A4241A47D040}"/>
          </ac:graphicFrameMkLst>
        </pc:graphicFrameChg>
      </pc:sldChg>
      <pc:sldChg chg="addSp modSp new mod">
        <pc:chgData name="Aswathy Mohan" userId="8ec7b060-ec9d-4a76-a81c-f80212d9386c" providerId="ADAL" clId="{148F012C-E039-419C-A523-3EB066B9FD4E}" dt="2026-07-03T10:46:03.574" v="808"/>
        <pc:sldMkLst>
          <pc:docMk/>
          <pc:sldMk cId="2751869894" sldId="267"/>
        </pc:sldMkLst>
        <pc:spChg chg="add mod">
          <ac:chgData name="Aswathy Mohan" userId="8ec7b060-ec9d-4a76-a81c-f80212d9386c" providerId="ADAL" clId="{148F012C-E039-419C-A523-3EB066B9FD4E}" dt="2026-07-03T10:46:03.574" v="808"/>
          <ac:spMkLst>
            <pc:docMk/>
            <pc:sldMk cId="2751869894" sldId="267"/>
            <ac:spMk id="2" creationId="{66332AE7-27B1-D454-349B-8266EE7ACF5F}"/>
          </ac:spMkLst>
        </pc:spChg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1969670519" sldId="270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1133430907" sldId="271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3148685348" sldId="272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812018959" sldId="273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3365213001" sldId="274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2718737914" sldId="275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1706743651" sldId="276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795724564" sldId="278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3923642910" sldId="279"/>
        </pc:sldMkLst>
      </pc:sldChg>
      <pc:sldChg chg="add setBg">
        <pc:chgData name="Aswathy Mohan" userId="8ec7b060-ec9d-4a76-a81c-f80212d9386c" providerId="ADAL" clId="{148F012C-E039-419C-A523-3EB066B9FD4E}" dt="2026-07-15T08:04:45.171" v="2503"/>
        <pc:sldMkLst>
          <pc:docMk/>
          <pc:sldMk cId="462359425" sldId="281"/>
        </pc:sldMkLst>
      </pc:sldChg>
      <pc:sldChg chg="addSp delSp modSp add mod delAnim modAnim">
        <pc:chgData name="Aswathy Mohan" userId="8ec7b060-ec9d-4a76-a81c-f80212d9386c" providerId="ADAL" clId="{148F012C-E039-419C-A523-3EB066B9FD4E}" dt="2026-07-14T05:36:28.643" v="1852"/>
        <pc:sldMkLst>
          <pc:docMk/>
          <pc:sldMk cId="1969161531" sldId="283"/>
        </pc:sldMkLst>
        <pc:spChg chg="add mod">
          <ac:chgData name="Aswathy Mohan" userId="8ec7b060-ec9d-4a76-a81c-f80212d9386c" providerId="ADAL" clId="{148F012C-E039-419C-A523-3EB066B9FD4E}" dt="2026-07-10T06:33:10.913" v="1395" actId="1076"/>
          <ac:spMkLst>
            <pc:docMk/>
            <pc:sldMk cId="1969161531" sldId="283"/>
            <ac:spMk id="4" creationId="{0CEA10D6-70FA-259E-6D30-FB7EE6F7E3DC}"/>
          </ac:spMkLst>
        </pc:spChg>
        <pc:spChg chg="mod">
          <ac:chgData name="Aswathy Mohan" userId="8ec7b060-ec9d-4a76-a81c-f80212d9386c" providerId="ADAL" clId="{148F012C-E039-419C-A523-3EB066B9FD4E}" dt="2026-07-10T06:09:38.265" v="1360" actId="20577"/>
          <ac:spMkLst>
            <pc:docMk/>
            <pc:sldMk cId="1969161531" sldId="283"/>
            <ac:spMk id="6" creationId="{505E720B-7B69-AD72-2256-CCFDDBC4B1E4}"/>
          </ac:spMkLst>
        </pc:spChg>
        <pc:spChg chg="add mod">
          <ac:chgData name="Aswathy Mohan" userId="8ec7b060-ec9d-4a76-a81c-f80212d9386c" providerId="ADAL" clId="{148F012C-E039-419C-A523-3EB066B9FD4E}" dt="2026-07-10T06:22:37.585" v="1393" actId="1036"/>
          <ac:spMkLst>
            <pc:docMk/>
            <pc:sldMk cId="1969161531" sldId="283"/>
            <ac:spMk id="15" creationId="{17A1876F-B2EF-E214-D369-BAF0E1F4A18A}"/>
          </ac:spMkLst>
        </pc:spChg>
        <pc:picChg chg="add mod">
          <ac:chgData name="Aswathy Mohan" userId="8ec7b060-ec9d-4a76-a81c-f80212d9386c" providerId="ADAL" clId="{148F012C-E039-419C-A523-3EB066B9FD4E}" dt="2026-07-14T05:35:57.256" v="1851" actId="1076"/>
          <ac:picMkLst>
            <pc:docMk/>
            <pc:sldMk cId="1969161531" sldId="283"/>
            <ac:picMk id="16" creationId="{5373B0E5-89CB-E3A0-1C8F-6F78251F04C2}"/>
          </ac:picMkLst>
        </pc:picChg>
      </pc:sldChg>
      <pc:sldChg chg="addSp modSp new mod ord modAnim">
        <pc:chgData name="Aswathy Mohan" userId="8ec7b060-ec9d-4a76-a81c-f80212d9386c" providerId="ADAL" clId="{148F012C-E039-419C-A523-3EB066B9FD4E}" dt="2026-07-14T05:58:38.521" v="2388"/>
        <pc:sldMkLst>
          <pc:docMk/>
          <pc:sldMk cId="747807980" sldId="284"/>
        </pc:sldMkLst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33" creationId="{76E3A13E-4C52-B667-7AFD-D6499FA07360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34" creationId="{431AA894-69FC-EB7F-728C-9607306B4770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35" creationId="{93729383-2C46-5AD9-78FE-D4D6FE6BFB75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37" creationId="{98928DEC-D11C-BEA5-6878-E931D7E8842F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39" creationId="{466CACA5-A572-5B9F-D35F-453F2330DB67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41" creationId="{19BD98FD-B378-BA40-B906-7F0D7AEDF8AD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45" creationId="{9D6AB098-CEFF-4D33-1431-1B8D1742AFD5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46" creationId="{8145359D-D8F7-74DD-04F9-3284EE4D927D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49" creationId="{946DE6E7-90DB-CC4D-66FF-6B65A5CDA429}"/>
          </ac:spMkLst>
        </pc:spChg>
        <pc:spChg chg="add mod">
          <ac:chgData name="Aswathy Mohan" userId="8ec7b060-ec9d-4a76-a81c-f80212d9386c" providerId="ADAL" clId="{148F012C-E039-419C-A523-3EB066B9FD4E}" dt="2026-07-10T06:34:07.862" v="1405"/>
          <ac:spMkLst>
            <pc:docMk/>
            <pc:sldMk cId="747807980" sldId="284"/>
            <ac:spMk id="51" creationId="{06ABD863-03E5-16F3-0860-1A9FCEA462F2}"/>
          </ac:spMkLst>
        </pc:spChg>
        <pc:spChg chg="add mod">
          <ac:chgData name="Aswathy Mohan" userId="8ec7b060-ec9d-4a76-a81c-f80212d9386c" providerId="ADAL" clId="{148F012C-E039-419C-A523-3EB066B9FD4E}" dt="2026-07-10T06:34:48.443" v="1428" actId="20577"/>
          <ac:spMkLst>
            <pc:docMk/>
            <pc:sldMk cId="747807980" sldId="284"/>
            <ac:spMk id="53" creationId="{04664CAA-5631-07EE-3A38-42F56878D5CC}"/>
          </ac:spMkLst>
        </pc:spChg>
      </pc:sldChg>
      <pc:sldChg chg="addSp delSp modSp new mod setBg delAnim modAnim setClrOvrMap">
        <pc:chgData name="Aswathy Mohan" userId="8ec7b060-ec9d-4a76-a81c-f80212d9386c" providerId="ADAL" clId="{148F012C-E039-419C-A523-3EB066B9FD4E}" dt="2026-07-16T05:04:35.529" v="2508" actId="1076"/>
        <pc:sldMkLst>
          <pc:docMk/>
          <pc:sldMk cId="2607728753" sldId="285"/>
        </pc:sldMkLst>
        <pc:spChg chg="mod ord">
          <ac:chgData name="Aswathy Mohan" userId="8ec7b060-ec9d-4a76-a81c-f80212d9386c" providerId="ADAL" clId="{148F012C-E039-419C-A523-3EB066B9FD4E}" dt="2026-07-14T05:32:19.069" v="1613" actId="26606"/>
          <ac:spMkLst>
            <pc:docMk/>
            <pc:sldMk cId="2607728753" sldId="285"/>
            <ac:spMk id="2" creationId="{5AB75053-578C-53C1-F672-4DDBBB010644}"/>
          </ac:spMkLst>
        </pc:spChg>
        <pc:spChg chg="mod ord">
          <ac:chgData name="Aswathy Mohan" userId="8ec7b060-ec9d-4a76-a81c-f80212d9386c" providerId="ADAL" clId="{148F012C-E039-419C-A523-3EB066B9FD4E}" dt="2026-07-14T05:32:19.069" v="1613" actId="26606"/>
          <ac:spMkLst>
            <pc:docMk/>
            <pc:sldMk cId="2607728753" sldId="285"/>
            <ac:spMk id="3" creationId="{2702A134-6FFC-ADE2-5CD4-1CEB2C92F907}"/>
          </ac:spMkLst>
        </pc:spChg>
        <pc:spChg chg="add">
          <ac:chgData name="Aswathy Mohan" userId="8ec7b060-ec9d-4a76-a81c-f80212d9386c" providerId="ADAL" clId="{148F012C-E039-419C-A523-3EB066B9FD4E}" dt="2026-07-14T05:32:19.069" v="1613" actId="26606"/>
          <ac:spMkLst>
            <pc:docMk/>
            <pc:sldMk cId="2607728753" sldId="285"/>
            <ac:spMk id="32" creationId="{72018E1B-E0B9-4440-AFF3-4112E50A2763}"/>
          </ac:spMkLst>
        </pc:spChg>
        <pc:spChg chg="add mod">
          <ac:chgData name="Aswathy Mohan" userId="8ec7b060-ec9d-4a76-a81c-f80212d9386c" providerId="ADAL" clId="{148F012C-E039-419C-A523-3EB066B9FD4E}" dt="2026-07-14T05:34:18.347" v="1797" actId="1036"/>
          <ac:spMkLst>
            <pc:docMk/>
            <pc:sldMk cId="2607728753" sldId="285"/>
            <ac:spMk id="33" creationId="{1EB87816-0163-0930-E53F-E0E344B93144}"/>
          </ac:spMkLst>
        </pc:spChg>
        <pc:picChg chg="add mod">
          <ac:chgData name="Aswathy Mohan" userId="8ec7b060-ec9d-4a76-a81c-f80212d9386c" providerId="ADAL" clId="{148F012C-E039-419C-A523-3EB066B9FD4E}" dt="2026-07-16T05:04:35.529" v="2508" actId="1076"/>
          <ac:picMkLst>
            <pc:docMk/>
            <pc:sldMk cId="2607728753" sldId="285"/>
            <ac:picMk id="5" creationId="{E980C6A8-2DD7-1ADA-971B-41BFA74664A2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4T05:46:25.717" v="2088" actId="14100"/>
        <pc:sldMkLst>
          <pc:docMk/>
          <pc:sldMk cId="1875422782" sldId="286"/>
        </pc:sldMkLst>
        <pc:spChg chg="add mod">
          <ac:chgData name="Aswathy Mohan" userId="8ec7b060-ec9d-4a76-a81c-f80212d9386c" providerId="ADAL" clId="{148F012C-E039-419C-A523-3EB066B9FD4E}" dt="2026-07-14T05:41:59.577" v="1974" actId="20577"/>
          <ac:spMkLst>
            <pc:docMk/>
            <pc:sldMk cId="1875422782" sldId="286"/>
            <ac:spMk id="9" creationId="{5BEE223C-56EC-B65B-17E4-070E590B79F9}"/>
          </ac:spMkLst>
        </pc:spChg>
        <pc:spChg chg="add mod">
          <ac:chgData name="Aswathy Mohan" userId="8ec7b060-ec9d-4a76-a81c-f80212d9386c" providerId="ADAL" clId="{148F012C-E039-419C-A523-3EB066B9FD4E}" dt="2026-07-14T05:42:45.695" v="2028" actId="207"/>
          <ac:spMkLst>
            <pc:docMk/>
            <pc:sldMk cId="1875422782" sldId="286"/>
            <ac:spMk id="10" creationId="{8D3937C8-1075-EFBD-F3EB-6E750793CD75}"/>
          </ac:spMkLst>
        </pc:spChg>
        <pc:picChg chg="add mod">
          <ac:chgData name="Aswathy Mohan" userId="8ec7b060-ec9d-4a76-a81c-f80212d9386c" providerId="ADAL" clId="{148F012C-E039-419C-A523-3EB066B9FD4E}" dt="2026-07-14T05:43:45.706" v="2033" actId="1076"/>
          <ac:picMkLst>
            <pc:docMk/>
            <pc:sldMk cId="1875422782" sldId="286"/>
            <ac:picMk id="7" creationId="{0053D236-B86C-3072-49FE-A0178F524160}"/>
          </ac:picMkLst>
        </pc:picChg>
        <pc:picChg chg="add mod">
          <ac:chgData name="Aswathy Mohan" userId="8ec7b060-ec9d-4a76-a81c-f80212d9386c" providerId="ADAL" clId="{148F012C-E039-419C-A523-3EB066B9FD4E}" dt="2026-07-14T05:46:17.396" v="2084" actId="1076"/>
          <ac:picMkLst>
            <pc:docMk/>
            <pc:sldMk cId="1875422782" sldId="286"/>
            <ac:picMk id="12" creationId="{BED75F86-0044-5AC9-EBDF-90C1E1A47D24}"/>
          </ac:picMkLst>
        </pc:picChg>
        <pc:picChg chg="add mod">
          <ac:chgData name="Aswathy Mohan" userId="8ec7b060-ec9d-4a76-a81c-f80212d9386c" providerId="ADAL" clId="{148F012C-E039-419C-A523-3EB066B9FD4E}" dt="2026-07-14T05:45:07.935" v="2056" actId="1035"/>
          <ac:picMkLst>
            <pc:docMk/>
            <pc:sldMk cId="1875422782" sldId="286"/>
            <ac:picMk id="14" creationId="{C119865D-695F-AB28-CA11-C4CBF4B0D0A1}"/>
          </ac:picMkLst>
        </pc:picChg>
        <pc:picChg chg="add mod">
          <ac:chgData name="Aswathy Mohan" userId="8ec7b060-ec9d-4a76-a81c-f80212d9386c" providerId="ADAL" clId="{148F012C-E039-419C-A523-3EB066B9FD4E}" dt="2026-07-14T05:45:04.270" v="2045" actId="1076"/>
          <ac:picMkLst>
            <pc:docMk/>
            <pc:sldMk cId="1875422782" sldId="286"/>
            <ac:picMk id="16" creationId="{295FEB44-00D7-3306-D222-6D794994B838}"/>
          </ac:picMkLst>
        </pc:picChg>
        <pc:cxnChg chg="add mod">
          <ac:chgData name="Aswathy Mohan" userId="8ec7b060-ec9d-4a76-a81c-f80212d9386c" providerId="ADAL" clId="{148F012C-E039-419C-A523-3EB066B9FD4E}" dt="2026-07-14T05:45:41.787" v="2071" actId="17032"/>
          <ac:cxnSpMkLst>
            <pc:docMk/>
            <pc:sldMk cId="1875422782" sldId="286"/>
            <ac:cxnSpMk id="18" creationId="{82823AD8-987D-7A67-19B3-1A7150B1FB3E}"/>
          </ac:cxnSpMkLst>
        </pc:cxnChg>
        <pc:cxnChg chg="add mod">
          <ac:chgData name="Aswathy Mohan" userId="8ec7b060-ec9d-4a76-a81c-f80212d9386c" providerId="ADAL" clId="{148F012C-E039-419C-A523-3EB066B9FD4E}" dt="2026-07-14T05:46:05.402" v="2079" actId="14100"/>
          <ac:cxnSpMkLst>
            <pc:docMk/>
            <pc:sldMk cId="1875422782" sldId="286"/>
            <ac:cxnSpMk id="19" creationId="{A9DE0E6A-D70B-B111-05C6-536843872B95}"/>
          </ac:cxnSpMkLst>
        </pc:cxnChg>
        <pc:cxnChg chg="add mod">
          <ac:chgData name="Aswathy Mohan" userId="8ec7b060-ec9d-4a76-a81c-f80212d9386c" providerId="ADAL" clId="{148F012C-E039-419C-A523-3EB066B9FD4E}" dt="2026-07-14T05:46:25.717" v="2088" actId="14100"/>
          <ac:cxnSpMkLst>
            <pc:docMk/>
            <pc:sldMk cId="1875422782" sldId="286"/>
            <ac:cxnSpMk id="25" creationId="{9CC6685D-4C5F-5913-9584-BAE33BAA1BB8}"/>
          </ac:cxnSpMkLst>
        </pc:cxnChg>
      </pc:sldChg>
      <pc:sldChg chg="addSp delSp modSp add mod addAnim delAnim modAnim">
        <pc:chgData name="Aswathy Mohan" userId="8ec7b060-ec9d-4a76-a81c-f80212d9386c" providerId="ADAL" clId="{148F012C-E039-419C-A523-3EB066B9FD4E}" dt="2026-07-14T05:53:51.454" v="2141" actId="478"/>
        <pc:sldMkLst>
          <pc:docMk/>
          <pc:sldMk cId="2606621157" sldId="287"/>
        </pc:sldMkLst>
        <pc:spChg chg="mod">
          <ac:chgData name="Aswathy Mohan" userId="8ec7b060-ec9d-4a76-a81c-f80212d9386c" providerId="ADAL" clId="{148F012C-E039-419C-A523-3EB066B9FD4E}" dt="2026-07-14T05:50:10.615" v="2125" actId="1035"/>
          <ac:spMkLst>
            <pc:docMk/>
            <pc:sldMk cId="2606621157" sldId="287"/>
            <ac:spMk id="5" creationId="{5DB04D19-5F16-8C54-CD43-76147BB64379}"/>
          </ac:spMkLst>
        </pc:spChg>
        <pc:spChg chg="mod">
          <ac:chgData name="Aswathy Mohan" userId="8ec7b060-ec9d-4a76-a81c-f80212d9386c" providerId="ADAL" clId="{148F012C-E039-419C-A523-3EB066B9FD4E}" dt="2026-07-14T05:39:32.120" v="1944" actId="20577"/>
          <ac:spMkLst>
            <pc:docMk/>
            <pc:sldMk cId="2606621157" sldId="287"/>
            <ac:spMk id="6" creationId="{5BC8A54F-AE14-699B-BFD6-8E28B60C26D0}"/>
          </ac:spMkLst>
        </pc:spChg>
        <pc:spChg chg="add del mod">
          <ac:chgData name="Aswathy Mohan" userId="8ec7b060-ec9d-4a76-a81c-f80212d9386c" providerId="ADAL" clId="{148F012C-E039-419C-A523-3EB066B9FD4E}" dt="2026-07-14T05:53:51.454" v="2141" actId="478"/>
          <ac:spMkLst>
            <pc:docMk/>
            <pc:sldMk cId="2606621157" sldId="287"/>
            <ac:spMk id="8" creationId="{E3975C87-1367-3320-66FB-AB350AC268E0}"/>
          </ac:spMkLst>
        </pc:spChg>
        <pc:spChg chg="add del mod">
          <ac:chgData name="Aswathy Mohan" userId="8ec7b060-ec9d-4a76-a81c-f80212d9386c" providerId="ADAL" clId="{148F012C-E039-419C-A523-3EB066B9FD4E}" dt="2026-07-14T05:53:51.454" v="2141" actId="478"/>
          <ac:spMkLst>
            <pc:docMk/>
            <pc:sldMk cId="2606621157" sldId="287"/>
            <ac:spMk id="9" creationId="{EC4A9CD6-D732-52F1-4639-57FB368DA097}"/>
          </ac:spMkLst>
        </pc:spChg>
        <pc:spChg chg="mod">
          <ac:chgData name="Aswathy Mohan" userId="8ec7b060-ec9d-4a76-a81c-f80212d9386c" providerId="ADAL" clId="{148F012C-E039-419C-A523-3EB066B9FD4E}" dt="2026-07-14T05:50:10.615" v="2125" actId="1035"/>
          <ac:spMkLst>
            <pc:docMk/>
            <pc:sldMk cId="2606621157" sldId="287"/>
            <ac:spMk id="10" creationId="{95E1688C-36B8-64FF-7F50-ABBABC83F4BD}"/>
          </ac:spMkLst>
        </pc:spChg>
        <pc:spChg chg="add del mod">
          <ac:chgData name="Aswathy Mohan" userId="8ec7b060-ec9d-4a76-a81c-f80212d9386c" providerId="ADAL" clId="{148F012C-E039-419C-A523-3EB066B9FD4E}" dt="2026-07-14T05:53:50.937" v="2140" actId="478"/>
          <ac:spMkLst>
            <pc:docMk/>
            <pc:sldMk cId="2606621157" sldId="287"/>
            <ac:spMk id="11" creationId="{868D3927-86B7-2AF9-AD5C-827C735D2CA8}"/>
          </ac:spMkLst>
        </pc:spChg>
        <pc:spChg chg="add del mod">
          <ac:chgData name="Aswathy Mohan" userId="8ec7b060-ec9d-4a76-a81c-f80212d9386c" providerId="ADAL" clId="{148F012C-E039-419C-A523-3EB066B9FD4E}" dt="2026-07-14T05:53:50.937" v="2140" actId="478"/>
          <ac:spMkLst>
            <pc:docMk/>
            <pc:sldMk cId="2606621157" sldId="287"/>
            <ac:spMk id="12" creationId="{9F5DD888-04E0-B375-A20D-0D432B5E16C6}"/>
          </ac:spMkLst>
        </pc:spChg>
        <pc:spChg chg="mod">
          <ac:chgData name="Aswathy Mohan" userId="8ec7b060-ec9d-4a76-a81c-f80212d9386c" providerId="ADAL" clId="{148F012C-E039-419C-A523-3EB066B9FD4E}" dt="2026-07-14T05:50:10.615" v="2125" actId="1035"/>
          <ac:spMkLst>
            <pc:docMk/>
            <pc:sldMk cId="2606621157" sldId="287"/>
            <ac:spMk id="13" creationId="{37C3EB37-1E46-E65D-9836-A620E6FABC07}"/>
          </ac:spMkLst>
        </pc:spChg>
        <pc:spChg chg="add del mod">
          <ac:chgData name="Aswathy Mohan" userId="8ec7b060-ec9d-4a76-a81c-f80212d9386c" providerId="ADAL" clId="{148F012C-E039-419C-A523-3EB066B9FD4E}" dt="2026-07-14T05:53:51.454" v="2141" actId="478"/>
          <ac:spMkLst>
            <pc:docMk/>
            <pc:sldMk cId="2606621157" sldId="287"/>
            <ac:spMk id="14" creationId="{973FDCE1-3776-B762-B3E7-1279D61BA918}"/>
          </ac:spMkLst>
        </pc:spChg>
        <pc:spChg chg="add del mod ord">
          <ac:chgData name="Aswathy Mohan" userId="8ec7b060-ec9d-4a76-a81c-f80212d9386c" providerId="ADAL" clId="{148F012C-E039-419C-A523-3EB066B9FD4E}" dt="2026-07-14T05:53:51.454" v="2141" actId="478"/>
          <ac:spMkLst>
            <pc:docMk/>
            <pc:sldMk cId="2606621157" sldId="287"/>
            <ac:spMk id="17" creationId="{639294A8-5E1D-B600-B5CB-C28D1E133604}"/>
          </ac:spMkLst>
        </pc:spChg>
      </pc:sldChg>
      <pc:sldChg chg="addSp delSp modSp add mod delAnim modAnim">
        <pc:chgData name="Aswathy Mohan" userId="8ec7b060-ec9d-4a76-a81c-f80212d9386c" providerId="ADAL" clId="{148F012C-E039-419C-A523-3EB066B9FD4E}" dt="2026-07-14T05:59:14.585" v="2415" actId="20577"/>
        <pc:sldMkLst>
          <pc:docMk/>
          <pc:sldMk cId="4158136974" sldId="288"/>
        </pc:sldMkLst>
        <pc:spChg chg="add mod">
          <ac:chgData name="Aswathy Mohan" userId="8ec7b060-ec9d-4a76-a81c-f80212d9386c" providerId="ADAL" clId="{148F012C-E039-419C-A523-3EB066B9FD4E}" dt="2026-07-14T05:55:12.524" v="2238" actId="20577"/>
          <ac:spMkLst>
            <pc:docMk/>
            <pc:sldMk cId="4158136974" sldId="288"/>
            <ac:spMk id="4" creationId="{3C1D421C-4B75-CE26-B52A-C403F334CF62}"/>
          </ac:spMkLst>
        </pc:spChg>
        <pc:spChg chg="mod">
          <ac:chgData name="Aswathy Mohan" userId="8ec7b060-ec9d-4a76-a81c-f80212d9386c" providerId="ADAL" clId="{148F012C-E039-419C-A523-3EB066B9FD4E}" dt="2026-07-14T05:59:14.585" v="2415" actId="20577"/>
          <ac:spMkLst>
            <pc:docMk/>
            <pc:sldMk cId="4158136974" sldId="288"/>
            <ac:spMk id="6" creationId="{B2613DC5-C696-7ECB-EAF4-74C012E59F0F}"/>
          </ac:spMkLst>
        </pc:spChg>
        <pc:spChg chg="add mod">
          <ac:chgData name="Aswathy Mohan" userId="8ec7b060-ec9d-4a76-a81c-f80212d9386c" providerId="ADAL" clId="{148F012C-E039-419C-A523-3EB066B9FD4E}" dt="2026-07-14T05:55:31.635" v="2263" actId="20577"/>
          <ac:spMkLst>
            <pc:docMk/>
            <pc:sldMk cId="4158136974" sldId="288"/>
            <ac:spMk id="7" creationId="{CA37E014-DA77-D220-49E1-12C9AD9234BD}"/>
          </ac:spMkLst>
        </pc:spChg>
        <pc:spChg chg="add mod">
          <ac:chgData name="Aswathy Mohan" userId="8ec7b060-ec9d-4a76-a81c-f80212d9386c" providerId="ADAL" clId="{148F012C-E039-419C-A523-3EB066B9FD4E}" dt="2026-07-14T05:54:35.043" v="2203" actId="1038"/>
          <ac:spMkLst>
            <pc:docMk/>
            <pc:sldMk cId="4158136974" sldId="288"/>
            <ac:spMk id="16" creationId="{3EC71D57-F7CE-C4FD-A9BB-18F6BEAAA27D}"/>
          </ac:spMkLst>
        </pc:spChg>
        <pc:spChg chg="add mod">
          <ac:chgData name="Aswathy Mohan" userId="8ec7b060-ec9d-4a76-a81c-f80212d9386c" providerId="ADAL" clId="{148F012C-E039-419C-A523-3EB066B9FD4E}" dt="2026-07-14T05:55:37.660" v="2264" actId="1076"/>
          <ac:spMkLst>
            <pc:docMk/>
            <pc:sldMk cId="4158136974" sldId="288"/>
            <ac:spMk id="20" creationId="{98173480-40AB-A5F7-1C4E-70151E8D3D6D}"/>
          </ac:spMkLst>
        </pc:spChg>
        <pc:picChg chg="mod">
          <ac:chgData name="Aswathy Mohan" userId="8ec7b060-ec9d-4a76-a81c-f80212d9386c" providerId="ADAL" clId="{148F012C-E039-419C-A523-3EB066B9FD4E}" dt="2026-07-14T05:54:15.352" v="2145" actId="14100"/>
          <ac:picMkLst>
            <pc:docMk/>
            <pc:sldMk cId="4158136974" sldId="288"/>
            <ac:picMk id="21" creationId="{65A9A9D6-1EF1-D5C5-3EC9-C59E91502B6E}"/>
          </ac:picMkLst>
        </pc:picChg>
        <pc:cxnChg chg="add mod">
          <ac:chgData name="Aswathy Mohan" userId="8ec7b060-ec9d-4a76-a81c-f80212d9386c" providerId="ADAL" clId="{148F012C-E039-419C-A523-3EB066B9FD4E}" dt="2026-07-14T05:54:35.043" v="2203" actId="1038"/>
          <ac:cxnSpMkLst>
            <pc:docMk/>
            <pc:sldMk cId="4158136974" sldId="288"/>
            <ac:cxnSpMk id="18" creationId="{2EA8B6C6-4B40-E91C-F1E9-FA909DA984AF}"/>
          </ac:cxnSpMkLst>
        </pc:cxnChg>
        <pc:cxnChg chg="add mod">
          <ac:chgData name="Aswathy Mohan" userId="8ec7b060-ec9d-4a76-a81c-f80212d9386c" providerId="ADAL" clId="{148F012C-E039-419C-A523-3EB066B9FD4E}" dt="2026-07-14T05:54:35.043" v="2203" actId="1038"/>
          <ac:cxnSpMkLst>
            <pc:docMk/>
            <pc:sldMk cId="4158136974" sldId="288"/>
            <ac:cxnSpMk id="19" creationId="{7935C4E3-5B4B-02DC-8C59-43B03C05BACC}"/>
          </ac:cxnSpMkLst>
        </pc:cxnChg>
      </pc:sldChg>
      <pc:sldChg chg="addSp delSp modSp add mod ord delAnim modAnim">
        <pc:chgData name="Aswathy Mohan" userId="8ec7b060-ec9d-4a76-a81c-f80212d9386c" providerId="ADAL" clId="{148F012C-E039-419C-A523-3EB066B9FD4E}" dt="2026-07-14T05:59:27.327" v="2439" actId="20577"/>
        <pc:sldMkLst>
          <pc:docMk/>
          <pc:sldMk cId="1404600713" sldId="289"/>
        </pc:sldMkLst>
        <pc:spChg chg="add mod">
          <ac:chgData name="Aswathy Mohan" userId="8ec7b060-ec9d-4a76-a81c-f80212d9386c" providerId="ADAL" clId="{148F012C-E039-419C-A523-3EB066B9FD4E}" dt="2026-07-14T05:57:14.684" v="2353" actId="1037"/>
          <ac:spMkLst>
            <pc:docMk/>
            <pc:sldMk cId="1404600713" sldId="289"/>
            <ac:spMk id="4" creationId="{FB7929B4-EEAF-0AD2-DCD9-3691A0494FF6}"/>
          </ac:spMkLst>
        </pc:spChg>
        <pc:spChg chg="mod">
          <ac:chgData name="Aswathy Mohan" userId="8ec7b060-ec9d-4a76-a81c-f80212d9386c" providerId="ADAL" clId="{148F012C-E039-419C-A523-3EB066B9FD4E}" dt="2026-07-14T05:59:27.327" v="2439" actId="20577"/>
          <ac:spMkLst>
            <pc:docMk/>
            <pc:sldMk cId="1404600713" sldId="289"/>
            <ac:spMk id="6" creationId="{E66E564E-A130-8AFD-F541-74896B4D6C8A}"/>
          </ac:spMkLst>
        </pc:spChg>
        <pc:spChg chg="add mod">
          <ac:chgData name="Aswathy Mohan" userId="8ec7b060-ec9d-4a76-a81c-f80212d9386c" providerId="ADAL" clId="{148F012C-E039-419C-A523-3EB066B9FD4E}" dt="2026-07-14T05:57:36.461" v="2386" actId="1037"/>
          <ac:spMkLst>
            <pc:docMk/>
            <pc:sldMk cId="1404600713" sldId="289"/>
            <ac:spMk id="16" creationId="{74F9DB27-3662-596D-BDC2-E829B18A7DEB}"/>
          </ac:spMkLst>
        </pc:spChg>
        <pc:spChg chg="add mod">
          <ac:chgData name="Aswathy Mohan" userId="8ec7b060-ec9d-4a76-a81c-f80212d9386c" providerId="ADAL" clId="{148F012C-E039-419C-A523-3EB066B9FD4E}" dt="2026-07-14T05:57:36.461" v="2386" actId="1037"/>
          <ac:spMkLst>
            <pc:docMk/>
            <pc:sldMk cId="1404600713" sldId="289"/>
            <ac:spMk id="18" creationId="{6BF715A4-44B7-719C-FE19-D563BD658C2A}"/>
          </ac:spMkLst>
        </pc:spChg>
        <pc:spChg chg="add mod">
          <ac:chgData name="Aswathy Mohan" userId="8ec7b060-ec9d-4a76-a81c-f80212d9386c" providerId="ADAL" clId="{148F012C-E039-419C-A523-3EB066B9FD4E}" dt="2026-07-14T05:57:36.461" v="2386" actId="1037"/>
          <ac:spMkLst>
            <pc:docMk/>
            <pc:sldMk cId="1404600713" sldId="289"/>
            <ac:spMk id="22" creationId="{90A3F149-8A9B-EC88-574C-4AA6162B32B3}"/>
          </ac:spMkLst>
        </pc:spChg>
        <pc:spChg chg="add mod">
          <ac:chgData name="Aswathy Mohan" userId="8ec7b060-ec9d-4a76-a81c-f80212d9386c" providerId="ADAL" clId="{148F012C-E039-419C-A523-3EB066B9FD4E}" dt="2026-07-14T05:57:36.461" v="2386" actId="1037"/>
          <ac:spMkLst>
            <pc:docMk/>
            <pc:sldMk cId="1404600713" sldId="289"/>
            <ac:spMk id="23" creationId="{62C44E6A-6EE1-8674-24DD-D040D1FF8A15}"/>
          </ac:spMkLst>
        </pc:spChg>
        <pc:spChg chg="add mod">
          <ac:chgData name="Aswathy Mohan" userId="8ec7b060-ec9d-4a76-a81c-f80212d9386c" providerId="ADAL" clId="{148F012C-E039-419C-A523-3EB066B9FD4E}" dt="2026-07-14T05:57:36.461" v="2386" actId="1037"/>
          <ac:spMkLst>
            <pc:docMk/>
            <pc:sldMk cId="1404600713" sldId="289"/>
            <ac:spMk id="24" creationId="{F95D397C-C214-5E58-A97A-12FB67B24BE7}"/>
          </ac:spMkLst>
        </pc:spChg>
        <pc:picChg chg="add mod">
          <ac:chgData name="Aswathy Mohan" userId="8ec7b060-ec9d-4a76-a81c-f80212d9386c" providerId="ADAL" clId="{148F012C-E039-419C-A523-3EB066B9FD4E}" dt="2026-07-14T05:57:14.684" v="2353" actId="1037"/>
          <ac:picMkLst>
            <pc:docMk/>
            <pc:sldMk cId="1404600713" sldId="289"/>
            <ac:picMk id="7" creationId="{2F37B4A9-AC05-469C-FF65-8FF3776D4C41}"/>
          </ac:picMkLst>
        </pc:picChg>
        <pc:cxnChg chg="add mod">
          <ac:chgData name="Aswathy Mohan" userId="8ec7b060-ec9d-4a76-a81c-f80212d9386c" providerId="ADAL" clId="{148F012C-E039-419C-A523-3EB066B9FD4E}" dt="2026-07-14T05:57:36.461" v="2386" actId="1037"/>
          <ac:cxnSpMkLst>
            <pc:docMk/>
            <pc:sldMk cId="1404600713" sldId="289"/>
            <ac:cxnSpMk id="19" creationId="{8B543F65-06B5-B6CA-AA22-E09D1AF943CF}"/>
          </ac:cxnSpMkLst>
        </pc:cxnChg>
        <pc:cxnChg chg="add mod">
          <ac:chgData name="Aswathy Mohan" userId="8ec7b060-ec9d-4a76-a81c-f80212d9386c" providerId="ADAL" clId="{148F012C-E039-419C-A523-3EB066B9FD4E}" dt="2026-07-14T05:57:36.461" v="2386" actId="1037"/>
          <ac:cxnSpMkLst>
            <pc:docMk/>
            <pc:sldMk cId="1404600713" sldId="289"/>
            <ac:cxnSpMk id="20" creationId="{12380FD8-382F-ACCE-630C-8A3B23473781}"/>
          </ac:cxnSpMkLst>
        </pc:cxnChg>
        <pc:cxnChg chg="add mod">
          <ac:chgData name="Aswathy Mohan" userId="8ec7b060-ec9d-4a76-a81c-f80212d9386c" providerId="ADAL" clId="{148F012C-E039-419C-A523-3EB066B9FD4E}" dt="2026-07-14T05:57:36.461" v="2386" actId="1037"/>
          <ac:cxnSpMkLst>
            <pc:docMk/>
            <pc:sldMk cId="1404600713" sldId="289"/>
            <ac:cxnSpMk id="21" creationId="{59D3B543-53A3-0A7C-884A-B3D17D06C64B}"/>
          </ac:cxnSpMkLst>
        </pc:cxnChg>
        <pc:cxnChg chg="add mod">
          <ac:chgData name="Aswathy Mohan" userId="8ec7b060-ec9d-4a76-a81c-f80212d9386c" providerId="ADAL" clId="{148F012C-E039-419C-A523-3EB066B9FD4E}" dt="2026-07-14T05:57:36.461" v="2386" actId="1037"/>
          <ac:cxnSpMkLst>
            <pc:docMk/>
            <pc:sldMk cId="1404600713" sldId="289"/>
            <ac:cxnSpMk id="25" creationId="{5BFD15F9-D9C7-0D4B-ED5B-3243CD12C016}"/>
          </ac:cxnSpMkLst>
        </pc:cxnChg>
      </pc:sldChg>
      <pc:sldChg chg="addSp modSp new mod">
        <pc:chgData name="Aswathy Mohan" userId="8ec7b060-ec9d-4a76-a81c-f80212d9386c" providerId="ADAL" clId="{148F012C-E039-419C-A523-3EB066B9FD4E}" dt="2026-07-14T06:02:09.635" v="2498" actId="1076"/>
        <pc:sldMkLst>
          <pc:docMk/>
          <pc:sldMk cId="3952405899" sldId="290"/>
        </pc:sldMkLst>
        <pc:spChg chg="add mod">
          <ac:chgData name="Aswathy Mohan" userId="8ec7b060-ec9d-4a76-a81c-f80212d9386c" providerId="ADAL" clId="{148F012C-E039-419C-A523-3EB066B9FD4E}" dt="2026-07-14T06:02:02.979" v="2496" actId="20577"/>
          <ac:spMkLst>
            <pc:docMk/>
            <pc:sldMk cId="3952405899" sldId="290"/>
            <ac:spMk id="7" creationId="{C9EB73AC-0712-ACDF-C240-1A181E305D6E}"/>
          </ac:spMkLst>
        </pc:spChg>
        <pc:picChg chg="add mod">
          <ac:chgData name="Aswathy Mohan" userId="8ec7b060-ec9d-4a76-a81c-f80212d9386c" providerId="ADAL" clId="{148F012C-E039-419C-A523-3EB066B9FD4E}" dt="2026-07-14T06:02:09.635" v="2498" actId="1076"/>
          <ac:picMkLst>
            <pc:docMk/>
            <pc:sldMk cId="3952405899" sldId="290"/>
            <ac:picMk id="5" creationId="{20F89D90-97B3-987C-95B9-C136B2EDDDE4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6T08:19:28.608" v="2656" actId="1076"/>
        <pc:sldMkLst>
          <pc:docMk/>
          <pc:sldMk cId="3110775458" sldId="291"/>
        </pc:sldMkLst>
        <pc:spChg chg="add mod">
          <ac:chgData name="Aswathy Mohan" userId="8ec7b060-ec9d-4a76-a81c-f80212d9386c" providerId="ADAL" clId="{148F012C-E039-419C-A523-3EB066B9FD4E}" dt="2026-07-16T05:12:24.385" v="2572" actId="20577"/>
          <ac:spMkLst>
            <pc:docMk/>
            <pc:sldMk cId="3110775458" sldId="291"/>
            <ac:spMk id="5" creationId="{0DFDF73F-E100-5CA6-43A1-6DB467F0788B}"/>
          </ac:spMkLst>
        </pc:spChg>
        <pc:spChg chg="add mod">
          <ac:chgData name="Aswathy Mohan" userId="8ec7b060-ec9d-4a76-a81c-f80212d9386c" providerId="ADAL" clId="{148F012C-E039-419C-A523-3EB066B9FD4E}" dt="2026-07-16T08:11:09.436" v="2649" actId="20577"/>
          <ac:spMkLst>
            <pc:docMk/>
            <pc:sldMk cId="3110775458" sldId="291"/>
            <ac:spMk id="9" creationId="{797D5287-2330-52D9-120A-D3DC25E884D7}"/>
          </ac:spMkLst>
        </pc:spChg>
        <pc:picChg chg="add mod">
          <ac:chgData name="Aswathy Mohan" userId="8ec7b060-ec9d-4a76-a81c-f80212d9386c" providerId="ADAL" clId="{148F012C-E039-419C-A523-3EB066B9FD4E}" dt="2026-07-16T08:19:28.608" v="2656" actId="1076"/>
          <ac:picMkLst>
            <pc:docMk/>
            <pc:sldMk cId="3110775458" sldId="291"/>
            <ac:picMk id="6" creationId="{468F10D5-CC90-1515-5C7E-BCE85FF30C38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6T08:46:17.699" v="2712" actId="1076"/>
        <pc:sldMkLst>
          <pc:docMk/>
          <pc:sldMk cId="2188598392" sldId="293"/>
        </pc:sldMkLst>
        <pc:spChg chg="add mod">
          <ac:chgData name="Aswathy Mohan" userId="8ec7b060-ec9d-4a76-a81c-f80212d9386c" providerId="ADAL" clId="{148F012C-E039-419C-A523-3EB066B9FD4E}" dt="2026-07-16T08:44:53.316" v="2703" actId="20577"/>
          <ac:spMkLst>
            <pc:docMk/>
            <pc:sldMk cId="2188598392" sldId="293"/>
            <ac:spMk id="5" creationId="{DC2690CF-165A-3A89-9620-0AAB30EA65ED}"/>
          </ac:spMkLst>
        </pc:spChg>
        <pc:picChg chg="add mod">
          <ac:chgData name="Aswathy Mohan" userId="8ec7b060-ec9d-4a76-a81c-f80212d9386c" providerId="ADAL" clId="{148F012C-E039-419C-A523-3EB066B9FD4E}" dt="2026-07-16T08:46:17.699" v="2712" actId="1076"/>
          <ac:picMkLst>
            <pc:docMk/>
            <pc:sldMk cId="2188598392" sldId="293"/>
            <ac:picMk id="10" creationId="{D07BB953-12A5-78D3-6411-4A78BA0E68FE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6T08:52:18.071" v="2727" actId="1035"/>
        <pc:sldMkLst>
          <pc:docMk/>
          <pc:sldMk cId="3710817086" sldId="294"/>
        </pc:sldMkLst>
        <pc:spChg chg="add mod">
          <ac:chgData name="Aswathy Mohan" userId="8ec7b060-ec9d-4a76-a81c-f80212d9386c" providerId="ADAL" clId="{148F012C-E039-419C-A523-3EB066B9FD4E}" dt="2026-07-16T08:46:36.449" v="2719" actId="20577"/>
          <ac:spMkLst>
            <pc:docMk/>
            <pc:sldMk cId="3710817086" sldId="294"/>
            <ac:spMk id="5" creationId="{29EA3445-3441-7122-6F54-8518AFD4A487}"/>
          </ac:spMkLst>
        </pc:spChg>
        <pc:picChg chg="add mod">
          <ac:chgData name="Aswathy Mohan" userId="8ec7b060-ec9d-4a76-a81c-f80212d9386c" providerId="ADAL" clId="{148F012C-E039-419C-A523-3EB066B9FD4E}" dt="2026-07-16T08:52:18.071" v="2727" actId="1035"/>
          <ac:picMkLst>
            <pc:docMk/>
            <pc:sldMk cId="3710817086" sldId="294"/>
            <ac:picMk id="8" creationId="{0474F25B-6701-2C48-2910-66A3215CAA07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7T03:30:50.739" v="2793" actId="20577"/>
        <pc:sldMkLst>
          <pc:docMk/>
          <pc:sldMk cId="2726003947" sldId="295"/>
        </pc:sldMkLst>
        <pc:spChg chg="add mod">
          <ac:chgData name="Aswathy Mohan" userId="8ec7b060-ec9d-4a76-a81c-f80212d9386c" providerId="ADAL" clId="{148F012C-E039-419C-A523-3EB066B9FD4E}" dt="2026-07-17T03:30:50.739" v="2793" actId="20577"/>
          <ac:spMkLst>
            <pc:docMk/>
            <pc:sldMk cId="2726003947" sldId="295"/>
            <ac:spMk id="5" creationId="{2311B8F1-D80D-3A4D-7FFA-DFB0DD5E162C}"/>
          </ac:spMkLst>
        </pc:spChg>
        <pc:picChg chg="add mod">
          <ac:chgData name="Aswathy Mohan" userId="8ec7b060-ec9d-4a76-a81c-f80212d9386c" providerId="ADAL" clId="{148F012C-E039-419C-A523-3EB066B9FD4E}" dt="2026-07-16T09:07:05.464" v="2740" actId="1076"/>
          <ac:picMkLst>
            <pc:docMk/>
            <pc:sldMk cId="2726003947" sldId="295"/>
            <ac:picMk id="10" creationId="{F8DB3C9D-CC0B-00F5-C5C4-2DB2979C602D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7T03:31:09.213" v="2799" actId="20577"/>
        <pc:sldMkLst>
          <pc:docMk/>
          <pc:sldMk cId="1757225036" sldId="296"/>
        </pc:sldMkLst>
        <pc:spChg chg="add mod">
          <ac:chgData name="Aswathy Mohan" userId="8ec7b060-ec9d-4a76-a81c-f80212d9386c" providerId="ADAL" clId="{148F012C-E039-419C-A523-3EB066B9FD4E}" dt="2026-07-17T03:31:09.213" v="2799" actId="20577"/>
          <ac:spMkLst>
            <pc:docMk/>
            <pc:sldMk cId="1757225036" sldId="296"/>
            <ac:spMk id="5" creationId="{EFE6749D-442D-5886-DFA7-04BF889C5110}"/>
          </ac:spMkLst>
        </pc:spChg>
        <pc:picChg chg="add mod">
          <ac:chgData name="Aswathy Mohan" userId="8ec7b060-ec9d-4a76-a81c-f80212d9386c" providerId="ADAL" clId="{148F012C-E039-419C-A523-3EB066B9FD4E}" dt="2026-07-16T09:10:42.019" v="2745" actId="1076"/>
          <ac:picMkLst>
            <pc:docMk/>
            <pc:sldMk cId="1757225036" sldId="296"/>
            <ac:picMk id="8" creationId="{B5E8A0A8-6C23-F2C8-BC86-BE66B979F9F0}"/>
          </ac:picMkLst>
        </pc:picChg>
      </pc:sldChg>
      <pc:sldChg chg="addSp delSp modSp new mod ord">
        <pc:chgData name="Aswathy Mohan" userId="8ec7b060-ec9d-4a76-a81c-f80212d9386c" providerId="ADAL" clId="{148F012C-E039-419C-A523-3EB066B9FD4E}" dt="2026-07-16T09:22:39.426" v="2782"/>
        <pc:sldMkLst>
          <pc:docMk/>
          <pc:sldMk cId="347609113" sldId="297"/>
        </pc:sldMkLst>
        <pc:spChg chg="add mod">
          <ac:chgData name="Aswathy Mohan" userId="8ec7b060-ec9d-4a76-a81c-f80212d9386c" providerId="ADAL" clId="{148F012C-E039-419C-A523-3EB066B9FD4E}" dt="2026-07-16T09:19:05.396" v="2780" actId="20577"/>
          <ac:spMkLst>
            <pc:docMk/>
            <pc:sldMk cId="347609113" sldId="297"/>
            <ac:spMk id="8" creationId="{28798219-59A3-258F-E894-48A865599780}"/>
          </ac:spMkLst>
        </pc:spChg>
        <pc:picChg chg="add mod">
          <ac:chgData name="Aswathy Mohan" userId="8ec7b060-ec9d-4a76-a81c-f80212d9386c" providerId="ADAL" clId="{148F012C-E039-419C-A523-3EB066B9FD4E}" dt="2026-07-16T09:18:48.268" v="2767" actId="1037"/>
          <ac:picMkLst>
            <pc:docMk/>
            <pc:sldMk cId="347609113" sldId="297"/>
            <ac:picMk id="6" creationId="{414B0838-43BD-37C6-2231-1FAC8DF8E388}"/>
          </ac:picMkLst>
        </pc:picChg>
      </pc:sldChg>
      <pc:sldChg chg="addSp delSp modSp new mod">
        <pc:chgData name="Aswathy Mohan" userId="8ec7b060-ec9d-4a76-a81c-f80212d9386c" providerId="ADAL" clId="{148F012C-E039-419C-A523-3EB066B9FD4E}" dt="2026-07-16T09:25:58.176" v="2791" actId="1076"/>
        <pc:sldMkLst>
          <pc:docMk/>
          <pc:sldMk cId="2920348593" sldId="298"/>
        </pc:sldMkLst>
        <pc:spChg chg="add">
          <ac:chgData name="Aswathy Mohan" userId="8ec7b060-ec9d-4a76-a81c-f80212d9386c" providerId="ADAL" clId="{148F012C-E039-419C-A523-3EB066B9FD4E}" dt="2026-07-16T09:22:50.081" v="2784" actId="22"/>
          <ac:spMkLst>
            <pc:docMk/>
            <pc:sldMk cId="2920348593" sldId="298"/>
            <ac:spMk id="6" creationId="{DBC95BF9-FC11-73BC-6489-ACBBF32B114D}"/>
          </ac:spMkLst>
        </pc:spChg>
        <pc:picChg chg="add mod">
          <ac:chgData name="Aswathy Mohan" userId="8ec7b060-ec9d-4a76-a81c-f80212d9386c" providerId="ADAL" clId="{148F012C-E039-419C-A523-3EB066B9FD4E}" dt="2026-07-16T09:25:58.176" v="2791" actId="1076"/>
          <ac:picMkLst>
            <pc:docMk/>
            <pc:sldMk cId="2920348593" sldId="298"/>
            <ac:picMk id="8" creationId="{AD6C430E-2A06-E250-ACCD-B99F3EB6B7C1}"/>
          </ac:picMkLst>
        </pc:picChg>
      </pc:sldChg>
      <pc:sldChg chg="new ord">
        <pc:chgData name="Aswathy Mohan" userId="8ec7b060-ec9d-4a76-a81c-f80212d9386c" providerId="ADAL" clId="{148F012C-E039-419C-A523-3EB066B9FD4E}" dt="2026-07-16T05:27:11.516" v="2645"/>
        <pc:sldMkLst>
          <pc:docMk/>
          <pc:sldMk cId="2119291445" sldId="299"/>
        </pc:sldMkLst>
      </pc:sldChg>
      <pc:sldChg chg="addSp delSp modSp new mod">
        <pc:chgData name="Aswathy Mohan" userId="8ec7b060-ec9d-4a76-a81c-f80212d9386c" providerId="ADAL" clId="{148F012C-E039-419C-A523-3EB066B9FD4E}" dt="2026-07-16T08:32:09.978" v="2693" actId="1076"/>
        <pc:sldMkLst>
          <pc:docMk/>
          <pc:sldMk cId="2570513594" sldId="300"/>
        </pc:sldMkLst>
        <pc:spChg chg="add mod">
          <ac:chgData name="Aswathy Mohan" userId="8ec7b060-ec9d-4a76-a81c-f80212d9386c" providerId="ADAL" clId="{148F012C-E039-419C-A523-3EB066B9FD4E}" dt="2026-07-16T08:31:15.167" v="2690" actId="20577"/>
          <ac:spMkLst>
            <pc:docMk/>
            <pc:sldMk cId="2570513594" sldId="300"/>
            <ac:spMk id="9" creationId="{8AB260E6-9A4E-B921-7BD5-F13A3D0619C9}"/>
          </ac:spMkLst>
        </pc:spChg>
        <pc:picChg chg="add mod">
          <ac:chgData name="Aswathy Mohan" userId="8ec7b060-ec9d-4a76-a81c-f80212d9386c" providerId="ADAL" clId="{148F012C-E039-419C-A523-3EB066B9FD4E}" dt="2026-07-16T08:32:09.978" v="2693" actId="1076"/>
          <ac:picMkLst>
            <pc:docMk/>
            <pc:sldMk cId="2570513594" sldId="300"/>
            <ac:picMk id="7" creationId="{C2F82E96-1FC7-2F44-DE1F-27A82845ED4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1FE7D6-CB0C-461E-A13C-665F89E6320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DB47EB6-BD9B-4BB3-9CA7-EB2798AE0EB3}">
      <dgm:prSet custT="1"/>
      <dgm:spPr>
        <a:xfrm>
          <a:off x="3546" y="1006937"/>
          <a:ext cx="1392552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Understand OOP &amp; SOLID Principles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3FDF9B59-A9ED-4E70-B8B8-1D4AE04AA222}" type="parTrans" cxnId="{BB978584-96F0-434A-91E6-9615CD2B5E9F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693B30D4-B37D-47A5-8474-278A1FB7E282}" type="sibTrans" cxnId="{BB978584-96F0-434A-91E6-9615CD2B5E9F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9414947A-30D6-4619-8518-1FDC1538A697}">
      <dgm:prSet custT="1"/>
      <dgm:spPr>
        <a:xfrm>
          <a:off x="1628191" y="1006937"/>
          <a:ext cx="1676229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Analyse Design Problems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CC680D2B-FD87-41F1-9DFF-98C7744DDED8}" type="parTrans" cxnId="{BA202644-DA4E-4DDD-AA2C-C82E362F6EFA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73E1AAA8-B3DF-40D4-B113-4C45C281F87D}" type="sibTrans" cxnId="{BA202644-DA4E-4DDD-AA2C-C82E362F6EFA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5FB0F777-6D2E-48B4-91D0-7D2F7289BBD7}">
      <dgm:prSet custT="1"/>
      <dgm:spPr>
        <a:xfrm>
          <a:off x="3536513" y="1006937"/>
          <a:ext cx="1392552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Learn GoF Patterns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5F68EC2E-CE1D-4A4E-90A5-22DEFCA3C363}" type="parTrans" cxnId="{4F37EE83-6F5C-4B01-BA62-1772D181115F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0754D994-28BE-4AD0-AD10-249E3378E04B}" type="sibTrans" cxnId="{4F37EE83-6F5C-4B01-BA62-1772D181115F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8AB4716D-CA17-4A19-B4BA-B061B1E77BCF}">
      <dgm:prSet custT="1"/>
      <dgm:spPr>
        <a:xfrm>
          <a:off x="5161157" y="1006937"/>
          <a:ext cx="1392552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Apply Reusable Designs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76DEB7A9-2636-4D56-B165-F107339F6588}" type="parTrans" cxnId="{3AA3182C-1DE2-4EED-A767-46C724E4AFEB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8EAC5E1C-4E31-476B-92B4-BAFCEA716EB5}" type="sibTrans" cxnId="{3AA3182C-1DE2-4EED-A767-46C724E4AFEB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5974BD56-E1A9-4152-86B3-0E0D8613C43B}">
      <dgm:prSet custT="1"/>
      <dgm:spPr>
        <a:xfrm>
          <a:off x="6785802" y="1006937"/>
          <a:ext cx="1392552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Build Scalable Software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5EAB8067-8FF0-4730-8014-C0E771360C93}" type="parTrans" cxnId="{00B5B6BB-20BB-4970-8AA1-2AFC35DE02D7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07B18C1B-3239-41E9-A731-AE6ADF97A4FC}" type="sibTrans" cxnId="{00B5B6BB-20BB-4970-8AA1-2AFC35DE02D7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70916F62-4A78-4F91-96ED-E09EA560C3CE}">
      <dgm:prSet custT="1"/>
      <dgm:spPr>
        <a:xfrm>
          <a:off x="8410447" y="975500"/>
          <a:ext cx="1554645" cy="1405455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800" dirty="0">
              <a:latin typeface="Aptos" panose="020B0004020202020204" pitchFamily="34" charset="0"/>
            </a:rPr>
            <a:t>Improve Architecture Skills</a:t>
          </a:r>
          <a:endParaRPr lang="en-IN" sz="18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1797B458-0513-4613-9C3E-CBBF3A54C0D0}" type="parTrans" cxnId="{30AE6887-C30E-4C98-A0CD-B131A0703F0C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4B717FC0-5A34-4121-A39E-7C4B0971416C}" type="sibTrans" cxnId="{30AE6887-C30E-4C98-A0CD-B131A0703F0C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36794E0A-DF82-490A-9695-86D4FA6A10F9}">
      <dgm:prSet custT="1"/>
      <dgm:spPr>
        <a:xfrm>
          <a:off x="10197185" y="1006937"/>
          <a:ext cx="1392552" cy="1342582"/>
        </a:xfr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sz="1700" dirty="0">
              <a:latin typeface="Aptos" panose="020B0004020202020204" pitchFamily="34" charset="0"/>
            </a:rPr>
            <a:t>Develop Enterprise Applications</a:t>
          </a:r>
          <a:endParaRPr lang="en-IN" sz="17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A609B3FA-7447-47DB-98C6-414A1BBCE1EE}" type="parTrans" cxnId="{1D92C499-047F-40AA-8DFC-5797919CBB4C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B1B1220F-9CC1-468F-BE0E-4C811BB136F4}" type="sibTrans" cxnId="{1D92C499-047F-40AA-8DFC-5797919CBB4C}">
      <dgm:prSet/>
      <dgm:spPr/>
      <dgm:t>
        <a:bodyPr/>
        <a:lstStyle/>
        <a:p>
          <a:endParaRPr lang="en-IN">
            <a:latin typeface="Aptos" panose="020B0004020202020204" pitchFamily="34" charset="0"/>
          </a:endParaRPr>
        </a:p>
      </dgm:t>
    </dgm:pt>
    <dgm:pt modelId="{504BCD21-32A0-4733-ABEB-B652DF0D7ACC}" type="pres">
      <dgm:prSet presAssocID="{FD1FE7D6-CB0C-461E-A13C-665F89E6320E}" presName="CompostProcess" presStyleCnt="0">
        <dgm:presLayoutVars>
          <dgm:dir/>
          <dgm:resizeHandles val="exact"/>
        </dgm:presLayoutVars>
      </dgm:prSet>
      <dgm:spPr/>
    </dgm:pt>
    <dgm:pt modelId="{275FC51B-DD9A-4842-9AC2-4178247041BC}" type="pres">
      <dgm:prSet presAssocID="{FD1FE7D6-CB0C-461E-A13C-665F89E6320E}" presName="arrow" presStyleLbl="bgShp" presStyleIdx="0" presStyleCnt="1"/>
      <dgm:spPr>
        <a:xfrm>
          <a:off x="869496" y="0"/>
          <a:ext cx="9854292" cy="3356457"/>
        </a:xfrm>
        <a:prstGeom prst="rightArrow">
          <a:avLst/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59865317-D5A7-4931-9755-03AB22D886CD}" type="pres">
      <dgm:prSet presAssocID="{FD1FE7D6-CB0C-461E-A13C-665F89E6320E}" presName="linearProcess" presStyleCnt="0"/>
      <dgm:spPr/>
    </dgm:pt>
    <dgm:pt modelId="{6E060969-3F86-4423-8E14-3CEB7AF17A18}" type="pres">
      <dgm:prSet presAssocID="{5DB47EB6-BD9B-4BB3-9CA7-EB2798AE0EB3}" presName="textNode" presStyleLbl="node1" presStyleIdx="0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6BA17A7D-38C0-4173-A27F-67C359F4DDAA}" type="pres">
      <dgm:prSet presAssocID="{693B30D4-B37D-47A5-8474-278A1FB7E282}" presName="sibTrans" presStyleCnt="0"/>
      <dgm:spPr/>
    </dgm:pt>
    <dgm:pt modelId="{10FAED7A-A716-44BC-B577-F3B04D1F51A8}" type="pres">
      <dgm:prSet presAssocID="{9414947A-30D6-4619-8518-1FDC1538A697}" presName="textNode" presStyleLbl="node1" presStyleIdx="1" presStyleCnt="7" custScaleX="120371">
        <dgm:presLayoutVars>
          <dgm:bulletEnabled val="1"/>
        </dgm:presLayoutVars>
      </dgm:prSet>
      <dgm:spPr>
        <a:prstGeom prst="roundRect">
          <a:avLst/>
        </a:prstGeom>
      </dgm:spPr>
    </dgm:pt>
    <dgm:pt modelId="{963DCDC3-57E6-471D-955F-513B73C391BD}" type="pres">
      <dgm:prSet presAssocID="{73E1AAA8-B3DF-40D4-B113-4C45C281F87D}" presName="sibTrans" presStyleCnt="0"/>
      <dgm:spPr/>
    </dgm:pt>
    <dgm:pt modelId="{542BEB80-F6BE-47FE-8343-87F8D5CAE8F6}" type="pres">
      <dgm:prSet presAssocID="{5FB0F777-6D2E-48B4-91D0-7D2F7289BBD7}" presName="textNode" presStyleLbl="node1" presStyleIdx="2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FF267A94-8EEE-456A-97DC-D6BD16E78DBC}" type="pres">
      <dgm:prSet presAssocID="{0754D994-28BE-4AD0-AD10-249E3378E04B}" presName="sibTrans" presStyleCnt="0"/>
      <dgm:spPr/>
    </dgm:pt>
    <dgm:pt modelId="{ABDDD249-C642-4866-972A-48C0942D0D5C}" type="pres">
      <dgm:prSet presAssocID="{8AB4716D-CA17-4A19-B4BA-B061B1E77BCF}" presName="textNode" presStyleLbl="node1" presStyleIdx="3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30688B1F-2DD5-4AFB-A86D-D7DD0856E7F8}" type="pres">
      <dgm:prSet presAssocID="{8EAC5E1C-4E31-476B-92B4-BAFCEA716EB5}" presName="sibTrans" presStyleCnt="0"/>
      <dgm:spPr/>
    </dgm:pt>
    <dgm:pt modelId="{CC72BF2C-2BBE-49F0-AFDC-30B4CB7DE7EB}" type="pres">
      <dgm:prSet presAssocID="{5974BD56-E1A9-4152-86B3-0E0D8613C43B}" presName="textNode" presStyleLbl="node1" presStyleIdx="4" presStyleCnt="7">
        <dgm:presLayoutVars>
          <dgm:bulletEnabled val="1"/>
        </dgm:presLayoutVars>
      </dgm:prSet>
      <dgm:spPr>
        <a:prstGeom prst="roundRect">
          <a:avLst/>
        </a:prstGeom>
      </dgm:spPr>
    </dgm:pt>
    <dgm:pt modelId="{925AA1FE-F163-4C47-B059-0C1B89F2FECD}" type="pres">
      <dgm:prSet presAssocID="{07B18C1B-3239-41E9-A731-AE6ADF97A4FC}" presName="sibTrans" presStyleCnt="0"/>
      <dgm:spPr/>
    </dgm:pt>
    <dgm:pt modelId="{03061D60-D3C7-4D11-A2A0-56AF835CA35C}" type="pres">
      <dgm:prSet presAssocID="{70916F62-4A78-4F91-96ED-E09EA560C3CE}" presName="textNode" presStyleLbl="node1" presStyleIdx="5" presStyleCnt="7" custScaleX="111640" custScaleY="104683">
        <dgm:presLayoutVars>
          <dgm:bulletEnabled val="1"/>
        </dgm:presLayoutVars>
      </dgm:prSet>
      <dgm:spPr>
        <a:prstGeom prst="roundRect">
          <a:avLst/>
        </a:prstGeom>
      </dgm:spPr>
    </dgm:pt>
    <dgm:pt modelId="{B1ECC52F-C8EB-432B-A858-87CC887A74D2}" type="pres">
      <dgm:prSet presAssocID="{4B717FC0-5A34-4121-A39E-7C4B0971416C}" presName="sibTrans" presStyleCnt="0"/>
      <dgm:spPr/>
    </dgm:pt>
    <dgm:pt modelId="{42001421-F1C6-4D3F-8103-B9A59A90AEEA}" type="pres">
      <dgm:prSet presAssocID="{36794E0A-DF82-490A-9695-86D4FA6A10F9}" presName="textNode" presStyleLbl="node1" presStyleIdx="6" presStyleCnt="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20E01921-F713-4116-B794-46FB8E34B400}" type="presOf" srcId="{5DB47EB6-BD9B-4BB3-9CA7-EB2798AE0EB3}" destId="{6E060969-3F86-4423-8E14-3CEB7AF17A18}" srcOrd="0" destOrd="0" presId="urn:microsoft.com/office/officeart/2005/8/layout/hProcess9"/>
    <dgm:cxn modelId="{FA92AC21-0C56-4885-9F9F-6E6DC5E0A2E6}" type="presOf" srcId="{70916F62-4A78-4F91-96ED-E09EA560C3CE}" destId="{03061D60-D3C7-4D11-A2A0-56AF835CA35C}" srcOrd="0" destOrd="0" presId="urn:microsoft.com/office/officeart/2005/8/layout/hProcess9"/>
    <dgm:cxn modelId="{3AA3182C-1DE2-4EED-A767-46C724E4AFEB}" srcId="{FD1FE7D6-CB0C-461E-A13C-665F89E6320E}" destId="{8AB4716D-CA17-4A19-B4BA-B061B1E77BCF}" srcOrd="3" destOrd="0" parTransId="{76DEB7A9-2636-4D56-B165-F107339F6588}" sibTransId="{8EAC5E1C-4E31-476B-92B4-BAFCEA716EB5}"/>
    <dgm:cxn modelId="{B4DA7633-0544-4E54-86AC-11D8D9CC44C8}" type="presOf" srcId="{8AB4716D-CA17-4A19-B4BA-B061B1E77BCF}" destId="{ABDDD249-C642-4866-972A-48C0942D0D5C}" srcOrd="0" destOrd="0" presId="urn:microsoft.com/office/officeart/2005/8/layout/hProcess9"/>
    <dgm:cxn modelId="{BA202644-DA4E-4DDD-AA2C-C82E362F6EFA}" srcId="{FD1FE7D6-CB0C-461E-A13C-665F89E6320E}" destId="{9414947A-30D6-4619-8518-1FDC1538A697}" srcOrd="1" destOrd="0" parTransId="{CC680D2B-FD87-41F1-9DFF-98C7744DDED8}" sibTransId="{73E1AAA8-B3DF-40D4-B113-4C45C281F87D}"/>
    <dgm:cxn modelId="{780B124F-5417-47BA-BC5C-92E055586F9E}" type="presOf" srcId="{5FB0F777-6D2E-48B4-91D0-7D2F7289BBD7}" destId="{542BEB80-F6BE-47FE-8343-87F8D5CAE8F6}" srcOrd="0" destOrd="0" presId="urn:microsoft.com/office/officeart/2005/8/layout/hProcess9"/>
    <dgm:cxn modelId="{D8E3D075-82C8-4298-A566-E09CA6554A1F}" type="presOf" srcId="{5974BD56-E1A9-4152-86B3-0E0D8613C43B}" destId="{CC72BF2C-2BBE-49F0-AFDC-30B4CB7DE7EB}" srcOrd="0" destOrd="0" presId="urn:microsoft.com/office/officeart/2005/8/layout/hProcess9"/>
    <dgm:cxn modelId="{4F37EE83-6F5C-4B01-BA62-1772D181115F}" srcId="{FD1FE7D6-CB0C-461E-A13C-665F89E6320E}" destId="{5FB0F777-6D2E-48B4-91D0-7D2F7289BBD7}" srcOrd="2" destOrd="0" parTransId="{5F68EC2E-CE1D-4A4E-90A5-22DEFCA3C363}" sibTransId="{0754D994-28BE-4AD0-AD10-249E3378E04B}"/>
    <dgm:cxn modelId="{BB978584-96F0-434A-91E6-9615CD2B5E9F}" srcId="{FD1FE7D6-CB0C-461E-A13C-665F89E6320E}" destId="{5DB47EB6-BD9B-4BB3-9CA7-EB2798AE0EB3}" srcOrd="0" destOrd="0" parTransId="{3FDF9B59-A9ED-4E70-B8B8-1D4AE04AA222}" sibTransId="{693B30D4-B37D-47A5-8474-278A1FB7E282}"/>
    <dgm:cxn modelId="{30AE6887-C30E-4C98-A0CD-B131A0703F0C}" srcId="{FD1FE7D6-CB0C-461E-A13C-665F89E6320E}" destId="{70916F62-4A78-4F91-96ED-E09EA560C3CE}" srcOrd="5" destOrd="0" parTransId="{1797B458-0513-4613-9C3E-CBBF3A54C0D0}" sibTransId="{4B717FC0-5A34-4121-A39E-7C4B0971416C}"/>
    <dgm:cxn modelId="{1D92C499-047F-40AA-8DFC-5797919CBB4C}" srcId="{FD1FE7D6-CB0C-461E-A13C-665F89E6320E}" destId="{36794E0A-DF82-490A-9695-86D4FA6A10F9}" srcOrd="6" destOrd="0" parTransId="{A609B3FA-7447-47DB-98C6-414A1BBCE1EE}" sibTransId="{B1B1220F-9CC1-468F-BE0E-4C811BB136F4}"/>
    <dgm:cxn modelId="{D10C90A1-EC22-4DB4-8BC3-DB858A8EAF8C}" type="presOf" srcId="{36794E0A-DF82-490A-9695-86D4FA6A10F9}" destId="{42001421-F1C6-4D3F-8103-B9A59A90AEEA}" srcOrd="0" destOrd="0" presId="urn:microsoft.com/office/officeart/2005/8/layout/hProcess9"/>
    <dgm:cxn modelId="{00B5B6BB-20BB-4970-8AA1-2AFC35DE02D7}" srcId="{FD1FE7D6-CB0C-461E-A13C-665F89E6320E}" destId="{5974BD56-E1A9-4152-86B3-0E0D8613C43B}" srcOrd="4" destOrd="0" parTransId="{5EAB8067-8FF0-4730-8014-C0E771360C93}" sibTransId="{07B18C1B-3239-41E9-A731-AE6ADF97A4FC}"/>
    <dgm:cxn modelId="{B58EE6D3-D163-4306-8B6D-33159A927281}" type="presOf" srcId="{9414947A-30D6-4619-8518-1FDC1538A697}" destId="{10FAED7A-A716-44BC-B577-F3B04D1F51A8}" srcOrd="0" destOrd="0" presId="urn:microsoft.com/office/officeart/2005/8/layout/hProcess9"/>
    <dgm:cxn modelId="{9E8233D5-29D2-4E71-9CE2-253DCCE96991}" type="presOf" srcId="{FD1FE7D6-CB0C-461E-A13C-665F89E6320E}" destId="{504BCD21-32A0-4733-ABEB-B652DF0D7ACC}" srcOrd="0" destOrd="0" presId="urn:microsoft.com/office/officeart/2005/8/layout/hProcess9"/>
    <dgm:cxn modelId="{C2423536-F8DB-485C-85CE-3B74DCC7F7DC}" type="presParOf" srcId="{504BCD21-32A0-4733-ABEB-B652DF0D7ACC}" destId="{275FC51B-DD9A-4842-9AC2-4178247041BC}" srcOrd="0" destOrd="0" presId="urn:microsoft.com/office/officeart/2005/8/layout/hProcess9"/>
    <dgm:cxn modelId="{D9105A32-14F4-46E7-AB38-486761BD7211}" type="presParOf" srcId="{504BCD21-32A0-4733-ABEB-B652DF0D7ACC}" destId="{59865317-D5A7-4931-9755-03AB22D886CD}" srcOrd="1" destOrd="0" presId="urn:microsoft.com/office/officeart/2005/8/layout/hProcess9"/>
    <dgm:cxn modelId="{B80E7898-7574-4B81-9056-E4E822A6885B}" type="presParOf" srcId="{59865317-D5A7-4931-9755-03AB22D886CD}" destId="{6E060969-3F86-4423-8E14-3CEB7AF17A18}" srcOrd="0" destOrd="0" presId="urn:microsoft.com/office/officeart/2005/8/layout/hProcess9"/>
    <dgm:cxn modelId="{DCE96D0E-DE1E-4F49-A5A7-D1BADD1F8E7F}" type="presParOf" srcId="{59865317-D5A7-4931-9755-03AB22D886CD}" destId="{6BA17A7D-38C0-4173-A27F-67C359F4DDAA}" srcOrd="1" destOrd="0" presId="urn:microsoft.com/office/officeart/2005/8/layout/hProcess9"/>
    <dgm:cxn modelId="{C3257370-539E-49BA-8C11-447A86161434}" type="presParOf" srcId="{59865317-D5A7-4931-9755-03AB22D886CD}" destId="{10FAED7A-A716-44BC-B577-F3B04D1F51A8}" srcOrd="2" destOrd="0" presId="urn:microsoft.com/office/officeart/2005/8/layout/hProcess9"/>
    <dgm:cxn modelId="{6771E80E-FAC6-4441-9995-A12981FB8042}" type="presParOf" srcId="{59865317-D5A7-4931-9755-03AB22D886CD}" destId="{963DCDC3-57E6-471D-955F-513B73C391BD}" srcOrd="3" destOrd="0" presId="urn:microsoft.com/office/officeart/2005/8/layout/hProcess9"/>
    <dgm:cxn modelId="{DD0E975B-0333-4B11-BD62-8DE0C7DB31AC}" type="presParOf" srcId="{59865317-D5A7-4931-9755-03AB22D886CD}" destId="{542BEB80-F6BE-47FE-8343-87F8D5CAE8F6}" srcOrd="4" destOrd="0" presId="urn:microsoft.com/office/officeart/2005/8/layout/hProcess9"/>
    <dgm:cxn modelId="{1CEBC77D-91F4-4340-86A5-8D2CA477EE12}" type="presParOf" srcId="{59865317-D5A7-4931-9755-03AB22D886CD}" destId="{FF267A94-8EEE-456A-97DC-D6BD16E78DBC}" srcOrd="5" destOrd="0" presId="urn:microsoft.com/office/officeart/2005/8/layout/hProcess9"/>
    <dgm:cxn modelId="{2A4C2CF1-6594-4898-84F6-0DEA79E6DF4A}" type="presParOf" srcId="{59865317-D5A7-4931-9755-03AB22D886CD}" destId="{ABDDD249-C642-4866-972A-48C0942D0D5C}" srcOrd="6" destOrd="0" presId="urn:microsoft.com/office/officeart/2005/8/layout/hProcess9"/>
    <dgm:cxn modelId="{3982A988-B6CA-4E80-8786-E421A7ACAB95}" type="presParOf" srcId="{59865317-D5A7-4931-9755-03AB22D886CD}" destId="{30688B1F-2DD5-4AFB-A86D-D7DD0856E7F8}" srcOrd="7" destOrd="0" presId="urn:microsoft.com/office/officeart/2005/8/layout/hProcess9"/>
    <dgm:cxn modelId="{78920F5A-2D7A-4AAA-AA0F-3D722BDFA159}" type="presParOf" srcId="{59865317-D5A7-4931-9755-03AB22D886CD}" destId="{CC72BF2C-2BBE-49F0-AFDC-30B4CB7DE7EB}" srcOrd="8" destOrd="0" presId="urn:microsoft.com/office/officeart/2005/8/layout/hProcess9"/>
    <dgm:cxn modelId="{435ACEF6-434E-483B-89FD-A677DD5DF917}" type="presParOf" srcId="{59865317-D5A7-4931-9755-03AB22D886CD}" destId="{925AA1FE-F163-4C47-B059-0C1B89F2FECD}" srcOrd="9" destOrd="0" presId="urn:microsoft.com/office/officeart/2005/8/layout/hProcess9"/>
    <dgm:cxn modelId="{38C6231E-5E10-401F-AE78-3D8AF54D8010}" type="presParOf" srcId="{59865317-D5A7-4931-9755-03AB22D886CD}" destId="{03061D60-D3C7-4D11-A2A0-56AF835CA35C}" srcOrd="10" destOrd="0" presId="urn:microsoft.com/office/officeart/2005/8/layout/hProcess9"/>
    <dgm:cxn modelId="{E0189DBA-5F24-4FB2-8DCB-D0E8E0BE7897}" type="presParOf" srcId="{59865317-D5A7-4931-9755-03AB22D886CD}" destId="{B1ECC52F-C8EB-432B-A858-87CC887A74D2}" srcOrd="11" destOrd="0" presId="urn:microsoft.com/office/officeart/2005/8/layout/hProcess9"/>
    <dgm:cxn modelId="{A9EA172A-22D4-42D1-84EC-A55AE4CE88D7}" type="presParOf" srcId="{59865317-D5A7-4931-9755-03AB22D886CD}" destId="{42001421-F1C6-4D3F-8103-B9A59A90AEEA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FC51B-DD9A-4842-9AC2-4178247041BC}">
      <dsp:nvSpPr>
        <dsp:cNvPr id="0" name=""/>
        <dsp:cNvSpPr/>
      </dsp:nvSpPr>
      <dsp:spPr>
        <a:xfrm>
          <a:off x="897555" y="0"/>
          <a:ext cx="10172300" cy="3495107"/>
        </a:xfrm>
        <a:prstGeom prst="rightArrow">
          <a:avLst/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60969-3F86-4423-8E14-3CEB7AF17A18}">
      <dsp:nvSpPr>
        <dsp:cNvPr id="0" name=""/>
        <dsp:cNvSpPr/>
      </dsp:nvSpPr>
      <dsp:spPr>
        <a:xfrm>
          <a:off x="3660" y="1048532"/>
          <a:ext cx="1437491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Understand OOP &amp; SOLID Principles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71907" y="1116779"/>
        <a:ext cx="1300997" cy="1261548"/>
      </dsp:txXfrm>
    </dsp:sp>
    <dsp:sp modelId="{10FAED7A-A716-44BC-B577-F3B04D1F51A8}">
      <dsp:nvSpPr>
        <dsp:cNvPr id="0" name=""/>
        <dsp:cNvSpPr/>
      </dsp:nvSpPr>
      <dsp:spPr>
        <a:xfrm>
          <a:off x="1680734" y="1048532"/>
          <a:ext cx="1730323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Analyse Design Problems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1748981" y="1116779"/>
        <a:ext cx="1593829" cy="1261548"/>
      </dsp:txXfrm>
    </dsp:sp>
    <dsp:sp modelId="{542BEB80-F6BE-47FE-8343-87F8D5CAE8F6}">
      <dsp:nvSpPr>
        <dsp:cNvPr id="0" name=""/>
        <dsp:cNvSpPr/>
      </dsp:nvSpPr>
      <dsp:spPr>
        <a:xfrm>
          <a:off x="3650639" y="1048532"/>
          <a:ext cx="1437491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Learn GoF Patterns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3718886" y="1116779"/>
        <a:ext cx="1300997" cy="1261548"/>
      </dsp:txXfrm>
    </dsp:sp>
    <dsp:sp modelId="{ABDDD249-C642-4866-972A-48C0942D0D5C}">
      <dsp:nvSpPr>
        <dsp:cNvPr id="0" name=""/>
        <dsp:cNvSpPr/>
      </dsp:nvSpPr>
      <dsp:spPr>
        <a:xfrm>
          <a:off x="5327713" y="1048532"/>
          <a:ext cx="1437491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Apply Reusable Designs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5395960" y="1116779"/>
        <a:ext cx="1300997" cy="1261548"/>
      </dsp:txXfrm>
    </dsp:sp>
    <dsp:sp modelId="{CC72BF2C-2BBE-49F0-AFDC-30B4CB7DE7EB}">
      <dsp:nvSpPr>
        <dsp:cNvPr id="0" name=""/>
        <dsp:cNvSpPr/>
      </dsp:nvSpPr>
      <dsp:spPr>
        <a:xfrm>
          <a:off x="7004787" y="1048532"/>
          <a:ext cx="1437491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Build Scalable Software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7073034" y="1116779"/>
        <a:ext cx="1300997" cy="1261548"/>
      </dsp:txXfrm>
    </dsp:sp>
    <dsp:sp modelId="{03061D60-D3C7-4D11-A2A0-56AF835CA35C}">
      <dsp:nvSpPr>
        <dsp:cNvPr id="0" name=""/>
        <dsp:cNvSpPr/>
      </dsp:nvSpPr>
      <dsp:spPr>
        <a:xfrm>
          <a:off x="8681861" y="1015796"/>
          <a:ext cx="1604815" cy="1463513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ptos" panose="020B0004020202020204" pitchFamily="34" charset="0"/>
            </a:rPr>
            <a:t>Improve Architecture Skills</a:t>
          </a:r>
          <a:endParaRPr lang="en-IN" sz="18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8753304" y="1087239"/>
        <a:ext cx="1461929" cy="1320627"/>
      </dsp:txXfrm>
    </dsp:sp>
    <dsp:sp modelId="{42001421-F1C6-4D3F-8103-B9A59A90AEEA}">
      <dsp:nvSpPr>
        <dsp:cNvPr id="0" name=""/>
        <dsp:cNvSpPr/>
      </dsp:nvSpPr>
      <dsp:spPr>
        <a:xfrm>
          <a:off x="10526259" y="1048532"/>
          <a:ext cx="1437491" cy="1398042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Aptos" panose="020B0004020202020204" pitchFamily="34" charset="0"/>
            </a:rPr>
            <a:t>Develop Enterprise Applications</a:t>
          </a:r>
          <a:endParaRPr lang="en-IN" sz="17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10594506" y="1116779"/>
        <a:ext cx="1300997" cy="1261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519451-92E1-8F5D-8603-737A6F085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F9C2A4-404B-93DD-5E54-D4D993DCF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DA136-ADEB-427B-B050-C6491F9578E1}" type="datetime1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793B8-9736-CAB1-68DF-C1FDF9F43F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E0339-246A-F428-B187-3EC86AC392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E6722-CA5E-4C4A-96FD-B61D2CF203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31549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760AE-5EC4-48BB-A919-CCC021B98757}" type="datetime1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D1B3-69F9-440A-84F8-031A3A969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43769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FD1B3-69F9-440A-84F8-031A3A969ED4}" type="slidenum">
              <a:rPr lang="en-IN" smtClean="0"/>
              <a:t>6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8BB07-560D-6069-64EA-36C2ABA9576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FAAF9A7-409E-4024-B7A2-DADF365024E7}" type="datetime1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F405D-0B91-462A-A3AD-E59F5DF93F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79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277E-A82D-F1C3-741A-90EBBBD18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D46A7-1264-EBCA-F624-EFA50351E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40EB5-0C47-20CE-F0C0-E01721B75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9B79B-4BEC-BE94-D945-1D236349E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FD1B3-69F9-440A-84F8-031A3A969ED4}" type="slidenum">
              <a:rPr lang="en-IN" smtClean="0"/>
              <a:t>7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0BF5F-37E1-C39E-3EE9-F6ACCB5EA5E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CE54883-2F61-4516-A0B6-920006228E84}" type="datetime1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62504-EC3F-28FD-05AC-D3E1856946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00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8B22-E460-ACD1-4E3F-13EA884F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94945-454B-CE4B-F717-8DE727985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09A6F-60CF-8295-F614-87C7AFFC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3E790-980A-4E15-6B1E-A2836FB86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FD1B3-69F9-440A-84F8-031A3A969ED4}" type="slidenum">
              <a:rPr lang="en-IN" smtClean="0"/>
              <a:t>8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3D1D3-F806-9E46-38D4-EFD347FC9ED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CE54883-2F61-4516-A0B6-920006228E84}" type="datetime1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F4D7B-A285-B62A-870E-F85F8BCD8D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5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87C6-B300-49C4-F0A7-53F523A6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136AD-DBF5-47EF-9A8D-4E1E7F180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5BEB4-7E9F-CDA9-B73E-1D3560F11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36CE-D442-B8FC-E788-09921E962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FD1B3-69F9-440A-84F8-031A3A969ED4}" type="slidenum">
              <a:rPr lang="en-IN" smtClean="0"/>
              <a:t>10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1C753-84B8-22F5-E87A-E02A05DFEC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CE54883-2F61-4516-A0B6-920006228E84}" type="datetime1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9382-A86B-2F00-E6A8-471EA1A0E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84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36E76-4F84-4145-09FC-FAC19A3C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38778-51A4-12F9-D25D-20D4DA753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826E2-C78F-CA3D-44D8-45660D060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C4347-A6F8-F88A-702B-F4A03FE11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FD1B3-69F9-440A-84F8-031A3A969ED4}" type="slidenum">
              <a:rPr lang="en-IN" smtClean="0"/>
              <a:t>11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8D080-4FC3-9DD4-A32D-AB9C7072D4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CE54883-2F61-4516-A0B6-920006228E84}" type="datetime1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22797-BC61-9189-3CFD-72DF571CE2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99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ABB2F-E037-4FCF-91B5-95DD235C64FD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410B-A572-4692-B46B-719E2D23BB7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3E8E9-A53C-4063-A665-6B062812B020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58B2F-2561-4E55-83E4-F66ECCFF24D7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B293-A043-4659-BBF8-9412D2105B21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ACEA1-2AC7-44C7-9037-4296833EF179}" type="datetime1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493A3-8F76-4D84-A10F-E25C588836AF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C2D8-A186-4A68-8074-9371105E236A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C77E-8640-40EF-9D04-15E07BF43AB6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C063-EEAC-4BC9-9C99-BCC3EAFE0742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181E6-5145-461F-92DF-04A9A0D785AF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swathymohan@am.amrita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aswat\OneDrive%20-%20Amrita%20university\Aswathy\23CSE455_DP\Journey_of_an_S7_CSE_AIE_AIDS_Student.html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0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9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20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2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20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19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20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20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20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image" Target="../media/image20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5.xml"/><Relationship Id="rId7" Type="http://schemas.openxmlformats.org/officeDocument/2006/relationships/image" Target="../media/image20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8.xml"/><Relationship Id="rId7" Type="http://schemas.openxmlformats.org/officeDocument/2006/relationships/image" Target="../media/image20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31.xml"/><Relationship Id="rId7" Type="http://schemas.openxmlformats.org/officeDocument/2006/relationships/image" Target="../media/image20.sv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3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21400-E73B-197E-58E6-BB79DCD9A4FA}"/>
              </a:ext>
            </a:extLst>
          </p:cNvPr>
          <p:cNvSpPr txBox="1"/>
          <p:nvPr/>
        </p:nvSpPr>
        <p:spPr>
          <a:xfrm>
            <a:off x="1033035" y="1750492"/>
            <a:ext cx="10372383" cy="129266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" panose="020B0004020202020204" pitchFamily="34" charset="0"/>
              </a:rPr>
              <a:t>23CSE498- DESIGN PATTERNS (DP) </a:t>
            </a:r>
          </a:p>
          <a:p>
            <a:pPr algn="ctr"/>
            <a:r>
              <a:rPr lang="en-IN" sz="3000" dirty="0">
                <a:solidFill>
                  <a:schemeClr val="bg1"/>
                </a:solidFill>
                <a:latin typeface="Aptos" panose="020B0004020202020204" pitchFamily="34" charset="0"/>
              </a:rPr>
              <a:t>June 2026 – November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9A6B2-46FB-47DA-0C80-E13E9848B95C}"/>
              </a:ext>
            </a:extLst>
          </p:cNvPr>
          <p:cNvSpPr txBox="1"/>
          <p:nvPr/>
        </p:nvSpPr>
        <p:spPr>
          <a:xfrm>
            <a:off x="432619" y="3782964"/>
            <a:ext cx="11174361" cy="89255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ptos" panose="020B0004020202020204" pitchFamily="34" charset="0"/>
              </a:rPr>
              <a:t>Faculty Names  :  Dr. Aswathy Mohan (CSE , AIE, AIDS, EAC)</a:t>
            </a:r>
          </a:p>
          <a:p>
            <a:pPr algn="ctr"/>
            <a:r>
              <a:rPr lang="en-IN" sz="2400" dirty="0">
                <a:latin typeface="Aptos" panose="020B0004020202020204" pitchFamily="34" charset="0"/>
                <a:hlinkClick r:id="rId2"/>
              </a:rPr>
              <a:t>aswathymohan@am.amrita.edu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611FE-7681-C0D0-1CDC-C12F80420047}"/>
              </a:ext>
            </a:extLst>
          </p:cNvPr>
          <p:cNvSpPr/>
          <p:nvPr/>
        </p:nvSpPr>
        <p:spPr>
          <a:xfrm>
            <a:off x="0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ACD47-B57D-1F87-53E2-F7DA018B0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338" y="0"/>
            <a:ext cx="3983670" cy="14900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6155D9-B853-3F02-9F2B-6CB6469996A2}"/>
              </a:ext>
            </a:extLst>
          </p:cNvPr>
          <p:cNvSpPr/>
          <p:nvPr/>
        </p:nvSpPr>
        <p:spPr>
          <a:xfrm>
            <a:off x="8616633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1CA082-F7BE-1D64-0E0D-C47FE5560247}"/>
              </a:ext>
            </a:extLst>
          </p:cNvPr>
          <p:cNvCxnSpPr/>
          <p:nvPr/>
        </p:nvCxnSpPr>
        <p:spPr>
          <a:xfrm>
            <a:off x="58995" y="1401527"/>
            <a:ext cx="12064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7A5AEA-BB50-2DDE-4967-C7C9DE2138FC}"/>
              </a:ext>
            </a:extLst>
          </p:cNvPr>
          <p:cNvSpPr/>
          <p:nvPr/>
        </p:nvSpPr>
        <p:spPr>
          <a:xfrm>
            <a:off x="305" y="6490539"/>
            <a:ext cx="12191695" cy="2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51254"/>
                </a:solidFill>
              </a:defRPr>
            </a:pPr>
            <a:r>
              <a:rPr lang="en-IN" sz="1600" dirty="0"/>
              <a:t>School of Computing, Amrita Vishwa Vidyapeetham, Amritapuri Campus</a:t>
            </a:r>
            <a:endParaRPr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C20B7-C255-7BA6-9775-2F825787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72AF-E676-498B-9B55-5A55C1DAD1DE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52612D-C0A9-AA65-7F06-98ECB837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3235" y="6307976"/>
            <a:ext cx="2133600" cy="365125"/>
          </a:xfrm>
          <a:solidFill>
            <a:schemeClr val="bg1"/>
          </a:solidFill>
        </p:spPr>
        <p:txBody>
          <a:bodyPr/>
          <a:lstStyle/>
          <a:p>
            <a:fld id="{C1FF6DA9-008F-8B48-92A6-B652298478BF}" type="slidenum">
              <a:rPr lang="en-US" sz="1600" smtClean="0">
                <a:solidFill>
                  <a:schemeClr val="tx1"/>
                </a:solidFill>
              </a:rPr>
              <a:t>1</a:t>
            </a:fld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4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2F7CD-ADE5-2CD5-1B29-FA96A2793DF6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1DB4D-42AB-BFB4-EDCC-DAB3F2523207}"/>
              </a:ext>
            </a:extLst>
          </p:cNvPr>
          <p:cNvSpPr txBox="1"/>
          <p:nvPr/>
        </p:nvSpPr>
        <p:spPr>
          <a:xfrm>
            <a:off x="521111" y="1081549"/>
            <a:ext cx="4719483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1:</a:t>
            </a:r>
          </a:p>
          <a:p>
            <a:r>
              <a:rPr lang="en-US" dirty="0">
                <a:latin typeface="Aptos" panose="020B0004020202020204" pitchFamily="34" charset="0"/>
              </a:rPr>
              <a:t>Introduction to Design Patterns: </a:t>
            </a:r>
          </a:p>
          <a:p>
            <a:r>
              <a:rPr lang="en-US" dirty="0">
                <a:latin typeface="Aptos" panose="020B0004020202020204" pitchFamily="34" charset="0"/>
              </a:rPr>
              <a:t>Significance – Software Design and patterns – Model – View - Controller.  Describing Design Patterns, The Catalogue of Design Patterns, Organizing The Cato log, How Design Patterns solve Design Problems, How to Select a Design pattern, How to Use a Design Pattern.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D6B49-CF6B-5B21-2CFA-DF7CAB7212B4}"/>
              </a:ext>
            </a:extLst>
          </p:cNvPr>
          <p:cNvSpPr txBox="1"/>
          <p:nvPr/>
        </p:nvSpPr>
        <p:spPr>
          <a:xfrm>
            <a:off x="5869860" y="1081549"/>
            <a:ext cx="514227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2:</a:t>
            </a:r>
          </a:p>
          <a:p>
            <a:r>
              <a:rPr lang="en-IN" dirty="0">
                <a:latin typeface="Aptos" panose="020B0004020202020204" pitchFamily="34" charset="0"/>
              </a:rPr>
              <a:t>Observer Pattern - Decorator Pattern - Factory Pattern - Singleton Pattern - Command Pattern - Adapter and Facade Patterns - </a:t>
            </a:r>
            <a:r>
              <a:rPr lang="en-US" dirty="0">
                <a:latin typeface="Aptos" panose="020B0004020202020204" pitchFamily="34" charset="0"/>
              </a:rPr>
              <a:t>Template Method Pattern - Iterator and Composite Patterns – The State Pattern – The Proxy Pattern – Compound Patterns.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987A-C1CF-CC7C-829B-05858D18179C}"/>
              </a:ext>
            </a:extLst>
          </p:cNvPr>
          <p:cNvSpPr txBox="1"/>
          <p:nvPr/>
        </p:nvSpPr>
        <p:spPr>
          <a:xfrm>
            <a:off x="3092246" y="3824750"/>
            <a:ext cx="5402825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3:</a:t>
            </a:r>
          </a:p>
          <a:p>
            <a:r>
              <a:rPr lang="en-US" dirty="0">
                <a:latin typeface="Aptos" panose="020B0004020202020204" pitchFamily="34" charset="0"/>
              </a:rPr>
              <a:t>GRASP Patterns and Anti-patterns, Overview of concurrency patterns. Case Study: Use of patterns in the Design of a Modern Web Framework, Design patterns in agile and iterative development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4FD6-E3B1-08D3-34CC-68D8C8AA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E3B8-1E94-47E7-9F99-1A3ECACCE0E1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DDCFD-9AEA-5102-D30B-CE875384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2AB674-E51F-3EA1-30D5-EE9D65218038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Textbook &amp;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B7B3C-38B7-3E9C-3F8E-03E294A5B8E7}"/>
              </a:ext>
            </a:extLst>
          </p:cNvPr>
          <p:cNvSpPr txBox="1"/>
          <p:nvPr/>
        </p:nvSpPr>
        <p:spPr>
          <a:xfrm>
            <a:off x="983226" y="1268254"/>
            <a:ext cx="10599174" cy="4509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Textbook(s)</a:t>
            </a:r>
            <a:r>
              <a:rPr lang="en-US" sz="24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Erich Gamma, Richard Helm, Ralph Johnson and John M. Vlissides, “</a:t>
            </a:r>
            <a:r>
              <a:rPr lang="en-US" sz="2400" b="1" dirty="0">
                <a:solidFill>
                  <a:srgbClr val="0000FF"/>
                </a:solidFill>
                <a:latin typeface="Aptos" panose="020B0004020202020204" pitchFamily="34" charset="0"/>
              </a:rPr>
              <a:t>Design Patterns: Elements of Reusable Object Oriented Software</a:t>
            </a:r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”, Second Edition, Addison Wesley, 2000</a:t>
            </a:r>
            <a:r>
              <a:rPr lang="en-US" sz="24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solidFill>
                <a:srgbClr val="0000FF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96000"/>
              </a:lnSpc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Reference(s)</a:t>
            </a:r>
            <a:endParaRPr lang="en-IN" sz="2400" b="1" dirty="0"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James W. Cooper, </a:t>
            </a:r>
            <a:r>
              <a:rPr lang="en-IN" sz="2400" b="1" dirty="0">
                <a:latin typeface="Aptos" panose="020B0004020202020204" pitchFamily="34" charset="0"/>
              </a:rPr>
              <a:t>Java Design Patterns: A Tutorial</a:t>
            </a:r>
            <a:r>
              <a:rPr lang="en-IN" sz="2400" dirty="0">
                <a:latin typeface="Aptos" panose="020B0004020202020204" pitchFamily="34" charset="0"/>
              </a:rPr>
              <a:t>, Second Edition, Pearson Education, 2003.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Erich Freeman, Elisabeth Robson, Bert Bates and Kathy Sierra, </a:t>
            </a:r>
            <a:r>
              <a:rPr lang="en-US" sz="2400" b="1" dirty="0">
                <a:latin typeface="Aptos" panose="020B0004020202020204" pitchFamily="34" charset="0"/>
              </a:rPr>
              <a:t>Head First Design Patterns</a:t>
            </a:r>
            <a:r>
              <a:rPr lang="en-US" sz="2400" dirty="0">
                <a:latin typeface="Aptos" panose="020B0004020202020204" pitchFamily="34" charset="0"/>
              </a:rPr>
              <a:t>, O’Reilly Media Inc., October 2004.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Mark Grand, </a:t>
            </a:r>
            <a:r>
              <a:rPr lang="en-US" sz="2400" b="1" dirty="0">
                <a:latin typeface="Aptos" panose="020B0004020202020204" pitchFamily="34" charset="0"/>
              </a:rPr>
              <a:t>Patterns in Java – A Catalog of Reusable Patterns Illustrated with UML</a:t>
            </a:r>
            <a:r>
              <a:rPr lang="en-US" sz="2400" dirty="0">
                <a:latin typeface="Aptos" panose="020B0004020202020204" pitchFamily="34" charset="0"/>
              </a:rPr>
              <a:t>, Wiley – </a:t>
            </a:r>
            <a:r>
              <a:rPr lang="en-US" sz="2400" dirty="0" err="1">
                <a:latin typeface="Aptos" panose="020B0004020202020204" pitchFamily="34" charset="0"/>
              </a:rPr>
              <a:t>Dreamtech</a:t>
            </a:r>
            <a:r>
              <a:rPr lang="en-US" sz="2400" dirty="0">
                <a:latin typeface="Aptos" panose="020B0004020202020204" pitchFamily="34" charset="0"/>
              </a:rPr>
              <a:t> India, 2002.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B66EC-7F5F-219E-2DF6-8873308F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59C3-3096-495C-8F92-1DCA59DBBBC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495B-2148-9211-9E99-73F02757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8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A4997-38B3-28FB-5217-509A52D72E4F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Evaluation Policy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D7BC0-0115-C540-B91A-C5452366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B3FB-5ED1-4B23-9AAC-33BC6E822AD4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ECF04-5C7F-D42A-1676-0665F9E8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D436C1-614B-B761-C244-A4241A47D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33501"/>
              </p:ext>
            </p:extLst>
          </p:nvPr>
        </p:nvGraphicFramePr>
        <p:xfrm>
          <a:off x="775252" y="894522"/>
          <a:ext cx="10242368" cy="57084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0515">
                  <a:extLst>
                    <a:ext uri="{9D8B030D-6E8A-4147-A177-3AD203B41FA5}">
                      <a16:colId xmlns:a16="http://schemas.microsoft.com/office/drawing/2014/main" val="3762181850"/>
                    </a:ext>
                  </a:extLst>
                </a:gridCol>
                <a:gridCol w="2664136">
                  <a:extLst>
                    <a:ext uri="{9D8B030D-6E8A-4147-A177-3AD203B41FA5}">
                      <a16:colId xmlns:a16="http://schemas.microsoft.com/office/drawing/2014/main" val="333612560"/>
                    </a:ext>
                  </a:extLst>
                </a:gridCol>
                <a:gridCol w="4070554">
                  <a:extLst>
                    <a:ext uri="{9D8B030D-6E8A-4147-A177-3AD203B41FA5}">
                      <a16:colId xmlns:a16="http://schemas.microsoft.com/office/drawing/2014/main" val="1744622787"/>
                    </a:ext>
                  </a:extLst>
                </a:gridCol>
                <a:gridCol w="491614">
                  <a:extLst>
                    <a:ext uri="{9D8B030D-6E8A-4147-A177-3AD203B41FA5}">
                      <a16:colId xmlns:a16="http://schemas.microsoft.com/office/drawing/2014/main" val="1514990382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470980521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770354749"/>
                    </a:ext>
                  </a:extLst>
                </a:gridCol>
              </a:tblGrid>
              <a:tr h="6992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Sl. No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Assessment Component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Sub-Component Details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Marks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Weightage (%)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Tentative Evaluation Time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43694813"/>
                  </a:ext>
                </a:extLst>
              </a:tr>
              <a:tr h="5005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 Term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Units 1 and 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Mid-Semester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4014859151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Theory (CAT1)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Quiz 1 – Design Pattern Concepts/ Interim exam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8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3935772392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Lab (CAL)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1 - AI Assisted Design Patterns in Modern Web Frameworks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5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786219531"/>
                  </a:ext>
                </a:extLst>
              </a:tr>
              <a:tr h="895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2 - AI Assisted Design Patterns in Agile and Iterative Development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7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209357441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3 - Cross-Language Pattern Analysis using LLM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9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121562171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 Viva Voce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Week 11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3945731342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Semester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Complete Syllabus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of 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202691581"/>
                  </a:ext>
                </a:extLst>
              </a:tr>
              <a:tr h="2439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Total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755960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12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 action="ppaction://hlinkfile"/>
            <a:extLst>
              <a:ext uri="{FF2B5EF4-FFF2-40B4-BE49-F238E27FC236}">
                <a16:creationId xmlns:a16="http://schemas.microsoft.com/office/drawing/2014/main" id="{66332AE7-27B1-D454-349B-8266EE7ACF5F}"/>
              </a:ext>
            </a:extLst>
          </p:cNvPr>
          <p:cNvSpPr txBox="1"/>
          <p:nvPr/>
        </p:nvSpPr>
        <p:spPr>
          <a:xfrm>
            <a:off x="1061885" y="2251588"/>
            <a:ext cx="10038735" cy="170816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002060"/>
                </a:solidFill>
                <a:hlinkClick r:id="rId2" action="ppaction://hlinkfile"/>
              </a:rPr>
              <a:t>file:///C:/Users/aswat/OneDrive%20-%20Amrita%20university/Aswathy/23CSE455_DP/Journey_of_an_S7_CSE_AIE_AIDS_Student.html</a:t>
            </a:r>
            <a:endParaRPr lang="en-IN" sz="3500" dirty="0">
              <a:solidFill>
                <a:srgbClr val="00206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49E7F-C53B-B8F1-BD08-5E642170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F1984-B7D6-449F-8772-96299DE5AEC1}" type="datetime1">
              <a:rPr lang="en-US" smtClean="0"/>
              <a:t>7/30/2026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4EDCA-25F0-F1B0-34C8-38DC1916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6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CA7548-8C2E-31F6-AC47-D53FD4477A66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Is this course for you?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EDE5A4F-037D-C02A-D0B2-B270C8A65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800894"/>
              </p:ext>
            </p:extLst>
          </p:nvPr>
        </p:nvGraphicFramePr>
        <p:xfrm>
          <a:off x="224589" y="1058779"/>
          <a:ext cx="11967412" cy="3495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B3265-5126-F557-A847-296CF99A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72F7-DB5A-4363-A8FC-641184A11EF0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D45D42-D4E6-A3BA-D354-20737746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0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53EE-BEB8-1FFD-B8FC-1736F0FB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5E720B-7B69-AD72-2256-CCFDDBC4B1E4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Design Patterns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8AA4C-432A-5079-5493-5D9ADDDC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0248-AB57-46B4-85AA-003662975954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96FEEA-D776-C5D5-A84F-11D4E7F2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0CEA10D6-70FA-259E-6D30-FB7EE6F7E3DC}"/>
              </a:ext>
            </a:extLst>
          </p:cNvPr>
          <p:cNvSpPr txBox="1">
            <a:spLocks/>
          </p:cNvSpPr>
          <p:nvPr/>
        </p:nvSpPr>
        <p:spPr>
          <a:xfrm>
            <a:off x="455218" y="851276"/>
            <a:ext cx="11521280" cy="21670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Typical solutions</a:t>
            </a:r>
            <a:r>
              <a:rPr lang="en-US" dirty="0">
                <a:solidFill>
                  <a:srgbClr val="0000CC"/>
                </a:solidFill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to common problems</a:t>
            </a:r>
            <a:r>
              <a:rPr lang="en-US" dirty="0">
                <a:solidFill>
                  <a:srgbClr val="0000CC"/>
                </a:solidFill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in software design.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Aptos" panose="020B0004020202020204" pitchFamily="34" charset="0"/>
              </a:rPr>
              <a:t>Reusable</a:t>
            </a:r>
            <a:r>
              <a:rPr lang="en-US" dirty="0">
                <a:latin typeface="Aptos" panose="020B0004020202020204" pitchFamily="34" charset="0"/>
              </a:rPr>
              <a:t> solutions for </a:t>
            </a:r>
            <a:r>
              <a:rPr lang="en-US" dirty="0">
                <a:solidFill>
                  <a:srgbClr val="0000FF"/>
                </a:solidFill>
                <a:latin typeface="Aptos" panose="020B0004020202020204" pitchFamily="34" charset="0"/>
              </a:rPr>
              <a:t>recurrent</a:t>
            </a:r>
            <a:r>
              <a:rPr lang="en-US" dirty="0">
                <a:latin typeface="Aptos" panose="020B0004020202020204" pitchFamily="34" charset="0"/>
              </a:rPr>
              <a:t> problems.</a:t>
            </a:r>
          </a:p>
          <a:p>
            <a:r>
              <a:rPr lang="en-US" dirty="0">
                <a:latin typeface="Aptos" panose="020B0004020202020204" pitchFamily="34" charset="0"/>
              </a:rPr>
              <a:t>Gang-of-Four design patterns</a:t>
            </a:r>
            <a:endParaRPr lang="en-US" dirty="0">
              <a:solidFill>
                <a:srgbClr val="0000CC"/>
              </a:solidFill>
              <a:latin typeface="Aptos" panose="020B0004020202020204" pitchFamily="34" charset="0"/>
            </a:endParaRPr>
          </a:p>
          <a:p>
            <a:pPr lvl="1"/>
            <a:r>
              <a:rPr lang="en-US" dirty="0">
                <a:solidFill>
                  <a:srgbClr val="0000CC"/>
                </a:solidFill>
                <a:latin typeface="Aptos" panose="020B0004020202020204" pitchFamily="34" charset="0"/>
              </a:rPr>
              <a:t>23</a:t>
            </a:r>
            <a:r>
              <a:rPr lang="en-US" dirty="0">
                <a:latin typeface="Aptos" panose="020B0004020202020204" pitchFamily="34" charset="0"/>
              </a:rPr>
              <a:t> common software design patterns introduced in the book </a:t>
            </a:r>
            <a:r>
              <a:rPr lang="en-US" dirty="0">
                <a:solidFill>
                  <a:srgbClr val="0000CC"/>
                </a:solidFill>
                <a:latin typeface="Aptos" panose="020B0004020202020204" pitchFamily="34" charset="0"/>
              </a:rPr>
              <a:t>Design Patterns: </a:t>
            </a:r>
            <a:r>
              <a:rPr lang="en-US" dirty="0">
                <a:solidFill>
                  <a:srgbClr val="0000FF"/>
                </a:solidFill>
                <a:latin typeface="Aptos" panose="020B0004020202020204" pitchFamily="34" charset="0"/>
              </a:rPr>
              <a:t>Elements of Reusable Object-Oriented Software</a:t>
            </a:r>
            <a:endParaRPr lang="en-IN" dirty="0">
              <a:solidFill>
                <a:srgbClr val="0000FF"/>
              </a:solidFill>
              <a:latin typeface="Aptos" panose="020B0004020202020204" pitchFamily="34" charset="0"/>
            </a:endParaRPr>
          </a:p>
          <a:p>
            <a:pPr lvl="1"/>
            <a:endParaRPr lang="en-US" dirty="0"/>
          </a:p>
          <a:p>
            <a:pPr marL="457200" lvl="1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endParaRPr lang="en-IN" sz="2800" dirty="0"/>
          </a:p>
          <a:p>
            <a:pPr marL="0" indent="0">
              <a:buFont typeface="Arial"/>
              <a:buNone/>
            </a:pPr>
            <a:endParaRPr lang="en-IN" sz="2800" dirty="0"/>
          </a:p>
          <a:p>
            <a:pPr marL="0" indent="0">
              <a:buFont typeface="Arial"/>
              <a:buNone/>
            </a:pPr>
            <a:endParaRPr lang="en-IN" sz="2800" dirty="0"/>
          </a:p>
          <a:p>
            <a:pPr marL="0" indent="0">
              <a:buFont typeface="Arial"/>
              <a:buNone/>
            </a:pPr>
            <a:endParaRPr lang="en-IN" dirty="0"/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17A1876F-B2EF-E214-D369-BAF0E1F4A18A}"/>
              </a:ext>
            </a:extLst>
          </p:cNvPr>
          <p:cNvSpPr txBox="1">
            <a:spLocks/>
          </p:cNvSpPr>
          <p:nvPr/>
        </p:nvSpPr>
        <p:spPr>
          <a:xfrm>
            <a:off x="9249698" y="61498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BA3198-5072-463B-8210-1E2CA7D0CC87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73B0E5-89CB-E3A0-1C8F-6F78251F0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360" y="2908236"/>
            <a:ext cx="7398118" cy="370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6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A000-F452-417F-F892-73F92955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C8A54F-AE14-699B-BFD6-8E28B60C26D0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Categories of Design Patterns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CBF7C-685A-C26A-8D45-6ECADCA7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0248-AB57-46B4-85AA-003662975954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F7808-2B0F-CF1A-E949-F0748381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04D19-5F16-8C54-CD43-76147BB64379}"/>
              </a:ext>
            </a:extLst>
          </p:cNvPr>
          <p:cNvSpPr txBox="1"/>
          <p:nvPr/>
        </p:nvSpPr>
        <p:spPr>
          <a:xfrm>
            <a:off x="1138146" y="1096765"/>
            <a:ext cx="2249424" cy="1846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Adapter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Composite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Decorator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Façade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Flyweight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 pattern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75C87-1367-3320-66FB-AB350AC268E0}"/>
              </a:ext>
            </a:extLst>
          </p:cNvPr>
          <p:cNvSpPr txBox="1"/>
          <p:nvPr/>
        </p:nvSpPr>
        <p:spPr>
          <a:xfrm>
            <a:off x="4225770" y="1057437"/>
            <a:ext cx="2746248" cy="28007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Chain of Responsibility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Command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Iterator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Interpreter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Mediator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Memento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Observer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Strategy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Template Method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8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Visitor pattern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A9CD6-D732-52F1-4639-57FB368DA097}"/>
              </a:ext>
            </a:extLst>
          </p:cNvPr>
          <p:cNvSpPr txBox="1"/>
          <p:nvPr/>
        </p:nvSpPr>
        <p:spPr>
          <a:xfrm>
            <a:off x="7886418" y="1097781"/>
            <a:ext cx="2746248" cy="1354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Factory Method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Abstract Factory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Prototype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Singleton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Builder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1688C-36B8-64FF-7F50-ABBABC83F4BD}"/>
              </a:ext>
            </a:extLst>
          </p:cNvPr>
          <p:cNvSpPr txBox="1"/>
          <p:nvPr/>
        </p:nvSpPr>
        <p:spPr>
          <a:xfrm>
            <a:off x="1676223" y="727433"/>
            <a:ext cx="117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Structural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D3927-86B7-2AF9-AD5C-827C735D2CA8}"/>
              </a:ext>
            </a:extLst>
          </p:cNvPr>
          <p:cNvSpPr txBox="1"/>
          <p:nvPr/>
        </p:nvSpPr>
        <p:spPr>
          <a:xfrm>
            <a:off x="4981930" y="727433"/>
            <a:ext cx="123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Behavioral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DD888-04E0-B375-A20D-0D432B5E16C6}"/>
              </a:ext>
            </a:extLst>
          </p:cNvPr>
          <p:cNvSpPr txBox="1"/>
          <p:nvPr/>
        </p:nvSpPr>
        <p:spPr>
          <a:xfrm>
            <a:off x="8645623" y="727433"/>
            <a:ext cx="122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Creational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C3EB37-1E46-E65D-9836-A620E6FABC07}"/>
              </a:ext>
            </a:extLst>
          </p:cNvPr>
          <p:cNvSpPr txBox="1"/>
          <p:nvPr/>
        </p:nvSpPr>
        <p:spPr>
          <a:xfrm>
            <a:off x="1135087" y="3003238"/>
            <a:ext cx="224151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600" dirty="0">
                <a:solidFill>
                  <a:srgbClr val="000000"/>
                </a:solidFill>
              </a:rPr>
              <a:t>Relates to class structure and composition</a:t>
            </a:r>
          </a:p>
          <a:p>
            <a:pPr algn="ctr"/>
            <a:r>
              <a:rPr lang="en-IN" sz="1600" dirty="0">
                <a:solidFill>
                  <a:srgbClr val="000000"/>
                </a:solidFill>
                <a:cs typeface="Calibri"/>
              </a:rPr>
              <a:t>(</a:t>
            </a:r>
            <a:r>
              <a:rPr lang="en-IN" sz="1600" dirty="0">
                <a:solidFill>
                  <a:srgbClr val="0000FF"/>
                </a:solidFill>
                <a:cs typeface="Calibri"/>
              </a:rPr>
              <a:t>static aspect</a:t>
            </a:r>
            <a:r>
              <a:rPr lang="en-IN" sz="1600" dirty="0">
                <a:solidFill>
                  <a:srgbClr val="000000"/>
                </a:solidFill>
                <a:cs typeface="Calibri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FDCE1-3776-B762-B3E7-1279D61BA918}"/>
              </a:ext>
            </a:extLst>
          </p:cNvPr>
          <p:cNvSpPr txBox="1"/>
          <p:nvPr/>
        </p:nvSpPr>
        <p:spPr>
          <a:xfrm>
            <a:off x="7871776" y="2479168"/>
            <a:ext cx="274119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600">
                <a:solidFill>
                  <a:srgbClr val="000000"/>
                </a:solidFill>
              </a:rPr>
              <a:t>Relates to object creation and instantiation (relates to both </a:t>
            </a:r>
            <a:r>
              <a:rPr lang="en-IN" sz="1600">
                <a:solidFill>
                  <a:srgbClr val="0000FF"/>
                </a:solidFill>
              </a:rPr>
              <a:t>static </a:t>
            </a:r>
            <a:r>
              <a:rPr lang="en-IN" sz="1600">
                <a:solidFill>
                  <a:srgbClr val="000000"/>
                </a:solidFill>
              </a:rPr>
              <a:t>and </a:t>
            </a:r>
            <a:r>
              <a:rPr lang="en-IN" sz="1600">
                <a:solidFill>
                  <a:srgbClr val="0000FF"/>
                </a:solidFill>
              </a:rPr>
              <a:t>dynamic </a:t>
            </a:r>
            <a:r>
              <a:rPr lang="en-IN" sz="1600">
                <a:solidFill>
                  <a:srgbClr val="000000"/>
                </a:solidFill>
              </a:rPr>
              <a:t>aspects)</a:t>
            </a:r>
            <a:endParaRPr lang="en-US">
              <a:solidFill>
                <a:srgbClr val="000000"/>
              </a:solidFill>
              <a:cs typeface="Calibri" panose="020F0502020204030204"/>
            </a:endParaRP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CAE387E1-B7AA-2574-B3B4-B103C99922DF}"/>
              </a:ext>
            </a:extLst>
          </p:cNvPr>
          <p:cNvSpPr txBox="1">
            <a:spLocks/>
          </p:cNvSpPr>
          <p:nvPr/>
        </p:nvSpPr>
        <p:spPr>
          <a:xfrm>
            <a:off x="9249698" y="61498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BA3198-5072-463B-8210-1E2CA7D0CC87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9294A8-5E1D-B600-B5CB-C28D1E133604}"/>
              </a:ext>
            </a:extLst>
          </p:cNvPr>
          <p:cNvSpPr txBox="1"/>
          <p:nvPr/>
        </p:nvSpPr>
        <p:spPr>
          <a:xfrm>
            <a:off x="3832480" y="3834235"/>
            <a:ext cx="358340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600" dirty="0">
                <a:solidFill>
                  <a:srgbClr val="000000"/>
                </a:solidFill>
              </a:rPr>
              <a:t>Relates to inter-object interactions (</a:t>
            </a:r>
            <a:r>
              <a:rPr lang="en-IN" sz="1600" dirty="0">
                <a:solidFill>
                  <a:srgbClr val="0000FF"/>
                </a:solidFill>
              </a:rPr>
              <a:t>dynamic aspect</a:t>
            </a:r>
            <a:r>
              <a:rPr lang="en-IN" sz="1600" dirty="0">
                <a:solidFill>
                  <a:srgbClr val="000000"/>
                </a:solidFill>
              </a:rPr>
              <a:t>)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2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097FB-B1A6-2222-D341-EA6DC6A5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5D00-322A-A6B2-394B-079CC5EF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6E3A13E-4C52-B667-7AFD-D6499FA07360}"/>
              </a:ext>
            </a:extLst>
          </p:cNvPr>
          <p:cNvSpPr txBox="1">
            <a:spLocks/>
          </p:cNvSpPr>
          <p:nvPr/>
        </p:nvSpPr>
        <p:spPr>
          <a:xfrm>
            <a:off x="471055" y="1357745"/>
            <a:ext cx="2526978" cy="560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typical implementation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1AA894-69FC-EB7F-728C-9607306B4770}"/>
              </a:ext>
            </a:extLst>
          </p:cNvPr>
          <p:cNvSpPr txBox="1"/>
          <p:nvPr/>
        </p:nvSpPr>
        <p:spPr>
          <a:xfrm>
            <a:off x="471055" y="2220210"/>
            <a:ext cx="2526978" cy="4247317"/>
          </a:xfrm>
          <a:prstGeom prst="rect">
            <a:avLst/>
          </a:prstGeom>
          <a:solidFill>
            <a:srgbClr val="E8E8E8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class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Encryptor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encrypt(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algo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switch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(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algo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case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“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AES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” 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</a:rPr>
              <a:t>// AES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case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“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RSA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” 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</a:rPr>
              <a:t>// RSA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    …..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729383-2C46-5AD9-78FE-D4D6FE6BFB75}"/>
              </a:ext>
            </a:extLst>
          </p:cNvPr>
          <p:cNvSpPr txBox="1"/>
          <p:nvPr/>
        </p:nvSpPr>
        <p:spPr>
          <a:xfrm>
            <a:off x="3426616" y="2220209"/>
            <a:ext cx="2526978" cy="2308324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class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Encryptor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Encryption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strategy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encrypt()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strategy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.algo(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7190B3-E900-45C9-425B-D83D286EF3CD}"/>
              </a:ext>
            </a:extLst>
          </p:cNvPr>
          <p:cNvSpPr txBox="1"/>
          <p:nvPr/>
        </p:nvSpPr>
        <p:spPr>
          <a:xfrm>
            <a:off x="6238408" y="4261650"/>
            <a:ext cx="2686873" cy="2031325"/>
          </a:xfrm>
          <a:prstGeom prst="rect">
            <a:avLst/>
          </a:prstGeom>
          <a:solidFill>
            <a:srgbClr val="4EA72E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class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AES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implements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Encryption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algo(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</a:rPr>
              <a:t>// AES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928DEC-D11C-BEA5-6878-E931D7E8842F}"/>
              </a:ext>
            </a:extLst>
          </p:cNvPr>
          <p:cNvSpPr txBox="1"/>
          <p:nvPr/>
        </p:nvSpPr>
        <p:spPr>
          <a:xfrm>
            <a:off x="9208959" y="4261649"/>
            <a:ext cx="2686873" cy="2031325"/>
          </a:xfrm>
          <a:prstGeom prst="rect">
            <a:avLst/>
          </a:prstGeom>
          <a:solidFill>
            <a:srgbClr val="4EA72E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class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RSA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implements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Encryption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String algo(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</a:rPr>
              <a:t>// RSA logic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120BF7-EDC1-D07B-0327-B08431D57992}"/>
              </a:ext>
            </a:extLst>
          </p:cNvPr>
          <p:cNvSpPr txBox="1"/>
          <p:nvPr/>
        </p:nvSpPr>
        <p:spPr>
          <a:xfrm>
            <a:off x="7581844" y="2221874"/>
            <a:ext cx="2686873" cy="92333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interface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Encryption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   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</a:rPr>
              <a:t>void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algo(</a:t>
            </a: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</a:rPr>
              <a:t>text);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}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466CACA5-A572-5B9F-D35F-453F2330DB67}"/>
              </a:ext>
            </a:extLst>
          </p:cNvPr>
          <p:cNvSpPr/>
          <p:nvPr/>
        </p:nvSpPr>
        <p:spPr>
          <a:xfrm>
            <a:off x="5953594" y="2519215"/>
            <a:ext cx="271639" cy="328648"/>
          </a:xfrm>
          <a:prstGeom prst="diamond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D7B2281-B217-8C39-FE96-F479FBABE0FF}"/>
              </a:ext>
            </a:extLst>
          </p:cNvPr>
          <p:cNvCxnSpPr>
            <a:stCxn id="38" idx="1"/>
            <a:endCxn id="39" idx="3"/>
          </p:cNvCxnSpPr>
          <p:nvPr/>
        </p:nvCxnSpPr>
        <p:spPr>
          <a:xfrm flipH="1">
            <a:off x="6225233" y="2683539"/>
            <a:ext cx="1356611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9BD98FD-B378-BA40-B906-7F0D7AEDF8AD}"/>
              </a:ext>
            </a:extLst>
          </p:cNvPr>
          <p:cNvSpPr/>
          <p:nvPr/>
        </p:nvSpPr>
        <p:spPr>
          <a:xfrm rot="3244328">
            <a:off x="8273206" y="3145205"/>
            <a:ext cx="256196" cy="283796"/>
          </a:xfrm>
          <a:prstGeom prst="triangle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CD35C4-7F12-5B57-8F6E-B93F80CF22F6}"/>
              </a:ext>
            </a:extLst>
          </p:cNvPr>
          <p:cNvCxnSpPr>
            <a:cxnSpLocks/>
            <a:endCxn id="41" idx="3"/>
          </p:cNvCxnSpPr>
          <p:nvPr/>
        </p:nvCxnSpPr>
        <p:spPr>
          <a:xfrm flipV="1">
            <a:off x="7072177" y="3370364"/>
            <a:ext cx="1214224" cy="89128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5519CD8A-A5C6-AE8A-6E9B-B120532CCD7F}"/>
              </a:ext>
            </a:extLst>
          </p:cNvPr>
          <p:cNvSpPr/>
          <p:nvPr/>
        </p:nvSpPr>
        <p:spPr>
          <a:xfrm rot="18468056">
            <a:off x="9459327" y="3145203"/>
            <a:ext cx="256196" cy="283796"/>
          </a:xfrm>
          <a:prstGeom prst="triangle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B7BA4A-8F5D-0835-9E49-BCFC034C3D8A}"/>
              </a:ext>
            </a:extLst>
          </p:cNvPr>
          <p:cNvCxnSpPr>
            <a:cxnSpLocks/>
            <a:endCxn id="43" idx="3"/>
          </p:cNvCxnSpPr>
          <p:nvPr/>
        </p:nvCxnSpPr>
        <p:spPr>
          <a:xfrm flipH="1" flipV="1">
            <a:off x="9699545" y="3374073"/>
            <a:ext cx="1348206" cy="8875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D6AB098-CEFF-4D33-1431-1B8D1742AFD5}"/>
              </a:ext>
            </a:extLst>
          </p:cNvPr>
          <p:cNvSpPr txBox="1">
            <a:spLocks/>
          </p:cNvSpPr>
          <p:nvPr/>
        </p:nvSpPr>
        <p:spPr>
          <a:xfrm>
            <a:off x="4206103" y="1361378"/>
            <a:ext cx="6316991" cy="3286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IN">
                <a:solidFill>
                  <a:srgbClr val="0000CC"/>
                </a:solidFill>
                <a:latin typeface="Aptos" panose="02110004020202020204"/>
              </a:rPr>
              <a:t>Strategy </a:t>
            </a:r>
            <a:r>
              <a:rPr lang="en-IN">
                <a:solidFill>
                  <a:srgbClr val="0000FF"/>
                </a:solidFill>
                <a:latin typeface="Aptos" panose="02110004020202020204"/>
              </a:rPr>
              <a:t>pattern</a:t>
            </a:r>
            <a:r>
              <a:rPr lang="en-IN">
                <a:solidFill>
                  <a:srgbClr val="0000CC"/>
                </a:solidFill>
                <a:latin typeface="Aptos" panose="02110004020202020204"/>
              </a:rPr>
              <a:t> example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45359D-D8F7-74DD-04F9-3284EE4D927D}"/>
              </a:ext>
            </a:extLst>
          </p:cNvPr>
          <p:cNvSpPr txBox="1"/>
          <p:nvPr/>
        </p:nvSpPr>
        <p:spPr>
          <a:xfrm>
            <a:off x="7664673" y="6298250"/>
            <a:ext cx="2929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600" baseline="30000">
                <a:solidFill>
                  <a:srgbClr val="FF0000"/>
                </a:solidFill>
                <a:latin typeface="Aptos" panose="02110004020202020204"/>
              </a:rPr>
              <a:t>1 </a:t>
            </a:r>
            <a:r>
              <a:rPr lang="en-US" sz="1600">
                <a:solidFill>
                  <a:srgbClr val="FF0000"/>
                </a:solidFill>
                <a:latin typeface="Aptos" panose="02110004020202020204"/>
              </a:rPr>
              <a:t>Single responsibility principle</a:t>
            </a:r>
            <a:endParaRPr lang="en-IN" sz="1600">
              <a:solidFill>
                <a:srgbClr val="FF0000"/>
              </a:solidFill>
              <a:latin typeface="Aptos" panose="02110004020202020204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A3AA21-1EC3-CF5D-DBD5-87CB80AC1640}"/>
              </a:ext>
            </a:extLst>
          </p:cNvPr>
          <p:cNvSpPr txBox="1"/>
          <p:nvPr/>
        </p:nvSpPr>
        <p:spPr>
          <a:xfrm>
            <a:off x="5173470" y="1838894"/>
            <a:ext cx="2959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600" baseline="30000">
                <a:solidFill>
                  <a:srgbClr val="FF0000"/>
                </a:solidFill>
                <a:latin typeface="Aptos" panose="02110004020202020204"/>
              </a:rPr>
              <a:t>3 </a:t>
            </a:r>
            <a:r>
              <a:rPr lang="en-US" sz="1600">
                <a:solidFill>
                  <a:srgbClr val="FF0000"/>
                </a:solidFill>
                <a:latin typeface="Aptos" panose="02110004020202020204"/>
              </a:rPr>
              <a:t>Liskov’s substitution principle</a:t>
            </a:r>
            <a:endParaRPr lang="en-IN" sz="1600">
              <a:solidFill>
                <a:srgbClr val="FF0000"/>
              </a:solidFill>
              <a:latin typeface="Aptos" panose="0211000402020202020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C52B64-C45E-E2FC-6C42-D31396B9E2CF}"/>
              </a:ext>
            </a:extLst>
          </p:cNvPr>
          <p:cNvSpPr txBox="1"/>
          <p:nvPr/>
        </p:nvSpPr>
        <p:spPr>
          <a:xfrm>
            <a:off x="4440250" y="4766328"/>
            <a:ext cx="151735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>
              <a:defRPr/>
            </a:pPr>
            <a:r>
              <a:rPr lang="en-US" sz="1600" baseline="30000">
                <a:solidFill>
                  <a:srgbClr val="FF0000"/>
                </a:solidFill>
                <a:latin typeface="Aptos" panose="02110004020202020204"/>
              </a:rPr>
              <a:t>2 </a:t>
            </a:r>
            <a:r>
              <a:rPr lang="en-US" sz="1600">
                <a:solidFill>
                  <a:srgbClr val="FF0000"/>
                </a:solidFill>
                <a:latin typeface="Aptos" panose="02110004020202020204"/>
              </a:rPr>
              <a:t>Open Closed principle</a:t>
            </a:r>
            <a:endParaRPr lang="en-IN" sz="1600">
              <a:solidFill>
                <a:srgbClr val="FF0000"/>
              </a:solidFill>
              <a:latin typeface="Aptos" panose="0211000402020202020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6DE6E7-90DB-CC4D-66FF-6B65A5CDA429}"/>
              </a:ext>
            </a:extLst>
          </p:cNvPr>
          <p:cNvSpPr txBox="1"/>
          <p:nvPr/>
        </p:nvSpPr>
        <p:spPr>
          <a:xfrm>
            <a:off x="10463512" y="2729705"/>
            <a:ext cx="1432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sz="1600" baseline="30000">
                <a:solidFill>
                  <a:srgbClr val="FF0000"/>
                </a:solidFill>
                <a:latin typeface="Aptos" panose="02110004020202020204"/>
              </a:rPr>
              <a:t>5 </a:t>
            </a:r>
            <a:r>
              <a:rPr lang="en-US" sz="1600">
                <a:solidFill>
                  <a:srgbClr val="FF0000"/>
                </a:solidFill>
                <a:latin typeface="Aptos" panose="02110004020202020204"/>
              </a:rPr>
              <a:t>Dependency inversion principle</a:t>
            </a:r>
            <a:endParaRPr lang="en-IN" sz="1600">
              <a:solidFill>
                <a:srgbClr val="FF0000"/>
              </a:solidFill>
              <a:latin typeface="Aptos" panose="02110004020202020204"/>
            </a:endParaRPr>
          </a:p>
        </p:txBody>
      </p:sp>
      <p:sp>
        <p:nvSpPr>
          <p:cNvPr id="50" name="Slide Number Placeholder 16">
            <a:extLst>
              <a:ext uri="{FF2B5EF4-FFF2-40B4-BE49-F238E27FC236}">
                <a16:creationId xmlns:a16="http://schemas.microsoft.com/office/drawing/2014/main" id="{032C0B3A-8461-8C54-A7CC-3B3F2FB7BF00}"/>
              </a:ext>
            </a:extLst>
          </p:cNvPr>
          <p:cNvSpPr txBox="1">
            <a:spLocks/>
          </p:cNvSpPr>
          <p:nvPr/>
        </p:nvSpPr>
        <p:spPr>
          <a:xfrm>
            <a:off x="927919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BF4169-7AFD-4102-BFB9-BEFD8F96B03F}" type="slidenum">
              <a:rPr lang="en-IN" smtClean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pPr/>
              <a:t>9</a:t>
            </a:fld>
            <a:endParaRPr lang="en-IN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ABD863-03E5-16F3-0860-1A9FCEA462F2}"/>
              </a:ext>
            </a:extLst>
          </p:cNvPr>
          <p:cNvSpPr txBox="1"/>
          <p:nvPr/>
        </p:nvSpPr>
        <p:spPr>
          <a:xfrm>
            <a:off x="8662647" y="1809822"/>
            <a:ext cx="305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en-US" sz="1600" baseline="30000">
                <a:solidFill>
                  <a:srgbClr val="FF0000"/>
                </a:solidFill>
                <a:latin typeface="Aptos" panose="02110004020202020204"/>
              </a:rPr>
              <a:t>4 </a:t>
            </a:r>
            <a:r>
              <a:rPr lang="en-US" sz="1600">
                <a:solidFill>
                  <a:srgbClr val="FF0000"/>
                </a:solidFill>
                <a:latin typeface="Aptos" panose="02110004020202020204"/>
              </a:rPr>
              <a:t>Interface segregation principle </a:t>
            </a:r>
            <a:r>
              <a:rPr lang="en-IN">
                <a:solidFill>
                  <a:prstClr val="black"/>
                </a:solidFill>
                <a:latin typeface="Aptos" panose="02110004020202020204"/>
              </a:rPr>
              <a:t> </a:t>
            </a:r>
            <a:endParaRPr lang="en-IN" sz="1600">
              <a:solidFill>
                <a:srgbClr val="FF0000"/>
              </a:solidFill>
              <a:latin typeface="Aptos" panose="02110004020202020204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664CAA-5631-07EE-3A38-42F56878D5CC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Design Patterns- Example (Encryption)</a:t>
            </a:r>
          </a:p>
        </p:txBody>
      </p:sp>
    </p:spTree>
    <p:extLst>
      <p:ext uri="{BB962C8B-B14F-4D97-AF65-F5344CB8AC3E}">
        <p14:creationId xmlns:p14="http://schemas.microsoft.com/office/powerpoint/2010/main" val="7478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uiExpand="1" build="allAtOnce" animBg="1"/>
      <p:bldP spid="36" grpId="0" uiExpand="1" build="allAtOnce" animBg="1"/>
      <p:bldP spid="37" grpId="0" uiExpand="1" build="allAtOnce" animBg="1"/>
      <p:bldP spid="38" grpId="0" animBg="1"/>
      <p:bldP spid="39" grpId="0" animBg="1"/>
      <p:bldP spid="41" grpId="0" animBg="1"/>
      <p:bldP spid="43" grpId="0" animBg="1"/>
      <p:bldP spid="45" grpId="0"/>
      <p:bldP spid="45" grpId="1"/>
      <p:bldP spid="46" grpId="0"/>
      <p:bldP spid="47" grpId="0"/>
      <p:bldP spid="48" grpId="0"/>
      <p:bldP spid="49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1AD3-117C-CB6F-AAA1-5B227954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613DC5-C696-7ECB-EAF4-74C012E59F0F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Structural - Design Patterns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85F1B-413C-EAE8-7DC9-0A60F926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0248-AB57-46B4-85AA-003662975954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6EC36-9372-A268-51B2-CA633B45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D9FF7-31EC-9267-0828-1B30F5EA4EB7}"/>
              </a:ext>
            </a:extLst>
          </p:cNvPr>
          <p:cNvSpPr txBox="1"/>
          <p:nvPr/>
        </p:nvSpPr>
        <p:spPr>
          <a:xfrm>
            <a:off x="1138146" y="1096765"/>
            <a:ext cx="2249424" cy="1846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Adapter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Bridge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Composite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Decorator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Façade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Flyweight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 pattern</a:t>
            </a: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C36A4-61B5-6502-8763-C9500FFCEBA1}"/>
              </a:ext>
            </a:extLst>
          </p:cNvPr>
          <p:cNvSpPr txBox="1"/>
          <p:nvPr/>
        </p:nvSpPr>
        <p:spPr>
          <a:xfrm>
            <a:off x="1676223" y="727433"/>
            <a:ext cx="117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Structural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B6E1C-BEB3-22FB-C395-B432577A91CC}"/>
              </a:ext>
            </a:extLst>
          </p:cNvPr>
          <p:cNvSpPr txBox="1"/>
          <p:nvPr/>
        </p:nvSpPr>
        <p:spPr>
          <a:xfrm>
            <a:off x="1135087" y="3003238"/>
            <a:ext cx="2241514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600" dirty="0">
                <a:solidFill>
                  <a:srgbClr val="000000"/>
                </a:solidFill>
              </a:rPr>
              <a:t>Relates to class structure and composition</a:t>
            </a:r>
          </a:p>
          <a:p>
            <a:pPr algn="ctr"/>
            <a:r>
              <a:rPr lang="en-IN" sz="1600" dirty="0">
                <a:solidFill>
                  <a:srgbClr val="000000"/>
                </a:solidFill>
                <a:cs typeface="Calibri"/>
              </a:rPr>
              <a:t>(</a:t>
            </a:r>
            <a:r>
              <a:rPr lang="en-IN" sz="1600" dirty="0">
                <a:solidFill>
                  <a:srgbClr val="0000FF"/>
                </a:solidFill>
                <a:cs typeface="Calibri"/>
              </a:rPr>
              <a:t>static aspect</a:t>
            </a:r>
            <a:r>
              <a:rPr lang="en-IN" sz="1600" dirty="0">
                <a:solidFill>
                  <a:srgbClr val="000000"/>
                </a:solidFill>
                <a:cs typeface="Calibri"/>
              </a:rPr>
              <a:t>)</a:t>
            </a: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192979EE-3D58-17D2-976D-FDBDC21A0895}"/>
              </a:ext>
            </a:extLst>
          </p:cNvPr>
          <p:cNvSpPr txBox="1">
            <a:spLocks/>
          </p:cNvSpPr>
          <p:nvPr/>
        </p:nvSpPr>
        <p:spPr>
          <a:xfrm>
            <a:off x="9249698" y="61498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BA3198-5072-463B-8210-1E2CA7D0CC87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A9A9D6-1EF1-D5C5-3EC9-C59E9150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357" y="963561"/>
            <a:ext cx="5873988" cy="2928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1D421C-4B75-CE26-B52A-C403F334CF62}"/>
              </a:ext>
            </a:extLst>
          </p:cNvPr>
          <p:cNvSpPr txBox="1"/>
          <p:nvPr/>
        </p:nvSpPr>
        <p:spPr>
          <a:xfrm>
            <a:off x="4699897" y="5163551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CC0066"/>
                </a:solidFill>
              </a:rPr>
              <a:t>XML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7E014-DA77-D220-49E1-12C9AD9234BD}"/>
              </a:ext>
            </a:extLst>
          </p:cNvPr>
          <p:cNvSpPr txBox="1"/>
          <p:nvPr/>
        </p:nvSpPr>
        <p:spPr>
          <a:xfrm>
            <a:off x="8489844" y="5163551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CC0066"/>
                </a:solidFill>
              </a:rPr>
              <a:t>JSON 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C71D57-F7CE-C4FD-A9BB-18F6BEAAA27D}"/>
              </a:ext>
            </a:extLst>
          </p:cNvPr>
          <p:cNvSpPr/>
          <p:nvPr/>
        </p:nvSpPr>
        <p:spPr>
          <a:xfrm>
            <a:off x="6805423" y="4892842"/>
            <a:ext cx="1072815" cy="90236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XML to JSON converter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A8B6C6-4B40-E91C-F1E9-FA909DA984AF}"/>
              </a:ext>
            </a:extLst>
          </p:cNvPr>
          <p:cNvCxnSpPr>
            <a:cxnSpLocks/>
          </p:cNvCxnSpPr>
          <p:nvPr/>
        </p:nvCxnSpPr>
        <p:spPr>
          <a:xfrm>
            <a:off x="6216478" y="5369398"/>
            <a:ext cx="423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35C4E3-5B4B-02DC-8C59-43B03C05BACC}"/>
              </a:ext>
            </a:extLst>
          </p:cNvPr>
          <p:cNvCxnSpPr>
            <a:cxnSpLocks/>
          </p:cNvCxnSpPr>
          <p:nvPr/>
        </p:nvCxnSpPr>
        <p:spPr>
          <a:xfrm>
            <a:off x="8096078" y="5349078"/>
            <a:ext cx="423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173480-40AB-A5F7-1C4E-70151E8D3D6D}"/>
              </a:ext>
            </a:extLst>
          </p:cNvPr>
          <p:cNvSpPr txBox="1"/>
          <p:nvPr/>
        </p:nvSpPr>
        <p:spPr>
          <a:xfrm>
            <a:off x="6639558" y="4499161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CC0066"/>
                </a:solidFill>
              </a:rPr>
              <a:t>JSON Parser</a:t>
            </a:r>
          </a:p>
        </p:txBody>
      </p:sp>
    </p:spTree>
    <p:extLst>
      <p:ext uri="{BB962C8B-B14F-4D97-AF65-F5344CB8AC3E}">
        <p14:creationId xmlns:p14="http://schemas.microsoft.com/office/powerpoint/2010/main" val="415813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3" grpId="0"/>
      <p:bldP spid="4" grpId="0"/>
      <p:bldP spid="7" grpId="0"/>
      <p:bldP spid="16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0104-CDD7-315F-7F59-2B9C66F6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6E564E-A130-8AFD-F541-74896B4D6C8A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Creational -  Design Patterns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AC394-5C58-115C-2773-A93D9A6A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0248-AB57-46B4-85AA-003662975954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96271-6328-3A45-B285-CA2B928C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F6980-2560-226E-3933-56C1EBF6D221}"/>
              </a:ext>
            </a:extLst>
          </p:cNvPr>
          <p:cNvSpPr txBox="1"/>
          <p:nvPr/>
        </p:nvSpPr>
        <p:spPr>
          <a:xfrm>
            <a:off x="7886418" y="1097781"/>
            <a:ext cx="2746248" cy="1354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Factory Method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Abstract Factory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Prototype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Singleton pattern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19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Builder pattern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427B80-1AAB-0FFA-1345-F86508051465}"/>
              </a:ext>
            </a:extLst>
          </p:cNvPr>
          <p:cNvSpPr txBox="1"/>
          <p:nvPr/>
        </p:nvSpPr>
        <p:spPr>
          <a:xfrm>
            <a:off x="8645623" y="727433"/>
            <a:ext cx="122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Creational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39B0F8-C268-A1FA-9241-F2E13D85E121}"/>
              </a:ext>
            </a:extLst>
          </p:cNvPr>
          <p:cNvSpPr txBox="1"/>
          <p:nvPr/>
        </p:nvSpPr>
        <p:spPr>
          <a:xfrm>
            <a:off x="7871776" y="2479168"/>
            <a:ext cx="274119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600">
                <a:solidFill>
                  <a:srgbClr val="000000"/>
                </a:solidFill>
              </a:rPr>
              <a:t>Relates to object creation and instantiation (relates to both </a:t>
            </a:r>
            <a:r>
              <a:rPr lang="en-IN" sz="1600">
                <a:solidFill>
                  <a:srgbClr val="0000FF"/>
                </a:solidFill>
              </a:rPr>
              <a:t>static </a:t>
            </a:r>
            <a:r>
              <a:rPr lang="en-IN" sz="1600">
                <a:solidFill>
                  <a:srgbClr val="000000"/>
                </a:solidFill>
              </a:rPr>
              <a:t>and </a:t>
            </a:r>
            <a:r>
              <a:rPr lang="en-IN" sz="1600">
                <a:solidFill>
                  <a:srgbClr val="0000FF"/>
                </a:solidFill>
              </a:rPr>
              <a:t>dynamic </a:t>
            </a:r>
            <a:r>
              <a:rPr lang="en-IN" sz="1600">
                <a:solidFill>
                  <a:srgbClr val="000000"/>
                </a:solidFill>
              </a:rPr>
              <a:t>aspects)</a:t>
            </a:r>
            <a:endParaRPr lang="en-US">
              <a:solidFill>
                <a:srgbClr val="000000"/>
              </a:solidFill>
              <a:cs typeface="Calibri" panose="020F0502020204030204"/>
            </a:endParaRP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869C93BB-6A78-004D-78C6-79832E924992}"/>
              </a:ext>
            </a:extLst>
          </p:cNvPr>
          <p:cNvSpPr txBox="1">
            <a:spLocks/>
          </p:cNvSpPr>
          <p:nvPr/>
        </p:nvSpPr>
        <p:spPr>
          <a:xfrm>
            <a:off x="9249698" y="61498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BA3198-5072-463B-8210-1E2CA7D0CC87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7929B4-EEAF-0AD2-DCD9-3691A0494FF6}"/>
              </a:ext>
            </a:extLst>
          </p:cNvPr>
          <p:cNvSpPr txBox="1">
            <a:spLocks/>
          </p:cNvSpPr>
          <p:nvPr/>
        </p:nvSpPr>
        <p:spPr>
          <a:xfrm>
            <a:off x="2385363" y="1118279"/>
            <a:ext cx="3387713" cy="370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Differing choice of products</a:t>
            </a:r>
            <a:endParaRPr lang="en-IN" sz="20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7" name="Picture 6" descr="A cartoon of a chef giving a thumbs up&#10;&#10;Description automatically generated">
            <a:extLst>
              <a:ext uri="{FF2B5EF4-FFF2-40B4-BE49-F238E27FC236}">
                <a16:creationId xmlns:a16="http://schemas.microsoft.com/office/drawing/2014/main" id="{2F37B4A9-AC05-469C-FF65-8FF3776D4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390" y="1637105"/>
            <a:ext cx="4520484" cy="17230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F9DB27-3662-596D-BDC2-E829B18A7DEB}"/>
              </a:ext>
            </a:extLst>
          </p:cNvPr>
          <p:cNvSpPr txBox="1"/>
          <p:nvPr/>
        </p:nvSpPr>
        <p:spPr>
          <a:xfrm>
            <a:off x="5166915" y="4853833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CC0066"/>
                </a:solidFill>
              </a:rPr>
              <a:t>Player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F715A4-44B7-719C-FE19-D563BD658C2A}"/>
              </a:ext>
            </a:extLst>
          </p:cNvPr>
          <p:cNvSpPr/>
          <p:nvPr/>
        </p:nvSpPr>
        <p:spPr>
          <a:xfrm>
            <a:off x="6780828" y="4573292"/>
            <a:ext cx="1202964" cy="90236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Game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43F65-06B5-B6CA-AA22-E09D1AF943CF}"/>
              </a:ext>
            </a:extLst>
          </p:cNvPr>
          <p:cNvCxnSpPr/>
          <p:nvPr/>
        </p:nvCxnSpPr>
        <p:spPr>
          <a:xfrm flipV="1">
            <a:off x="8061228" y="4601900"/>
            <a:ext cx="639096" cy="275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380FD8-382F-ACCE-630C-8A3B23473781}"/>
              </a:ext>
            </a:extLst>
          </p:cNvPr>
          <p:cNvCxnSpPr>
            <a:cxnSpLocks/>
          </p:cNvCxnSpPr>
          <p:nvPr/>
        </p:nvCxnSpPr>
        <p:spPr>
          <a:xfrm>
            <a:off x="8022715" y="4986768"/>
            <a:ext cx="747252" cy="127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D3B543-53A3-0A7C-884A-B3D17D06C64B}"/>
              </a:ext>
            </a:extLst>
          </p:cNvPr>
          <p:cNvCxnSpPr/>
          <p:nvPr/>
        </p:nvCxnSpPr>
        <p:spPr>
          <a:xfrm>
            <a:off x="8023526" y="5240593"/>
            <a:ext cx="707923" cy="29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0A3F149-8A9B-EC88-574C-4AA6162B32B3}"/>
              </a:ext>
            </a:extLst>
          </p:cNvPr>
          <p:cNvSpPr txBox="1"/>
          <p:nvPr/>
        </p:nvSpPr>
        <p:spPr>
          <a:xfrm>
            <a:off x="8540647" y="4395417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CC0066"/>
                </a:solidFill>
              </a:rPr>
              <a:t>Grenade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44E6A-6EE1-8674-24DD-D040D1FF8A15}"/>
              </a:ext>
            </a:extLst>
          </p:cNvPr>
          <p:cNvSpPr txBox="1"/>
          <p:nvPr/>
        </p:nvSpPr>
        <p:spPr>
          <a:xfrm>
            <a:off x="8335739" y="4999694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CC0066"/>
                </a:solidFill>
              </a:rPr>
              <a:t>Gun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5D397C-C214-5E58-A97A-12FB67B24BE7}"/>
              </a:ext>
            </a:extLst>
          </p:cNvPr>
          <p:cNvSpPr txBox="1"/>
          <p:nvPr/>
        </p:nvSpPr>
        <p:spPr>
          <a:xfrm>
            <a:off x="8348407" y="5492931"/>
            <a:ext cx="1419727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CC0066"/>
                </a:solidFill>
              </a:rPr>
              <a:t>Fire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FD15F9-D9C7-0D4B-ED5B-3243CD12C016}"/>
              </a:ext>
            </a:extLst>
          </p:cNvPr>
          <p:cNvCxnSpPr>
            <a:cxnSpLocks/>
          </p:cNvCxnSpPr>
          <p:nvPr/>
        </p:nvCxnSpPr>
        <p:spPr>
          <a:xfrm>
            <a:off x="6312163" y="5034118"/>
            <a:ext cx="423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60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4" grpId="0"/>
      <p:bldP spid="4" grpId="0"/>
      <p:bldP spid="16" grpId="0"/>
      <p:bldP spid="18" grpId="0" animBg="1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75053-578C-53C1-F672-4DDBBB01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BF52D53-6708-4C96-A1EA-E12E123B78C8}" type="datetime1">
              <a:rPr lang="en-US" smtClean="0"/>
              <a:pPr defTabSz="914400">
                <a:spcAft>
                  <a:spcPts val="600"/>
                </a:spcAft>
              </a:pPr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02A134-6FFC-ADE2-5CD4-1CEB2C92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B87816-0163-0930-E53F-E0E344B93144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Design Patterns- Significances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0C6A8-2DD7-1ADA-971B-41BFA746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65" y="714850"/>
            <a:ext cx="7867083" cy="600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8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F8836-A4DF-38BC-E1B2-1AEFDC85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AD7C6-EE9D-B647-CAFC-0220DC9A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3D236-B86C-3072-49FE-A0178F52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45" y="1188838"/>
            <a:ext cx="7353937" cy="3414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EE223C-56EC-B65B-17E4-070E590B79F9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Introducing MVC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937C8-1075-EFBD-F3EB-6E750793CD75}"/>
              </a:ext>
            </a:extLst>
          </p:cNvPr>
          <p:cNvSpPr txBox="1"/>
          <p:nvPr/>
        </p:nvSpPr>
        <p:spPr>
          <a:xfrm>
            <a:off x="653845" y="788728"/>
            <a:ext cx="5324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One type of </a:t>
            </a:r>
            <a:r>
              <a:rPr lang="en-IN" sz="2000" dirty="0">
                <a:solidFill>
                  <a:srgbClr val="0000FF"/>
                </a:solidFill>
                <a:latin typeface="Aptos" panose="020B0004020202020204" pitchFamily="34" charset="0"/>
              </a:rPr>
              <a:t>Architecture Design patterns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D75F86-0044-5AC9-EBDF-90C1E1A4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19" y="4306067"/>
            <a:ext cx="1858299" cy="24878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19865D-695F-AB28-CA11-C4CBF4B0D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782" y="3638817"/>
            <a:ext cx="2171888" cy="31320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5FEB44-00D7-3306-D222-6D794994B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274" y="640774"/>
            <a:ext cx="2289423" cy="294663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823AD8-987D-7A67-19B3-1A7150B1FB3E}"/>
              </a:ext>
            </a:extLst>
          </p:cNvPr>
          <p:cNvCxnSpPr/>
          <p:nvPr/>
        </p:nvCxnSpPr>
        <p:spPr>
          <a:xfrm>
            <a:off x="6882581" y="1406013"/>
            <a:ext cx="2251587" cy="0"/>
          </a:xfrm>
          <a:prstGeom prst="straightConnector1">
            <a:avLst/>
          </a:prstGeom>
          <a:ln w="57150" cap="flat" cmpd="sng" algn="ctr">
            <a:solidFill>
              <a:srgbClr val="B8114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DE0E6A-D70B-B111-05C6-536843872B95}"/>
              </a:ext>
            </a:extLst>
          </p:cNvPr>
          <p:cNvCxnSpPr>
            <a:cxnSpLocks/>
          </p:cNvCxnSpPr>
          <p:nvPr/>
        </p:nvCxnSpPr>
        <p:spPr>
          <a:xfrm>
            <a:off x="7315200" y="4602894"/>
            <a:ext cx="580103" cy="1099816"/>
          </a:xfrm>
          <a:prstGeom prst="straightConnector1">
            <a:avLst/>
          </a:prstGeom>
          <a:ln w="57150" cap="flat" cmpd="sng" algn="ctr">
            <a:solidFill>
              <a:srgbClr val="B8114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C6685D-4C5F-5913-9584-BAE33BAA1BB8}"/>
              </a:ext>
            </a:extLst>
          </p:cNvPr>
          <p:cNvCxnSpPr>
            <a:cxnSpLocks/>
          </p:cNvCxnSpPr>
          <p:nvPr/>
        </p:nvCxnSpPr>
        <p:spPr>
          <a:xfrm flipH="1">
            <a:off x="3825018" y="4602894"/>
            <a:ext cx="1189434" cy="1222718"/>
          </a:xfrm>
          <a:prstGeom prst="straightConnector1">
            <a:avLst/>
          </a:prstGeom>
          <a:ln w="57150" cap="flat" cmpd="sng" algn="ctr">
            <a:solidFill>
              <a:srgbClr val="B8114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42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DA271-FB62-489A-B9C6-9F2FD096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579B0-561E-644E-5FA5-C72DF518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89D90-97B3-987C-95B9-C136B2EDD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0542"/>
            <a:ext cx="10352470" cy="4769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B73AC-0712-ACDF-C240-1A181E305D6E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Monolithic vs. MVC </a:t>
            </a:r>
          </a:p>
        </p:txBody>
      </p:sp>
    </p:spTree>
    <p:extLst>
      <p:ext uri="{BB962C8B-B14F-4D97-AF65-F5344CB8AC3E}">
        <p14:creationId xmlns:p14="http://schemas.microsoft.com/office/powerpoint/2010/main" val="3952405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5B2DEC-ADEC-A953-135F-9716CD2C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E12D2E-9546-8CF6-8472-DAF47B6D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DF73F-E100-5CA6-43A1-6DB467F0788B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Programming Principles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D5287-2330-52D9-120A-D3DC25E884D7}"/>
              </a:ext>
            </a:extLst>
          </p:cNvPr>
          <p:cNvSpPr txBox="1"/>
          <p:nvPr/>
        </p:nvSpPr>
        <p:spPr>
          <a:xfrm>
            <a:off x="973395" y="993058"/>
            <a:ext cx="107269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  <a:latin typeface="Aptos" panose="020B0004020202020204" pitchFamily="34" charset="0"/>
              </a:rPr>
              <a:t>A foundational guide to writing maintainable, extensible, and robust object-oriented code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  <a:latin typeface="Aptos" panose="020B0004020202020204" pitchFamily="34" charset="0"/>
              </a:rPr>
              <a:t>The essential prerequisite to understanding Design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B8114F"/>
                </a:solidFill>
                <a:latin typeface="Aptos" panose="020B0004020202020204" pitchFamily="34" charset="0"/>
              </a:rPr>
              <a:t>SOLID</a:t>
            </a:r>
            <a:r>
              <a:rPr lang="en-IN" sz="2200" dirty="0">
                <a:latin typeface="Aptos" panose="020B0004020202020204" pitchFamily="34" charset="0"/>
              </a:rPr>
              <a:t> is a set of five object-oriented design principles introduced by </a:t>
            </a:r>
            <a:r>
              <a:rPr lang="en-IN" sz="2200" b="1" dirty="0">
                <a:solidFill>
                  <a:srgbClr val="B8114F"/>
                </a:solidFill>
                <a:latin typeface="Aptos" panose="020B0004020202020204" pitchFamily="34" charset="0"/>
              </a:rPr>
              <a:t>Robert C. Martin</a:t>
            </a:r>
            <a:r>
              <a:rPr lang="en-IN" sz="2200" dirty="0">
                <a:solidFill>
                  <a:srgbClr val="B8114F"/>
                </a:solidFill>
                <a:latin typeface="Aptos" panose="020B00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FF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8F10D5-CC90-1515-5C7E-BCE85FF30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03" y="2951922"/>
            <a:ext cx="10833152" cy="36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7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CAB5F-E12B-4E49-8551-B0E5B872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CF12F-375D-8F8A-3963-AA08230B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82E96-1FC7-2F44-DE1F-27A82845E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03" y="730840"/>
            <a:ext cx="9648417" cy="5990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B260E6-9A4E-B921-7BD5-F13A3D0619C9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SRP</a:t>
            </a:r>
          </a:p>
        </p:txBody>
      </p:sp>
    </p:spTree>
    <p:extLst>
      <p:ext uri="{BB962C8B-B14F-4D97-AF65-F5344CB8AC3E}">
        <p14:creationId xmlns:p14="http://schemas.microsoft.com/office/powerpoint/2010/main" val="257051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B7CB4-7D79-43A2-5840-55FEEF46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3BB2FE-C0ED-6130-6580-C52E5958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690CF-165A-3A89-9620-0AAB30EA65ED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OCP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7BB953-12A5-78D3-6411-4A78BA0E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828" y="670457"/>
            <a:ext cx="9641792" cy="61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98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B862D-0CEE-6F89-D191-806FEE6E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81A94-0F9F-1EAA-5C6C-5BF9978C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A3445-3441-7122-6F54-8518AFD4A487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LSP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74F25B-6701-2C48-2910-66A3215CA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47" y="703048"/>
            <a:ext cx="9068586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17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B0448-4109-B92E-31F9-6CEE7266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8A97BD-F594-2F66-0ECA-92C25367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1B8F1-D80D-3A4D-7FFA-DFB0DD5E162C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ISP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DB3C9D-CC0B-00F5-C5C4-2DB2979C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9" y="754498"/>
            <a:ext cx="9015241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3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FB940-5B59-1343-697D-6A63811E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0DA74C-4AAC-51C8-81A7-9ADA0155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6749D-442D-5886-DFA7-04BF889C5110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</a:t>
            </a:r>
            <a:r>
              <a:rPr lang="en-IN" sz="3500">
                <a:solidFill>
                  <a:srgbClr val="002060"/>
                </a:solidFill>
                <a:latin typeface="Aptos" panose="02110004020202020204"/>
              </a:rPr>
              <a:t>- DIP</a:t>
            </a:r>
            <a:endParaRPr lang="en-IN" sz="3500" dirty="0">
              <a:solidFill>
                <a:srgbClr val="002060"/>
              </a:solidFill>
              <a:latin typeface="Aptos" panose="021100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8A0A8-6C23-F2C8-BC86-BE66B979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42" y="838325"/>
            <a:ext cx="9190516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25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74297-DA97-D4C5-1F5F-FD010892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1CC3A3-AF17-E605-E72E-3920D203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B0838-43BD-37C6-2231-1FAC8DF8E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34" y="1300480"/>
            <a:ext cx="10895311" cy="5420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798219-59A3-258F-E894-48A865599780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Summary</a:t>
            </a:r>
          </a:p>
        </p:txBody>
      </p:sp>
    </p:spTree>
    <p:extLst>
      <p:ext uri="{BB962C8B-B14F-4D97-AF65-F5344CB8AC3E}">
        <p14:creationId xmlns:p14="http://schemas.microsoft.com/office/powerpoint/2010/main" val="347609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16FA5-FD65-B693-2711-7576E05B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AB435E-80DF-FA9F-F627-EAC4A1E5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95BF9-FC11-73BC-6489-ACBBF32B114D}"/>
              </a:ext>
            </a:extLst>
          </p:cNvPr>
          <p:cNvSpPr txBox="1"/>
          <p:nvPr/>
        </p:nvSpPr>
        <p:spPr>
          <a:xfrm>
            <a:off x="1061885" y="9832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defTabSz="914400"/>
            <a:r>
              <a:rPr lang="en-IN" sz="3500" dirty="0">
                <a:solidFill>
                  <a:srgbClr val="002060"/>
                </a:solidFill>
                <a:latin typeface="Aptos" panose="02110004020202020204"/>
              </a:rPr>
              <a:t>SOLID - 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6C430E-2A06-E250-ACCD-B99F3EB6B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70" y="947222"/>
            <a:ext cx="11840536" cy="529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48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9FCE9-5C61-6E10-8866-BD8DF1B6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2D53-6708-4C96-A1EA-E12E123B78C8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4A0C7-824A-053F-575D-483331A5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91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44D89-DD9E-8F48-552E-F121125732D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43762A-9447-F17B-9B28-5B2B1F68575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1752242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Why did you choose this elective?</a:t>
            </a:r>
            <a:endParaRPr lang="en-IN" sz="40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93E56-3F0A-1E1F-03A5-E01F40B055B6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CF7635-516E-3E67-BE0A-B1F5D8F62DD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B2E8EE1-1FB0-678C-03B6-CD6B1540C86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9D89B2-5650-EA3D-B0E0-9F0109A286D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894A7-9252-D8E3-BBDF-47B4D8EF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969C-010B-4D44-A1A3-46B3209A6854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E7BE5F-B100-74DC-3A2B-EAD1F87E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343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60F166-12FB-25B4-13C5-D5B46351E6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F3D99A-3B51-11BD-3ACA-568A205DCC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816389" y="1012377"/>
            <a:ext cx="8486226" cy="1460652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What comes to mind when you think of 'design patterns'?</a:t>
            </a:r>
            <a:endParaRPr lang="en-IN" sz="40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BB650-B61B-9276-5140-9FF8F9462989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613D24-04B5-A4F0-32E3-5CEF8C147B6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11CC41F-F9C0-07FD-95A0-A358E42C3411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7A64194-2A5B-C574-2B04-92A636B77E8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F0E4D-58EB-B9AA-597A-4B5D94A1A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24D-9310-4878-9FF6-91D0DE5EEF0E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3BBE62-64FD-6290-CCF4-33A797DD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9670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831729-A034-7953-1647-F9A7469AB0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5DB1E-123C-5FA8-05FC-DCA4372FA7B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470494"/>
            <a:ext cx="8486226" cy="3113502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How comfortable are you with Java/OOP?
Rate yourself.</a:t>
            </a:r>
            <a:endParaRPr lang="en-IN" sz="40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B9C220-C530-9E8C-522C-526F2D1A70EF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424AC8-27B1-B4BA-57C7-B05C5CDD46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AD72A81-E55E-95F8-1EE1-946F90CEA61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905C03C-6BD2-E73B-A609-B3AA35755E7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31A95-2505-23AC-4352-940C4F54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7922-A4B8-45C5-892B-09AC2E551024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2CA971-EA7E-BE7B-ABA9-4F89098A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868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C69E66-0626-73A7-25B7-B4C4359D48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0DF4E-7DE5-669B-2B4D-12B0A31F72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816389" y="141915"/>
            <a:ext cx="8486226" cy="2497864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000000"/>
                </a:solidFill>
              </a:rPr>
              <a:t>Which of 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</a:rPr>
              <a:t>these</a:t>
            </a:r>
            <a:r>
              <a:rPr lang="en-US" sz="4000" b="1" dirty="0">
                <a:solidFill>
                  <a:srgbClr val="000000"/>
                </a:solidFill>
              </a:rPr>
              <a:t> are Object-Oriented Programming concepts?</a:t>
            </a:r>
            <a:endParaRPr lang="en-IN" sz="40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837DE-F3E4-9D52-7068-AA349636DF0A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7FF1C6-D13A-4A4C-FAC4-B7F16740852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BD038D4-31AF-BDAF-4E37-DB9FD6D82FD2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7B3599-41BF-F29D-EEA0-21E13E6A82C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4AB15-D8C8-C237-C239-AC1E25AD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FBBA6-1240-4BF3-9F8C-0FAFF1335F8F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BB58B7-A198-EEC6-6048-78F57CA7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01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88CD6-21F4-857F-1745-D0E1D1756C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86275" y="2122945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D6057-F36A-3373-C47A-A2524CEBDD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81008" y="131977"/>
            <a:ext cx="8486226" cy="2202457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900" b="1" dirty="0">
                <a:solidFill>
                  <a:srgbClr val="000000"/>
                </a:solidFill>
                <a:latin typeface="Aptos" panose="020B0004020202020204" pitchFamily="34" charset="0"/>
              </a:rPr>
              <a:t>Suppose every class creates its own database connection.
What problem might occur?</a:t>
            </a:r>
            <a:endParaRPr lang="en-IN" sz="39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19F79-2DE2-B963-C1C6-0B648334953F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2E93A0-690F-17A3-0311-F396EFCD530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BAFB3AA-D93D-9F06-FBF0-B6DDD60B314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D10225-B200-41CF-2195-83D4585DCA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D3415-F317-9A2E-BABB-38A7CC58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B226-9F96-4049-B33D-85763954F68A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31EEFE-F602-7A2D-E67B-AA627AB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21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A3068A-2653-5B4A-25CB-B58FFD169D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1DA527-5AFD-6CA1-C688-BDB3CF684D5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000000"/>
                </a:solidFill>
              </a:rPr>
              <a:t>True or False
Copying code from one class to another is a good software design practice.</a:t>
            </a:r>
            <a:endParaRPr lang="en-IN" sz="3600" b="1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CEE85-4D1A-BD50-E448-314C4BB7D17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F4C294-56B2-C06B-C1EF-CE25741B79E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F6F0334-1809-004F-C74A-40867274133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9C9158A-E359-E104-49DC-CF006767068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DB8B5-A1A7-6A22-99F7-D82B0C3C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9E77-3F4D-4710-A929-6CA386A4FA7E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B74671-2AE0-2787-13AF-C8BB3B0D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873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C3C1C2-2121-02B2-990A-233FA8E89B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987C8-FC2B-891E-E99C-A2F3A358C9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552022"/>
            <a:ext cx="8486226" cy="2381362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Which design is more flexible for future database changes? 
1. Student -&gt; Database
2. Student -&gt; Interface -&gt; Database</a:t>
            </a:r>
            <a:endParaRPr lang="en-IN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32194B-A28E-CD1B-B642-D57DE5454077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762D6-5260-5261-CB28-5C59277A21E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C101DC6-B60D-9376-35DF-658BDEFF4EB8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DCBFA20-D28F-C4B9-5B22-E664C02772B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0F7B9-D706-3A62-5979-5999B540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1ABB-36BD-4F40-8B0D-8816662816FA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579707-7B48-407A-051C-26C5AEDE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74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857AEB-DB08-87D8-61E5-C5041D0989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D36DC-4A3F-49C3-3691-EECE34051F2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546320" y="139148"/>
            <a:ext cx="8486226" cy="3375274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  <a:latin typeface="Aptos" panose="020B0004020202020204" pitchFamily="34" charset="0"/>
              </a:rPr>
              <a:t>Spot the Problem
Imagine you are building a Food Delivery App. Every payment option is written inside one class.
Payment, Credit Card, UPI, PayPal, Wallet, Net Banking
Question:
What happens when a new payment method is introduced?</a:t>
            </a:r>
            <a:endParaRPr lang="en-IN" sz="24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3F287-4859-098B-ADDA-5CAD9A68702F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11BC9E-13DD-8179-984B-7730D88050C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6FCC079-F2D6-C530-989E-B367054B57A0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9CF0951-73D2-098D-E211-A1F21784E0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B938-C4F7-8A06-6ED8-19BD4D42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8532-2C6B-4679-93C8-8982494B20A4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7832BF-FDA4-114C-080D-10A2EABC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572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F8DD4C-91E6-EABC-9E1A-2703DE241C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5B679-18A9-E25C-0B3E-F69E3865331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023399" y="611069"/>
            <a:ext cx="8486226" cy="3494544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000000"/>
                </a:solidFill>
              </a:rPr>
              <a:t>Mini Puzzle
How many objects should exist for a Printer Spooler?</a:t>
            </a:r>
            <a:endParaRPr lang="en-IN" sz="40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370F0-68F5-9AFB-E938-52ED7D9D296B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37949D-2DCF-1756-DB2B-1BE910E65B7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E433285-6644-B8ED-9190-86C6AE4203B1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71EF08A-28AE-BDD4-B899-EE9E5D7F57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DFF9A-3F32-AA3E-8956-6CACE3E9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519-6D22-4BFF-96DB-EB5BC5360A5A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D93501-45C4-AD2C-4F65-A236AC7F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364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487B95-BCD8-1DCB-D050-F2072658CE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B77D9-9275-FABD-7810-193D01E927B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2590" y="129209"/>
            <a:ext cx="8486226" cy="1093304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software do you use daily?</a:t>
            </a:r>
            <a:endParaRPr lang="en-IN" sz="4000" b="1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0BB4D-E1D7-CEB9-59CA-4BBC2A038747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en-IN" sz="2600">
              <a:solidFill>
                <a:srgbClr val="FFFFFF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8AF16C-2CE7-90FF-F4DE-8334E08869D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AF651E3-8B4F-6146-EFD9-7316F8B6AF79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IN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A02AA84-C1D9-80AF-D57F-11D61D3F760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AB0B8-DFE8-B742-99C2-46AADBD0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D17B-0E1F-4652-BF8B-B52C45FBAA0A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24B2C7-E739-FDDE-2249-455EA499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235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f6f3408a-3f07-4a42-b74c-7eb5f1e75421"/>
  <p:tag name="SLIDO_EVENT_UUID" val="f3e12713-1341-41cd-ad5e-1fc585eeecc7"/>
  <p:tag name="SLIDO_EVENT_SECTION_UUID" val="62a2a239-9ee3-4e69-87b4-bd653c4ef4a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0Mjd9"/>
  <p:tag name="SLIDO_TYPE" val="SlidoPoll"/>
  <p:tag name="SLIDO_POLL_UUID" val="52c493a5-87f9-4821-8a61-5f79cc426625"/>
  <p:tag name="SLIDO_TIMELINE" val="W3sicG9sbFF1ZXN0aW9uVXVpZCI6IjJiY2Q4MzBiLThlNWYtNDJmMC04Njc2LTY3Nzk2MmFiNDlmNCIsInNob3dSZXN1bHRzIjpmYWxzZSwic2hvd0NvcnJlY3RBbnN3ZXJzIjpmYWxzZSwidm90aW5nTG9ja2VkIjpmYWxzZX0seyJwb2xsUXVlc3Rpb25VdWlkIjoiMmJjZDgzMGItOGU1Zi00MmYwLTg2NzYtNjc3OTYyYWI0OWY0Iiwic2hvd1Jlc3VsdHMiOnRydWUsInNob3dDb3JyZWN0QW5zd2VycyI6ZmFsc2UsInZvdGluZ0xvY2tlZCI6ZmFsc2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xNDd9"/>
  <p:tag name="SLIDO_TYPE" val="SlidoPoll"/>
  <p:tag name="SLIDO_POLL_UUID" val="df8d77fc-0b7e-47b9-8c15-a525e4a93bf1"/>
  <p:tag name="SLIDO_TIMELINE" val="W3sicG9sbFF1ZXN0aW9uVXVpZCI6ImY4YmI4YTcyLWFkZWItNGI4ZS1iNDI1LWRjNTE0OWMxNmVhZCIsInNob3dSZXN1bHRzIjp0cnVlLCJzaG93Q29ycmVjdEFuc3dlcnMiOmZhbHNlLCJ2b3RpbmdMb2NrZWQiOmZhbHNlfV0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1NDN9"/>
  <p:tag name="SLIDO_TYPE" val="SlidoPoll"/>
  <p:tag name="SLIDO_POLL_UUID" val="559a464c-16a3-4318-a629-0f953a002019"/>
  <p:tag name="SLIDO_TIMELINE" val="W3sicG9sbFF1ZXN0aW9uVXVpZCI6IjEwMWQzN2MwLWQ4ZjQtNGE0My04Y2IxLWEwZjEwYjMyZDI4MyIsInNob3dSZXN1bHRzIjpmYWxzZSwic2hvd0NvcnJlY3RBbnN3ZXJzIjpmYWxzZSwidm90aW5nTG9ja2VkIjpmYWxzZX0seyJwb2xsUXVlc3Rpb25VdWlkIjoiMTAxZDM3YzAtZDhmNC00YTQzLThjYjEtYTBmMTBiMzJkMjgzIiwic2hvd1Jlc3VsdHMiOnRydWUsInNob3dDb3JyZWN0QW5zd2VycyI6ZmFsc2UsInZvdGluZ0xvY2tlZCI6ZmFsc2V9XQ=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3MDR9"/>
  <p:tag name="SLIDO_TYPE" val="SlidoPoll"/>
  <p:tag name="SLIDO_POLL_UUID" val="3b295eb5-9af2-40ed-9661-bd470f7e8461"/>
  <p:tag name="SLIDO_POLL_QUESTION_UUID" val="44f2ebb4-50a7-4a45-ab43-59ffc06050fa"/>
  <p:tag name="SLIDO_TIMELINE" val="W3sic2NyZWVuIjoiUXVpekpvaW5pbmciLCJzaG93UmVzdWx0cyI6ZmFsc2UsInNob3dDb3JyZWN0QW5zd2VycyI6ZmFsc2UsInZvdGluZ0xvY2tlZCI6ZmFsc2V9LHsicG9sbFF1ZXN0aW9uVXVpZCI6IjQ0ZjJlYmI0LTUwYTctNGE0NS1hYjQzLTU5ZmZjMDYwNTBmYSIsInNob3dSZXN1bHRzIjpmYWxzZSwic2hvd0NvcnJlY3RBbnN3ZXJzIjpmYWxzZSwidm90aW5nTG9ja2VkIjpmYWxzZX0seyJwb2xsUXVlc3Rpb25VdWlkIjoiNDRmMmViYjQtNTBhNy00YTQ1LWFiNDMtNTlmZmMwNjA1MGZhIiwic2hvd1Jlc3VsdHMiOnRydWUsInNob3dDb3JyZWN0QW5zd2VycyI6ZmFsc2UsInZvdGluZ0xvY2tlZCI6dHJ1ZX0seyJwb2xsUXVlc3Rpb25VdWlkIjoiNDRmMmViYjQtNTBhNy00YTQ1LWFiNDMtNTlmZmMwNjA1MGZhIiwic2hvd1Jlc3VsdHMiOnRydWUsInNob3dDb3JyZWN0QW5zd2VycyI6dHJ1ZSwidm90aW5nTG9ja2VkIjp0cnVlfV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3ODR9"/>
  <p:tag name="SLIDO_TYPE" val="SlidoPoll"/>
  <p:tag name="SLIDO_POLL_UUID" val="3b295eb5-9af2-40ed-9661-bd470f7e8461"/>
  <p:tag name="SLIDO_POLL_QUESTION_UUID" val="48eca046-16d5-4fd7-ba26-e11d9bea7af2"/>
  <p:tag name="SLIDO_TIMELINE" val="W3sicG9sbFF1ZXN0aW9uVXVpZCI6IjQ4ZWNhMDQ2LTE2ZDUtNGZkNy1iYTI2LWUxMWQ5YmVhN2FmMiIsInNob3dSZXN1bHRzIjpmYWxzZSwic2hvd0NvcnJlY3RBbnN3ZXJzIjpmYWxzZSwidm90aW5nTG9ja2VkIjpmYWxzZX0seyJwb2xsUXVlc3Rpb25VdWlkIjoiNDhlY2EwNDYtMTZkNS00ZmQ3LWJhMjYtZTExZDliZWE3YWYyIiwic2hvd1Jlc3VsdHMiOnRydWUsInNob3dDb3JyZWN0QW5zd2VycyI6ZmFsc2UsInZvdGluZ0xvY2tlZCI6dHJ1ZX0seyJwb2xsUXVlc3Rpb25VdWlkIjoiNDhlY2EwNDYtMTZkNS00ZmQ3LWJhMjYtZTExZDliZWE3YWYyIiwic2hvd1Jlc3VsdHMiOnRydWUsInNob3dDb3JyZWN0QW5zd2VycyI6dHJ1ZSwidm90aW5nTG9ja2VkIjp0cnVlfV0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M4NzR9"/>
  <p:tag name="SLIDO_TYPE" val="SlidoPoll"/>
  <p:tag name="SLIDO_POLL_UUID" val="3b295eb5-9af2-40ed-9661-bd470f7e8461"/>
  <p:tag name="SLIDO_POLL_QUESTION_UUID" val="035764c6-444f-4652-8659-746a9075e35b"/>
  <p:tag name="SLIDO_TIMELINE" val="W3sicG9sbFF1ZXN0aW9uVXVpZCI6IjAzNTc2NGM2LTQ0NGYtNDY1Mi04NjU5LTc0NmE5MDc1ZTM1YiIsInNob3dSZXN1bHRzIjpmYWxzZSwic2hvd0NvcnJlY3RBbnN3ZXJzIjpmYWxzZSwidm90aW5nTG9ja2VkIjpmYWxzZX0seyJwb2xsUXVlc3Rpb25VdWlkIjoiMDM1NzY0YzYtNDQ0Zi00NjUyLTg2NTktNzQ2YTkwNzVlMzViIiwic2hvd1Jlc3VsdHMiOnRydWUsInNob3dDb3JyZWN0QW5zd2VycyI6ZmFsc2UsInZvdGluZ0xvY2tlZCI6dHJ1ZX0seyJwb2xsUXVlc3Rpb25VdWlkIjoiMDM1NzY0YzYtNDQ0Zi00NjUyLTg2NTktNzQ2YTkwNzVlMzViIiwic2hvd1Jlc3VsdHMiOnRydWUsInNob3dDb3JyZWN0QW5zd2VycyI6dHJ1ZSwidm90aW5nTG9ja2VkIjp0cnVlfV0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UyMjF9"/>
  <p:tag name="SLIDO_TYPE" val="SlidoPoll"/>
  <p:tag name="SLIDO_POLL_UUID" val="3b295eb5-9af2-40ed-9661-bd470f7e8461"/>
  <p:tag name="SLIDO_POLL_QUESTION_UUID" val="ebfaf441-7265-4bb6-b30f-43c4cf78555d"/>
  <p:tag name="SLIDO_TIMELINE" val="W3sicG9sbFF1ZXN0aW9uVXVpZCI6ImViZmFmNDQxLTcyNjUtNGJiNi1iMzBmLTQzYzRjZjc4NTU1ZCIsInNob3dSZXN1bHRzIjpmYWxzZSwic2hvd0NvcnJlY3RBbnN3ZXJzIjpmYWxzZSwidm90aW5nTG9ja2VkIjpmYWxzZX0seyJwb2xsUXVlc3Rpb25VdWlkIjoiZWJmYWY0NDEtNzI2NS00YmI2LWIzMGYtNDNjNGNmNzg1NTVkIiwic2hvd1Jlc3VsdHMiOnRydWUsInNob3dDb3JyZWN0QW5zd2VycyI6ZmFsc2UsInZvdGluZ0xvY2tlZCI6dHJ1ZX0seyJwb2xsUXVlc3Rpb25VdWlkIjoiZWJmYWY0NDEtNzI2NS00YmI2LWIzMGYtNDNjNGNmNzg1NTVkIiwic2hvd1Jlc3VsdHMiOnRydWUsInNob3dDb3JyZWN0QW5zd2VycyI6dHJ1ZSwidm90aW5nTG9ja2VkIjp0cnVlfV0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U3OTB9"/>
  <p:tag name="SLIDO_TYPE" val="SlidoPoll"/>
  <p:tag name="SLIDO_POLL_UUID" val="3b295eb5-9af2-40ed-9661-bd470f7e8461"/>
  <p:tag name="SLIDO_POLL_QUESTION_UUID" val="e73e7f1e-6386-4502-9a69-0b609ba26a2e"/>
  <p:tag name="SLIDO_TIMELINE" val="W3sicG9sbFF1ZXN0aW9uVXVpZCI6ImU3M2U3ZjFlLTYzODYtNDUwMi05YTY5LTBiNjA5YmEyNmEyZSIsInNob3dSZXN1bHRzIjpmYWxzZSwic2hvd0NvcnJlY3RBbnN3ZXJzIjpmYWxzZSwidm90aW5nTG9ja2VkIjpmYWxzZX0seyJwb2xsUXVlc3Rpb25VdWlkIjoiZTczZTdmMWUtNjM4Ni00NTAyLTlhNjktMGI2MDliYTI2YTJlIiwic2hvd1Jlc3VsdHMiOnRydWUsInNob3dDb3JyZWN0QW5zd2VycyI6ZmFsc2UsInZvdGluZ0xvY2tlZCI6dHJ1ZX0seyJwb2xsUXVlc3Rpb25VdWlkIjoiZTczZTdmMWUtNjM4Ni00NTAyLTlhNjktMGI2MDliYTI2YTJlIiwic2hvd1Jlc3VsdHMiOnRydWUsInNob3dDb3JyZWN0QW5zd2VycyI6dHJ1ZSwidm90aW5nTG9ja2VkIjp0cnVl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U4OTV9"/>
  <p:tag name="SLIDO_TYPE" val="SlidoPoll"/>
  <p:tag name="SLIDO_POLL_UUID" val="3b295eb5-9af2-40ed-9661-bd470f7e8461"/>
  <p:tag name="SLIDO_POLL_QUESTION_UUID" val="e44ead43-0a20-4b39-a6d1-57b0201f5134"/>
  <p:tag name="SLIDO_TIMELINE" val="W3sicG9sbFF1ZXN0aW9uVXVpZCI6ImU0NGVhZDQzLTBhMjAtNGIzOS1hNmQxLTU3YjAyMDFmNTEzNCIsInNob3dSZXN1bHRzIjpmYWxzZSwic2hvd0NvcnJlY3RBbnN3ZXJzIjpmYWxzZSwidm90aW5nTG9ja2VkIjpmYWxzZX0seyJwb2xsUXVlc3Rpb25VdWlkIjoiZTQ0ZWFkNDMtMGEyMC00YjM5LWE2ZDEtNTdiMDIwMWY1MTM0Iiwic2hvd1Jlc3VsdHMiOnRydWUsInNob3dDb3JyZWN0QW5zd2VycyI6ZmFsc2UsInZvdGluZ0xvY2tlZCI6dHJ1ZX0seyJwb2xsUXVlc3Rpb25VdWlkIjoiZTQ0ZWFkNDMtMGEyMC00YjM5LWE2ZDEtNTdiMDIwMWY1MTM0Iiwic2hvd1Jlc3VsdHMiOnRydWUsInNob3dDb3JyZWN0QW5zd2VycyI6dHJ1ZSwidm90aW5nTG9ja2VkIjp0cnVlfV0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ODMwNzYyOTZ9"/>
  <p:tag name="SLIDO_TYPE" val="SlidoPoll"/>
  <p:tag name="SLIDO_POLL_UUID" val="3b295eb5-9af2-40ed-9661-bd470f7e8461"/>
  <p:tag name="SLIDO_POLL_QUESTION_UUID" val="7be8efb1-8e10-4ec5-8a68-d55b8d18539c"/>
  <p:tag name="SLIDO_TIMELINE" val="W3sicG9sbFF1ZXN0aW9uVXVpZCI6IjdiZThlZmIxLThlMTAtNGVjNS04YTY4LWQ1NWI4ZDE4NTM5YyIsInNob3dSZXN1bHRzIjpmYWxzZSwic2hvd0NvcnJlY3RBbnN3ZXJzIjpmYWxzZSwidm90aW5nTG9ja2VkIjpmYWxzZX0seyJwb2xsUXVlc3Rpb25VdWlkIjoiN2JlOGVmYjEtOGUxMC00ZWM1LThhNjgtZDU1YjhkMTg1MzljIiwic2hvd1Jlc3VsdHMiOnRydWUsInNob3dDb3JyZWN0QW5zd2VycyI6ZmFsc2UsInZvdGluZ0xvY2tlZCI6dHJ1ZX0seyJwb2xsUXVlc3Rpb25VdWlkIjoiN2JlOGVmYjEtOGUxMC00ZWM1LThhNjgtZDU1YjhkMTg1MzljIiwic2hvd1Jlc3VsdHMiOnRydWUsInNob3dDb3JyZWN0QW5zd2VycyI6dHJ1ZSwidm90aW5nTG9ja2VkIjp0cnVlfSx7InNjcmVlbiI6IlF1aXpMZWFkZXJib2FyZCIsInBvbGxRdWVzdGlvblV1aWQiOiI3YmU4ZWZiMS04ZTEwLTRlYzUtOGE2OC1kNTViOGQxODUzOWMiLCJzaG93UmVzdWx0cyI6dHJ1ZSwic2hvd0NvcnJlY3RBbnN3ZXJzIjp0cnVlLCJ2b3RpbmdMb2NrZWQiOnRydWV9XQ=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1399</Words>
  <Application>Microsoft Office PowerPoint</Application>
  <PresentationFormat>Widescreen</PresentationFormat>
  <Paragraphs>327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Aswathy Mohan</dc:creator>
  <cp:keywords/>
  <dc:description>generated using python-pptx</dc:description>
  <cp:lastModifiedBy>Aswathy Mohan</cp:lastModifiedBy>
  <cp:revision>5</cp:revision>
  <dcterms:created xsi:type="dcterms:W3CDTF">2013-01-27T09:14:16Z</dcterms:created>
  <dcterms:modified xsi:type="dcterms:W3CDTF">2026-07-30T06:48:20Z</dcterms:modified>
  <cp:category/>
</cp:coreProperties>
</file>