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15" d="100"/>
          <a:sy n="115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Mohan" userId="8ec7b060-ec9d-4a76-a81c-f80212d9386c" providerId="ADAL" clId="{A2D8F3F3-AB79-5800-97AF-2AFE679C11CA}"/>
    <pc:docChg chg="custSel modSld">
      <pc:chgData name="Aswathy Mohan" userId="8ec7b060-ec9d-4a76-a81c-f80212d9386c" providerId="ADAL" clId="{A2D8F3F3-AB79-5800-97AF-2AFE679C11CA}" dt="2026-10-14T06:04:13.005" v="271" actId="255"/>
      <pc:docMkLst>
        <pc:docMk/>
      </pc:docMkLst>
      <pc:sldChg chg="delSp modSp mod">
        <pc:chgData name="Aswathy Mohan" userId="8ec7b060-ec9d-4a76-a81c-f80212d9386c" providerId="ADAL" clId="{A2D8F3F3-AB79-5800-97AF-2AFE679C11CA}" dt="2026-10-09T02:23:02.496" v="1" actId="255"/>
        <pc:sldMkLst>
          <pc:docMk/>
          <pc:sldMk cId="24980951" sldId="257"/>
        </pc:sldMkLst>
        <pc:spChg chg="mod">
          <ac:chgData name="Aswathy Mohan" userId="8ec7b060-ec9d-4a76-a81c-f80212d9386c" providerId="ADAL" clId="{A2D8F3F3-AB79-5800-97AF-2AFE679C11CA}" dt="2026-10-09T02:23:02.496" v="1" actId="255"/>
          <ac:spMkLst>
            <pc:docMk/>
            <pc:sldMk cId="24980951" sldId="257"/>
            <ac:spMk id="4" creationId="{4FF021CD-B922-40CA-8357-918DDF03A024}"/>
          </ac:spMkLst>
        </pc:spChg>
        <pc:spChg chg="mod">
          <ac:chgData name="Aswathy Mohan" userId="8ec7b060-ec9d-4a76-a81c-f80212d9386c" providerId="ADAL" clId="{A2D8F3F3-AB79-5800-97AF-2AFE679C11CA}" dt="2026-10-09T02:23:02.496" v="1" actId="255"/>
          <ac:spMkLst>
            <pc:docMk/>
            <pc:sldMk cId="24980951" sldId="257"/>
            <ac:spMk id="5" creationId="{BC5DC8C2-5C5F-46D7-B70F-19711A06E472}"/>
          </ac:spMkLst>
        </pc:spChg>
        <pc:spChg chg="mod">
          <ac:chgData name="Aswathy Mohan" userId="8ec7b060-ec9d-4a76-a81c-f80212d9386c" providerId="ADAL" clId="{A2D8F3F3-AB79-5800-97AF-2AFE679C11CA}" dt="2026-10-09T02:23:02.496" v="1" actId="255"/>
          <ac:spMkLst>
            <pc:docMk/>
            <pc:sldMk cId="24980951" sldId="257"/>
            <ac:spMk id="6" creationId="{DA1059A4-6BF5-40FB-8E12-E68B74D1F48C}"/>
          </ac:spMkLst>
        </pc:spChg>
        <pc:spChg chg="mod">
          <ac:chgData name="Aswathy Mohan" userId="8ec7b060-ec9d-4a76-a81c-f80212d9386c" providerId="ADAL" clId="{A2D8F3F3-AB79-5800-97AF-2AFE679C11CA}" dt="2026-10-09T02:23:02.496" v="1" actId="255"/>
          <ac:spMkLst>
            <pc:docMk/>
            <pc:sldMk cId="24980951" sldId="257"/>
            <ac:spMk id="7" creationId="{3CDCC8BB-0C52-48A2-A029-DC09A118A434}"/>
          </ac:spMkLst>
        </pc:spChg>
        <pc:spChg chg="mod">
          <ac:chgData name="Aswathy Mohan" userId="8ec7b060-ec9d-4a76-a81c-f80212d9386c" providerId="ADAL" clId="{A2D8F3F3-AB79-5800-97AF-2AFE679C11CA}" dt="2026-10-09T02:23:02.496" v="1" actId="255"/>
          <ac:spMkLst>
            <pc:docMk/>
            <pc:sldMk cId="24980951" sldId="257"/>
            <ac:spMk id="8" creationId="{3884AF64-FDE1-4748-B4B3-30AA730AEBF6}"/>
          </ac:spMkLst>
        </pc:spChg>
        <pc:spChg chg="mod">
          <ac:chgData name="Aswathy Mohan" userId="8ec7b060-ec9d-4a76-a81c-f80212d9386c" providerId="ADAL" clId="{A2D8F3F3-AB79-5800-97AF-2AFE679C11CA}" dt="2026-10-09T02:23:02.496" v="1" actId="255"/>
          <ac:spMkLst>
            <pc:docMk/>
            <pc:sldMk cId="24980951" sldId="257"/>
            <ac:spMk id="10" creationId="{8ED93A5E-6E33-4E33-8B86-A8CD64BBB03C}"/>
          </ac:spMkLst>
        </pc:spChg>
        <pc:spChg chg="mod">
          <ac:chgData name="Aswathy Mohan" userId="8ec7b060-ec9d-4a76-a81c-f80212d9386c" providerId="ADAL" clId="{A2D8F3F3-AB79-5800-97AF-2AFE679C11CA}" dt="2026-10-09T02:23:02.496" v="1" actId="255"/>
          <ac:spMkLst>
            <pc:docMk/>
            <pc:sldMk cId="24980951" sldId="257"/>
            <ac:spMk id="11" creationId="{10987FF5-98FA-40CE-BE59-9351218F9D36}"/>
          </ac:spMkLst>
        </pc:spChg>
        <pc:spChg chg="mod">
          <ac:chgData name="Aswathy Mohan" userId="8ec7b060-ec9d-4a76-a81c-f80212d9386c" providerId="ADAL" clId="{A2D8F3F3-AB79-5800-97AF-2AFE679C11CA}" dt="2026-10-09T02:23:02.496" v="1" actId="255"/>
          <ac:spMkLst>
            <pc:docMk/>
            <pc:sldMk cId="24980951" sldId="257"/>
            <ac:spMk id="12" creationId="{037BC694-0F37-46FC-B050-EB71DBE01D75}"/>
          </ac:spMkLst>
        </pc:spChg>
        <pc:spChg chg="mod">
          <ac:chgData name="Aswathy Mohan" userId="8ec7b060-ec9d-4a76-a81c-f80212d9386c" providerId="ADAL" clId="{A2D8F3F3-AB79-5800-97AF-2AFE679C11CA}" dt="2026-10-09T02:23:02.496" v="1" actId="255"/>
          <ac:spMkLst>
            <pc:docMk/>
            <pc:sldMk cId="24980951" sldId="257"/>
            <ac:spMk id="13" creationId="{5A68E434-60BD-4B41-B928-9B62866E2E3D}"/>
          </ac:spMkLst>
        </pc:spChg>
        <pc:spChg chg="mod">
          <ac:chgData name="Aswathy Mohan" userId="8ec7b060-ec9d-4a76-a81c-f80212d9386c" providerId="ADAL" clId="{A2D8F3F3-AB79-5800-97AF-2AFE679C11CA}" dt="2026-10-09T02:23:02.496" v="1" actId="255"/>
          <ac:spMkLst>
            <pc:docMk/>
            <pc:sldMk cId="24980951" sldId="257"/>
            <ac:spMk id="14" creationId="{4E13F0F0-FD04-4338-A244-D3EBD3D0843E}"/>
          </ac:spMkLst>
        </pc:spChg>
      </pc:sldChg>
      <pc:sldChg chg="modSp mod">
        <pc:chgData name="Aswathy Mohan" userId="8ec7b060-ec9d-4a76-a81c-f80212d9386c" providerId="ADAL" clId="{A2D8F3F3-AB79-5800-97AF-2AFE679C11CA}" dt="2026-10-14T06:04:13.005" v="271" actId="255"/>
        <pc:sldMkLst>
          <pc:docMk/>
          <pc:sldMk cId="762283175" sldId="258"/>
        </pc:sldMkLst>
        <pc:spChg chg="mod">
          <ac:chgData name="Aswathy Mohan" userId="8ec7b060-ec9d-4a76-a81c-f80212d9386c" providerId="ADAL" clId="{A2D8F3F3-AB79-5800-97AF-2AFE679C11CA}" dt="2026-10-09T02:35:12.879" v="2" actId="255"/>
          <ac:spMkLst>
            <pc:docMk/>
            <pc:sldMk cId="762283175" sldId="258"/>
            <ac:spMk id="3" creationId="{3948837A-7F0F-4EBD-8011-4F7855D1112B}"/>
          </ac:spMkLst>
        </pc:spChg>
        <pc:spChg chg="mod">
          <ac:chgData name="Aswathy Mohan" userId="8ec7b060-ec9d-4a76-a81c-f80212d9386c" providerId="ADAL" clId="{A2D8F3F3-AB79-5800-97AF-2AFE679C11CA}" dt="2026-10-14T06:04:13.005" v="271" actId="255"/>
          <ac:spMkLst>
            <pc:docMk/>
            <pc:sldMk cId="762283175" sldId="258"/>
            <ac:spMk id="6" creationId="{9D928EEA-A56F-4618-AA5D-66F44370FB4F}"/>
          </ac:spMkLst>
        </pc:spChg>
        <pc:spChg chg="mod">
          <ac:chgData name="Aswathy Mohan" userId="8ec7b060-ec9d-4a76-a81c-f80212d9386c" providerId="ADAL" clId="{A2D8F3F3-AB79-5800-97AF-2AFE679C11CA}" dt="2026-10-14T06:04:13.005" v="271" actId="255"/>
          <ac:spMkLst>
            <pc:docMk/>
            <pc:sldMk cId="762283175" sldId="258"/>
            <ac:spMk id="11" creationId="{37C9C439-75F7-43B5-A360-847DB108CC8E}"/>
          </ac:spMkLst>
        </pc:spChg>
      </pc:sldChg>
      <pc:sldChg chg="addSp delSp modSp mod">
        <pc:chgData name="Aswathy Mohan" userId="8ec7b060-ec9d-4a76-a81c-f80212d9386c" providerId="ADAL" clId="{A2D8F3F3-AB79-5800-97AF-2AFE679C11CA}" dt="2026-10-09T02:57:53.140" v="247" actId="14100"/>
        <pc:sldMkLst>
          <pc:docMk/>
          <pc:sldMk cId="465689967" sldId="259"/>
        </pc:sldMkLst>
        <pc:spChg chg="mod">
          <ac:chgData name="Aswathy Mohan" userId="8ec7b060-ec9d-4a76-a81c-f80212d9386c" providerId="ADAL" clId="{A2D8F3F3-AB79-5800-97AF-2AFE679C11CA}" dt="2026-10-09T02:38:57.030" v="3" actId="255"/>
          <ac:spMkLst>
            <pc:docMk/>
            <pc:sldMk cId="465689967" sldId="259"/>
            <ac:spMk id="3" creationId="{A580320F-1A5C-49B2-85F3-55E9AE023263}"/>
          </ac:spMkLst>
        </pc:spChg>
        <pc:spChg chg="mod">
          <ac:chgData name="Aswathy Mohan" userId="8ec7b060-ec9d-4a76-a81c-f80212d9386c" providerId="ADAL" clId="{A2D8F3F3-AB79-5800-97AF-2AFE679C11CA}" dt="2026-10-09T02:57:50.414" v="246" actId="1035"/>
          <ac:spMkLst>
            <pc:docMk/>
            <pc:sldMk cId="465689967" sldId="259"/>
            <ac:spMk id="5" creationId="{ADE63D7A-1D57-4D96-A93D-775772C16D0C}"/>
          </ac:spMkLst>
        </pc:spChg>
        <pc:spChg chg="mod">
          <ac:chgData name="Aswathy Mohan" userId="8ec7b060-ec9d-4a76-a81c-f80212d9386c" providerId="ADAL" clId="{A2D8F3F3-AB79-5800-97AF-2AFE679C11CA}" dt="2026-10-09T02:57:50.414" v="246" actId="1035"/>
          <ac:spMkLst>
            <pc:docMk/>
            <pc:sldMk cId="465689967" sldId="259"/>
            <ac:spMk id="6" creationId="{2AEC3594-FCFE-421D-BA13-E5794093FDAA}"/>
          </ac:spMkLst>
        </pc:spChg>
        <pc:spChg chg="mod">
          <ac:chgData name="Aswathy Mohan" userId="8ec7b060-ec9d-4a76-a81c-f80212d9386c" providerId="ADAL" clId="{A2D8F3F3-AB79-5800-97AF-2AFE679C11CA}" dt="2026-10-09T02:57:42.845" v="220" actId="1076"/>
          <ac:spMkLst>
            <pc:docMk/>
            <pc:sldMk cId="465689967" sldId="259"/>
            <ac:spMk id="7" creationId="{955F3A45-ED34-4BBE-A761-EDE8E75BD512}"/>
          </ac:spMkLst>
        </pc:spChg>
        <pc:spChg chg="mod">
          <ac:chgData name="Aswathy Mohan" userId="8ec7b060-ec9d-4a76-a81c-f80212d9386c" providerId="ADAL" clId="{A2D8F3F3-AB79-5800-97AF-2AFE679C11CA}" dt="2026-10-09T02:57:42.845" v="220" actId="1076"/>
          <ac:spMkLst>
            <pc:docMk/>
            <pc:sldMk cId="465689967" sldId="259"/>
            <ac:spMk id="8" creationId="{B47CC7E9-66A1-4905-93FD-6196EF8327BA}"/>
          </ac:spMkLst>
        </pc:spChg>
        <pc:spChg chg="mod">
          <ac:chgData name="Aswathy Mohan" userId="8ec7b060-ec9d-4a76-a81c-f80212d9386c" providerId="ADAL" clId="{A2D8F3F3-AB79-5800-97AF-2AFE679C11CA}" dt="2026-10-09T02:57:16.706" v="169" actId="1037"/>
          <ac:spMkLst>
            <pc:docMk/>
            <pc:sldMk cId="465689967" sldId="259"/>
            <ac:spMk id="9" creationId="{294C3C66-F3D5-4AB6-A60C-3E13A9AA9912}"/>
          </ac:spMkLst>
        </pc:spChg>
        <pc:spChg chg="mod">
          <ac:chgData name="Aswathy Mohan" userId="8ec7b060-ec9d-4a76-a81c-f80212d9386c" providerId="ADAL" clId="{A2D8F3F3-AB79-5800-97AF-2AFE679C11CA}" dt="2026-10-09T02:57:16.706" v="169" actId="1037"/>
          <ac:spMkLst>
            <pc:docMk/>
            <pc:sldMk cId="465689967" sldId="259"/>
            <ac:spMk id="10" creationId="{A46FFE9B-A98A-475D-948A-CE23867130F9}"/>
          </ac:spMkLst>
        </pc:spChg>
        <pc:spChg chg="mod">
          <ac:chgData name="Aswathy Mohan" userId="8ec7b060-ec9d-4a76-a81c-f80212d9386c" providerId="ADAL" clId="{A2D8F3F3-AB79-5800-97AF-2AFE679C11CA}" dt="2026-10-09T02:57:28.062" v="192" actId="1036"/>
          <ac:spMkLst>
            <pc:docMk/>
            <pc:sldMk cId="465689967" sldId="259"/>
            <ac:spMk id="11" creationId="{6E63E7B6-A114-4F1B-8B60-609BFD34FF2B}"/>
          </ac:spMkLst>
        </pc:spChg>
        <pc:spChg chg="mod">
          <ac:chgData name="Aswathy Mohan" userId="8ec7b060-ec9d-4a76-a81c-f80212d9386c" providerId="ADAL" clId="{A2D8F3F3-AB79-5800-97AF-2AFE679C11CA}" dt="2026-10-09T02:57:28.062" v="192" actId="1036"/>
          <ac:spMkLst>
            <pc:docMk/>
            <pc:sldMk cId="465689967" sldId="259"/>
            <ac:spMk id="12" creationId="{505A48A6-9A40-4B2B-90BC-E5F574A3DAE1}"/>
          </ac:spMkLst>
        </pc:spChg>
        <pc:spChg chg="mod">
          <ac:chgData name="Aswathy Mohan" userId="8ec7b060-ec9d-4a76-a81c-f80212d9386c" providerId="ADAL" clId="{A2D8F3F3-AB79-5800-97AF-2AFE679C11CA}" dt="2026-10-09T02:55:26.591" v="110" actId="1036"/>
          <ac:spMkLst>
            <pc:docMk/>
            <pc:sldMk cId="465689967" sldId="259"/>
            <ac:spMk id="16" creationId="{6B6D387F-6D1A-474D-BE9F-4CBFA53E9E86}"/>
          </ac:spMkLst>
        </pc:spChg>
        <pc:spChg chg="mod">
          <ac:chgData name="Aswathy Mohan" userId="8ec7b060-ec9d-4a76-a81c-f80212d9386c" providerId="ADAL" clId="{A2D8F3F3-AB79-5800-97AF-2AFE679C11CA}" dt="2026-10-09T02:55:26.591" v="110" actId="1036"/>
          <ac:spMkLst>
            <pc:docMk/>
            <pc:sldMk cId="465689967" sldId="259"/>
            <ac:spMk id="17" creationId="{0EC74BAE-0F85-4106-879B-D8C23A7FB3CB}"/>
          </ac:spMkLst>
        </pc:spChg>
        <pc:spChg chg="mod">
          <ac:chgData name="Aswathy Mohan" userId="8ec7b060-ec9d-4a76-a81c-f80212d9386c" providerId="ADAL" clId="{A2D8F3F3-AB79-5800-97AF-2AFE679C11CA}" dt="2026-10-09T02:55:26.591" v="110" actId="1036"/>
          <ac:spMkLst>
            <pc:docMk/>
            <pc:sldMk cId="465689967" sldId="259"/>
            <ac:spMk id="18" creationId="{7D9B1F33-29D5-41DA-A02B-564D3E420241}"/>
          </ac:spMkLst>
        </pc:spChg>
        <pc:picChg chg="add mod">
          <ac:chgData name="Aswathy Mohan" userId="8ec7b060-ec9d-4a76-a81c-f80212d9386c" providerId="ADAL" clId="{A2D8F3F3-AB79-5800-97AF-2AFE679C11CA}" dt="2026-10-09T02:57:53.140" v="247" actId="14100"/>
          <ac:picMkLst>
            <pc:docMk/>
            <pc:sldMk cId="465689967" sldId="259"/>
            <ac:picMk id="13" creationId="{72D664AE-D92E-9346-CC21-2F57AFA60BD6}"/>
          </ac:picMkLst>
        </pc:picChg>
      </pc:sldChg>
      <pc:sldChg chg="modSp mod">
        <pc:chgData name="Aswathy Mohan" userId="8ec7b060-ec9d-4a76-a81c-f80212d9386c" providerId="ADAL" clId="{A2D8F3F3-AB79-5800-97AF-2AFE679C11CA}" dt="2026-10-09T02:58:15.033" v="248" actId="255"/>
        <pc:sldMkLst>
          <pc:docMk/>
          <pc:sldMk cId="2095791507" sldId="260"/>
        </pc:sldMkLst>
        <pc:spChg chg="mod">
          <ac:chgData name="Aswathy Mohan" userId="8ec7b060-ec9d-4a76-a81c-f80212d9386c" providerId="ADAL" clId="{A2D8F3F3-AB79-5800-97AF-2AFE679C11CA}" dt="2026-10-09T02:58:15.033" v="248" actId="255"/>
          <ac:spMkLst>
            <pc:docMk/>
            <pc:sldMk cId="2095791507" sldId="260"/>
            <ac:spMk id="3" creationId="{244676EF-3B8B-4B45-986E-06CD08CB9587}"/>
          </ac:spMkLst>
        </pc:spChg>
        <pc:spChg chg="mod">
          <ac:chgData name="Aswathy Mohan" userId="8ec7b060-ec9d-4a76-a81c-f80212d9386c" providerId="ADAL" clId="{A2D8F3F3-AB79-5800-97AF-2AFE679C11CA}" dt="2026-10-09T02:58:15.033" v="248" actId="255"/>
          <ac:spMkLst>
            <pc:docMk/>
            <pc:sldMk cId="2095791507" sldId="260"/>
            <ac:spMk id="4" creationId="{F9F658A9-F80F-48CC-8C94-18C0CCAC7091}"/>
          </ac:spMkLst>
        </pc:spChg>
        <pc:spChg chg="mod">
          <ac:chgData name="Aswathy Mohan" userId="8ec7b060-ec9d-4a76-a81c-f80212d9386c" providerId="ADAL" clId="{A2D8F3F3-AB79-5800-97AF-2AFE679C11CA}" dt="2026-10-09T02:58:15.033" v="248" actId="255"/>
          <ac:spMkLst>
            <pc:docMk/>
            <pc:sldMk cId="2095791507" sldId="260"/>
            <ac:spMk id="5" creationId="{8D045ECD-A898-443F-9E82-776E0C395D87}"/>
          </ac:spMkLst>
        </pc:spChg>
        <pc:spChg chg="mod">
          <ac:chgData name="Aswathy Mohan" userId="8ec7b060-ec9d-4a76-a81c-f80212d9386c" providerId="ADAL" clId="{A2D8F3F3-AB79-5800-97AF-2AFE679C11CA}" dt="2026-10-09T02:58:15.033" v="248" actId="255"/>
          <ac:spMkLst>
            <pc:docMk/>
            <pc:sldMk cId="2095791507" sldId="260"/>
            <ac:spMk id="7" creationId="{D5C86D02-9649-490E-986B-20643A55EC40}"/>
          </ac:spMkLst>
        </pc:spChg>
        <pc:spChg chg="mod">
          <ac:chgData name="Aswathy Mohan" userId="8ec7b060-ec9d-4a76-a81c-f80212d9386c" providerId="ADAL" clId="{A2D8F3F3-AB79-5800-97AF-2AFE679C11CA}" dt="2026-10-09T02:58:15.033" v="248" actId="255"/>
          <ac:spMkLst>
            <pc:docMk/>
            <pc:sldMk cId="2095791507" sldId="260"/>
            <ac:spMk id="8" creationId="{8CA02F6E-1BB6-495E-8464-2370ED8695B0}"/>
          </ac:spMkLst>
        </pc:spChg>
        <pc:spChg chg="mod">
          <ac:chgData name="Aswathy Mohan" userId="8ec7b060-ec9d-4a76-a81c-f80212d9386c" providerId="ADAL" clId="{A2D8F3F3-AB79-5800-97AF-2AFE679C11CA}" dt="2026-10-09T02:58:15.033" v="248" actId="255"/>
          <ac:spMkLst>
            <pc:docMk/>
            <pc:sldMk cId="2095791507" sldId="260"/>
            <ac:spMk id="10" creationId="{12E0DDB3-DC24-4928-BF6D-230B4FC8C072}"/>
          </ac:spMkLst>
        </pc:spChg>
        <pc:spChg chg="mod">
          <ac:chgData name="Aswathy Mohan" userId="8ec7b060-ec9d-4a76-a81c-f80212d9386c" providerId="ADAL" clId="{A2D8F3F3-AB79-5800-97AF-2AFE679C11CA}" dt="2026-10-09T02:58:15.033" v="248" actId="255"/>
          <ac:spMkLst>
            <pc:docMk/>
            <pc:sldMk cId="2095791507" sldId="260"/>
            <ac:spMk id="11" creationId="{5852A54A-ACAF-4911-A286-1280B14ED075}"/>
          </ac:spMkLst>
        </pc:spChg>
        <pc:spChg chg="mod">
          <ac:chgData name="Aswathy Mohan" userId="8ec7b060-ec9d-4a76-a81c-f80212d9386c" providerId="ADAL" clId="{A2D8F3F3-AB79-5800-97AF-2AFE679C11CA}" dt="2026-10-09T02:58:15.033" v="248" actId="255"/>
          <ac:spMkLst>
            <pc:docMk/>
            <pc:sldMk cId="2095791507" sldId="260"/>
            <ac:spMk id="13" creationId="{7E0AFCF2-D109-4691-9967-A499ACCDCBF3}"/>
          </ac:spMkLst>
        </pc:spChg>
        <pc:spChg chg="mod">
          <ac:chgData name="Aswathy Mohan" userId="8ec7b060-ec9d-4a76-a81c-f80212d9386c" providerId="ADAL" clId="{A2D8F3F3-AB79-5800-97AF-2AFE679C11CA}" dt="2026-10-09T02:58:15.033" v="248" actId="255"/>
          <ac:spMkLst>
            <pc:docMk/>
            <pc:sldMk cId="2095791507" sldId="260"/>
            <ac:spMk id="14" creationId="{E4333839-9DD9-4B84-82D2-ABA14D4C8D4D}"/>
          </ac:spMkLst>
        </pc:spChg>
        <pc:spChg chg="mod">
          <ac:chgData name="Aswathy Mohan" userId="8ec7b060-ec9d-4a76-a81c-f80212d9386c" providerId="ADAL" clId="{A2D8F3F3-AB79-5800-97AF-2AFE679C11CA}" dt="2026-10-09T02:58:15.033" v="248" actId="255"/>
          <ac:spMkLst>
            <pc:docMk/>
            <pc:sldMk cId="2095791507" sldId="260"/>
            <ac:spMk id="21" creationId="{7EF64591-6CA0-4E50-87DC-F33748D930E9}"/>
          </ac:spMkLst>
        </pc:spChg>
      </pc:sldChg>
      <pc:sldChg chg="modSp mod">
        <pc:chgData name="Aswathy Mohan" userId="8ec7b060-ec9d-4a76-a81c-f80212d9386c" providerId="ADAL" clId="{A2D8F3F3-AB79-5800-97AF-2AFE679C11CA}" dt="2026-10-14T06:02:58.448" v="269" actId="20577"/>
        <pc:sldMkLst>
          <pc:docMk/>
          <pc:sldMk cId="554194316" sldId="261"/>
        </pc:sldMkLst>
        <pc:spChg chg="mod">
          <ac:chgData name="Aswathy Mohan" userId="8ec7b060-ec9d-4a76-a81c-f80212d9386c" providerId="ADAL" clId="{A2D8F3F3-AB79-5800-97AF-2AFE679C11CA}" dt="2026-10-09T02:58:45.244" v="250" actId="255"/>
          <ac:spMkLst>
            <pc:docMk/>
            <pc:sldMk cId="554194316" sldId="261"/>
            <ac:spMk id="3" creationId="{43120B23-9E64-4711-BA97-4A8871ED83BF}"/>
          </ac:spMkLst>
        </pc:spChg>
        <pc:spChg chg="mod">
          <ac:chgData name="Aswathy Mohan" userId="8ec7b060-ec9d-4a76-a81c-f80212d9386c" providerId="ADAL" clId="{A2D8F3F3-AB79-5800-97AF-2AFE679C11CA}" dt="2026-10-09T02:58:45.244" v="250" actId="255"/>
          <ac:spMkLst>
            <pc:docMk/>
            <pc:sldMk cId="554194316" sldId="261"/>
            <ac:spMk id="4" creationId="{AD000A15-C680-4916-A83B-1F6FF6D3592A}"/>
          </ac:spMkLst>
        </pc:spChg>
        <pc:spChg chg="mod">
          <ac:chgData name="Aswathy Mohan" userId="8ec7b060-ec9d-4a76-a81c-f80212d9386c" providerId="ADAL" clId="{A2D8F3F3-AB79-5800-97AF-2AFE679C11CA}" dt="2026-10-09T02:59:03.973" v="254" actId="14100"/>
          <ac:spMkLst>
            <pc:docMk/>
            <pc:sldMk cId="554194316" sldId="261"/>
            <ac:spMk id="5" creationId="{EF01AF97-CB72-4A8A-B8CF-8B8E9EEB966C}"/>
          </ac:spMkLst>
        </pc:spChg>
        <pc:spChg chg="mod">
          <ac:chgData name="Aswathy Mohan" userId="8ec7b060-ec9d-4a76-a81c-f80212d9386c" providerId="ADAL" clId="{A2D8F3F3-AB79-5800-97AF-2AFE679C11CA}" dt="2026-10-09T02:58:59.238" v="253" actId="255"/>
          <ac:spMkLst>
            <pc:docMk/>
            <pc:sldMk cId="554194316" sldId="261"/>
            <ac:spMk id="6" creationId="{971B3403-2406-49DA-97CF-481C75902D1C}"/>
          </ac:spMkLst>
        </pc:spChg>
        <pc:spChg chg="mod">
          <ac:chgData name="Aswathy Mohan" userId="8ec7b060-ec9d-4a76-a81c-f80212d9386c" providerId="ADAL" clId="{A2D8F3F3-AB79-5800-97AF-2AFE679C11CA}" dt="2026-10-09T02:58:45.244" v="250" actId="255"/>
          <ac:spMkLst>
            <pc:docMk/>
            <pc:sldMk cId="554194316" sldId="261"/>
            <ac:spMk id="7" creationId="{53B48C56-6939-4A0A-B389-2DCCECF58EB9}"/>
          </ac:spMkLst>
        </pc:spChg>
        <pc:spChg chg="mod">
          <ac:chgData name="Aswathy Mohan" userId="8ec7b060-ec9d-4a76-a81c-f80212d9386c" providerId="ADAL" clId="{A2D8F3F3-AB79-5800-97AF-2AFE679C11CA}" dt="2026-10-09T02:58:45.244" v="250" actId="255"/>
          <ac:spMkLst>
            <pc:docMk/>
            <pc:sldMk cId="554194316" sldId="261"/>
            <ac:spMk id="8" creationId="{83F83012-79DB-475B-9E05-50E27192B644}"/>
          </ac:spMkLst>
        </pc:spChg>
        <pc:spChg chg="mod">
          <ac:chgData name="Aswathy Mohan" userId="8ec7b060-ec9d-4a76-a81c-f80212d9386c" providerId="ADAL" clId="{A2D8F3F3-AB79-5800-97AF-2AFE679C11CA}" dt="2026-10-09T02:58:45.244" v="250" actId="255"/>
          <ac:spMkLst>
            <pc:docMk/>
            <pc:sldMk cId="554194316" sldId="261"/>
            <ac:spMk id="9" creationId="{41AA7FDC-15FC-4486-B073-C8BCF27D3CBB}"/>
          </ac:spMkLst>
        </pc:spChg>
        <pc:spChg chg="mod">
          <ac:chgData name="Aswathy Mohan" userId="8ec7b060-ec9d-4a76-a81c-f80212d9386c" providerId="ADAL" clId="{A2D8F3F3-AB79-5800-97AF-2AFE679C11CA}" dt="2026-10-09T02:58:45.244" v="250" actId="255"/>
          <ac:spMkLst>
            <pc:docMk/>
            <pc:sldMk cId="554194316" sldId="261"/>
            <ac:spMk id="10" creationId="{12C4C0E6-C228-4B40-A8E3-2E072843148B}"/>
          </ac:spMkLst>
        </pc:spChg>
        <pc:spChg chg="mod">
          <ac:chgData name="Aswathy Mohan" userId="8ec7b060-ec9d-4a76-a81c-f80212d9386c" providerId="ADAL" clId="{A2D8F3F3-AB79-5800-97AF-2AFE679C11CA}" dt="2026-10-14T06:02:58.448" v="269" actId="20577"/>
          <ac:spMkLst>
            <pc:docMk/>
            <pc:sldMk cId="554194316" sldId="261"/>
            <ac:spMk id="11" creationId="{6B430869-4F10-4B39-A353-A611256CA4CD}"/>
          </ac:spMkLst>
        </pc:spChg>
        <pc:spChg chg="mod">
          <ac:chgData name="Aswathy Mohan" userId="8ec7b060-ec9d-4a76-a81c-f80212d9386c" providerId="ADAL" clId="{A2D8F3F3-AB79-5800-97AF-2AFE679C11CA}" dt="2026-10-09T02:58:45.244" v="250" actId="255"/>
          <ac:spMkLst>
            <pc:docMk/>
            <pc:sldMk cId="554194316" sldId="261"/>
            <ac:spMk id="12" creationId="{00207529-0B2B-4E38-9E8C-50B5E786B309}"/>
          </ac:spMkLst>
        </pc:spChg>
      </pc:sldChg>
      <pc:sldChg chg="modSp mod">
        <pc:chgData name="Aswathy Mohan" userId="8ec7b060-ec9d-4a76-a81c-f80212d9386c" providerId="ADAL" clId="{A2D8F3F3-AB79-5800-97AF-2AFE679C11CA}" dt="2026-10-09T02:59:13.360" v="255" actId="255"/>
        <pc:sldMkLst>
          <pc:docMk/>
          <pc:sldMk cId="675974635" sldId="262"/>
        </pc:sldMkLst>
        <pc:spChg chg="mod">
          <ac:chgData name="Aswathy Mohan" userId="8ec7b060-ec9d-4a76-a81c-f80212d9386c" providerId="ADAL" clId="{A2D8F3F3-AB79-5800-97AF-2AFE679C11CA}" dt="2026-10-09T02:59:13.360" v="255" actId="255"/>
          <ac:spMkLst>
            <pc:docMk/>
            <pc:sldMk cId="675974635" sldId="262"/>
            <ac:spMk id="3" creationId="{D2CAEA10-4D53-43E1-91B6-7650886A4ED7}"/>
          </ac:spMkLst>
        </pc:spChg>
      </pc:sldChg>
      <pc:sldChg chg="modSp mod">
        <pc:chgData name="Aswathy Mohan" userId="8ec7b060-ec9d-4a76-a81c-f80212d9386c" providerId="ADAL" clId="{A2D8F3F3-AB79-5800-97AF-2AFE679C11CA}" dt="2026-10-09T02:59:20.735" v="256" actId="255"/>
        <pc:sldMkLst>
          <pc:docMk/>
          <pc:sldMk cId="1193980828" sldId="263"/>
        </pc:sldMkLst>
        <pc:spChg chg="mod">
          <ac:chgData name="Aswathy Mohan" userId="8ec7b060-ec9d-4a76-a81c-f80212d9386c" providerId="ADAL" clId="{A2D8F3F3-AB79-5800-97AF-2AFE679C11CA}" dt="2026-10-09T02:59:20.735" v="256" actId="255"/>
          <ac:spMkLst>
            <pc:docMk/>
            <pc:sldMk cId="1193980828" sldId="263"/>
            <ac:spMk id="3" creationId="{BF3B36E2-24C4-4C47-9C71-13597FDCEC75}"/>
          </ac:spMkLst>
        </pc:spChg>
      </pc:sldChg>
      <pc:sldChg chg="modSp mod">
        <pc:chgData name="Aswathy Mohan" userId="8ec7b060-ec9d-4a76-a81c-f80212d9386c" providerId="ADAL" clId="{A2D8F3F3-AB79-5800-97AF-2AFE679C11CA}" dt="2026-10-09T02:59:53.796" v="257" actId="255"/>
        <pc:sldMkLst>
          <pc:docMk/>
          <pc:sldMk cId="1498001003" sldId="264"/>
        </pc:sldMkLst>
        <pc:spChg chg="mod">
          <ac:chgData name="Aswathy Mohan" userId="8ec7b060-ec9d-4a76-a81c-f80212d9386c" providerId="ADAL" clId="{A2D8F3F3-AB79-5800-97AF-2AFE679C11CA}" dt="2026-10-09T02:59:53.796" v="257" actId="255"/>
          <ac:spMkLst>
            <pc:docMk/>
            <pc:sldMk cId="1498001003" sldId="264"/>
            <ac:spMk id="3" creationId="{07EC4885-92B4-4E7C-A30B-E544EAD72B46}"/>
          </ac:spMkLst>
        </pc:spChg>
      </pc:sldChg>
      <pc:sldChg chg="modSp mod">
        <pc:chgData name="Aswathy Mohan" userId="8ec7b060-ec9d-4a76-a81c-f80212d9386c" providerId="ADAL" clId="{A2D8F3F3-AB79-5800-97AF-2AFE679C11CA}" dt="2026-10-09T03:00:07.995" v="258" actId="255"/>
        <pc:sldMkLst>
          <pc:docMk/>
          <pc:sldMk cId="222968358" sldId="265"/>
        </pc:sldMkLst>
        <pc:spChg chg="mod">
          <ac:chgData name="Aswathy Mohan" userId="8ec7b060-ec9d-4a76-a81c-f80212d9386c" providerId="ADAL" clId="{A2D8F3F3-AB79-5800-97AF-2AFE679C11CA}" dt="2026-10-09T03:00:07.995" v="258" actId="255"/>
          <ac:spMkLst>
            <pc:docMk/>
            <pc:sldMk cId="222968358" sldId="265"/>
            <ac:spMk id="3" creationId="{7CDA60FE-5E49-43A1-8F17-CD13C0BD7B3F}"/>
          </ac:spMkLst>
        </pc:spChg>
        <pc:spChg chg="mod">
          <ac:chgData name="Aswathy Mohan" userId="8ec7b060-ec9d-4a76-a81c-f80212d9386c" providerId="ADAL" clId="{A2D8F3F3-AB79-5800-97AF-2AFE679C11CA}" dt="2026-10-09T03:00:07.995" v="258" actId="255"/>
          <ac:spMkLst>
            <pc:docMk/>
            <pc:sldMk cId="222968358" sldId="265"/>
            <ac:spMk id="4" creationId="{507CF1C1-4702-49E5-90F4-EF19C096C7C0}"/>
          </ac:spMkLst>
        </pc:spChg>
        <pc:spChg chg="mod">
          <ac:chgData name="Aswathy Mohan" userId="8ec7b060-ec9d-4a76-a81c-f80212d9386c" providerId="ADAL" clId="{A2D8F3F3-AB79-5800-97AF-2AFE679C11CA}" dt="2026-10-09T03:00:07.995" v="258" actId="255"/>
          <ac:spMkLst>
            <pc:docMk/>
            <pc:sldMk cId="222968358" sldId="265"/>
            <ac:spMk id="5" creationId="{28086FC1-0634-4A71-96D0-00625FAACF06}"/>
          </ac:spMkLst>
        </pc:spChg>
        <pc:spChg chg="mod">
          <ac:chgData name="Aswathy Mohan" userId="8ec7b060-ec9d-4a76-a81c-f80212d9386c" providerId="ADAL" clId="{A2D8F3F3-AB79-5800-97AF-2AFE679C11CA}" dt="2026-10-09T03:00:07.995" v="258" actId="255"/>
          <ac:spMkLst>
            <pc:docMk/>
            <pc:sldMk cId="222968358" sldId="265"/>
            <ac:spMk id="6" creationId="{E0A24146-3FAD-4EDA-9F9D-C90DD5E3FD18}"/>
          </ac:spMkLst>
        </pc:spChg>
        <pc:spChg chg="mod">
          <ac:chgData name="Aswathy Mohan" userId="8ec7b060-ec9d-4a76-a81c-f80212d9386c" providerId="ADAL" clId="{A2D8F3F3-AB79-5800-97AF-2AFE679C11CA}" dt="2026-10-09T03:00:07.995" v="258" actId="255"/>
          <ac:spMkLst>
            <pc:docMk/>
            <pc:sldMk cId="222968358" sldId="265"/>
            <ac:spMk id="7" creationId="{797AAA26-DDD8-4E47-A8C3-63616BFD1D72}"/>
          </ac:spMkLst>
        </pc:spChg>
        <pc:spChg chg="mod">
          <ac:chgData name="Aswathy Mohan" userId="8ec7b060-ec9d-4a76-a81c-f80212d9386c" providerId="ADAL" clId="{A2D8F3F3-AB79-5800-97AF-2AFE679C11CA}" dt="2026-10-09T03:00:07.995" v="258" actId="255"/>
          <ac:spMkLst>
            <pc:docMk/>
            <pc:sldMk cId="222968358" sldId="265"/>
            <ac:spMk id="8" creationId="{B7DA3146-C2BD-4F24-A8AC-D00F4C0C2CE2}"/>
          </ac:spMkLst>
        </pc:spChg>
        <pc:spChg chg="mod">
          <ac:chgData name="Aswathy Mohan" userId="8ec7b060-ec9d-4a76-a81c-f80212d9386c" providerId="ADAL" clId="{A2D8F3F3-AB79-5800-97AF-2AFE679C11CA}" dt="2026-10-09T03:00:07.995" v="258" actId="255"/>
          <ac:spMkLst>
            <pc:docMk/>
            <pc:sldMk cId="222968358" sldId="265"/>
            <ac:spMk id="9" creationId="{38A8B40E-0EB3-4362-A35B-F97C18E7D776}"/>
          </ac:spMkLst>
        </pc:spChg>
        <pc:spChg chg="mod">
          <ac:chgData name="Aswathy Mohan" userId="8ec7b060-ec9d-4a76-a81c-f80212d9386c" providerId="ADAL" clId="{A2D8F3F3-AB79-5800-97AF-2AFE679C11CA}" dt="2026-10-09T03:00:07.995" v="258" actId="255"/>
          <ac:spMkLst>
            <pc:docMk/>
            <pc:sldMk cId="222968358" sldId="265"/>
            <ac:spMk id="10" creationId="{41E3D569-D2C9-4672-A8DD-6F52933FCFBC}"/>
          </ac:spMkLst>
        </pc:spChg>
        <pc:spChg chg="mod">
          <ac:chgData name="Aswathy Mohan" userId="8ec7b060-ec9d-4a76-a81c-f80212d9386c" providerId="ADAL" clId="{A2D8F3F3-AB79-5800-97AF-2AFE679C11CA}" dt="2026-10-09T03:00:07.995" v="258" actId="255"/>
          <ac:spMkLst>
            <pc:docMk/>
            <pc:sldMk cId="222968358" sldId="265"/>
            <ac:spMk id="11" creationId="{6AE9ACF9-287E-4EE5-9484-D8C9DFFCC1C5}"/>
          </ac:spMkLst>
        </pc:spChg>
        <pc:spChg chg="mod">
          <ac:chgData name="Aswathy Mohan" userId="8ec7b060-ec9d-4a76-a81c-f80212d9386c" providerId="ADAL" clId="{A2D8F3F3-AB79-5800-97AF-2AFE679C11CA}" dt="2026-10-09T03:00:07.995" v="258" actId="255"/>
          <ac:spMkLst>
            <pc:docMk/>
            <pc:sldMk cId="222968358" sldId="265"/>
            <ac:spMk id="12" creationId="{239D0D3A-4F58-482B-AFEC-A416728DD278}"/>
          </ac:spMkLst>
        </pc:spChg>
      </pc:sldChg>
      <pc:sldChg chg="modSp mod">
        <pc:chgData name="Aswathy Mohan" userId="8ec7b060-ec9d-4a76-a81c-f80212d9386c" providerId="ADAL" clId="{A2D8F3F3-AB79-5800-97AF-2AFE679C11CA}" dt="2026-10-09T03:00:17.959" v="259" actId="255"/>
        <pc:sldMkLst>
          <pc:docMk/>
          <pc:sldMk cId="1715209315" sldId="266"/>
        </pc:sldMkLst>
        <pc:spChg chg="mod">
          <ac:chgData name="Aswathy Mohan" userId="8ec7b060-ec9d-4a76-a81c-f80212d9386c" providerId="ADAL" clId="{A2D8F3F3-AB79-5800-97AF-2AFE679C11CA}" dt="2026-10-09T03:00:17.959" v="259" actId="255"/>
          <ac:spMkLst>
            <pc:docMk/>
            <pc:sldMk cId="1715209315" sldId="266"/>
            <ac:spMk id="4" creationId="{6A842DAB-ACA3-4112-B764-AC01F00CF8D3}"/>
          </ac:spMkLst>
        </pc:spChg>
        <pc:spChg chg="mod">
          <ac:chgData name="Aswathy Mohan" userId="8ec7b060-ec9d-4a76-a81c-f80212d9386c" providerId="ADAL" clId="{A2D8F3F3-AB79-5800-97AF-2AFE679C11CA}" dt="2026-10-09T03:00:17.959" v="259" actId="255"/>
          <ac:spMkLst>
            <pc:docMk/>
            <pc:sldMk cId="1715209315" sldId="266"/>
            <ac:spMk id="6" creationId="{3C1630D6-7002-45A7-B5C1-61B370E03D4A}"/>
          </ac:spMkLst>
        </pc:spChg>
        <pc:spChg chg="mod">
          <ac:chgData name="Aswathy Mohan" userId="8ec7b060-ec9d-4a76-a81c-f80212d9386c" providerId="ADAL" clId="{A2D8F3F3-AB79-5800-97AF-2AFE679C11CA}" dt="2026-10-09T03:00:17.959" v="259" actId="255"/>
          <ac:spMkLst>
            <pc:docMk/>
            <pc:sldMk cId="1715209315" sldId="266"/>
            <ac:spMk id="11" creationId="{43ABAEBE-4DA3-4011-A8DA-4B807EF03061}"/>
          </ac:spMkLst>
        </pc:spChg>
        <pc:spChg chg="mod">
          <ac:chgData name="Aswathy Mohan" userId="8ec7b060-ec9d-4a76-a81c-f80212d9386c" providerId="ADAL" clId="{A2D8F3F3-AB79-5800-97AF-2AFE679C11CA}" dt="2026-10-09T03:00:17.959" v="259" actId="255"/>
          <ac:spMkLst>
            <pc:docMk/>
            <pc:sldMk cId="1715209315" sldId="266"/>
            <ac:spMk id="12" creationId="{3E1D3D82-DF97-4D15-A885-7AD63FE8C803}"/>
          </ac:spMkLst>
        </pc:spChg>
        <pc:spChg chg="mod">
          <ac:chgData name="Aswathy Mohan" userId="8ec7b060-ec9d-4a76-a81c-f80212d9386c" providerId="ADAL" clId="{A2D8F3F3-AB79-5800-97AF-2AFE679C11CA}" dt="2026-10-09T03:00:17.959" v="259" actId="255"/>
          <ac:spMkLst>
            <pc:docMk/>
            <pc:sldMk cId="1715209315" sldId="266"/>
            <ac:spMk id="15" creationId="{C5BA8373-4AC5-4B75-BEF9-40A1E0AE21C6}"/>
          </ac:spMkLst>
        </pc:spChg>
        <pc:spChg chg="mod">
          <ac:chgData name="Aswathy Mohan" userId="8ec7b060-ec9d-4a76-a81c-f80212d9386c" providerId="ADAL" clId="{A2D8F3F3-AB79-5800-97AF-2AFE679C11CA}" dt="2026-10-09T03:00:17.959" v="259" actId="255"/>
          <ac:spMkLst>
            <pc:docMk/>
            <pc:sldMk cId="1715209315" sldId="266"/>
            <ac:spMk id="18" creationId="{DB701A94-3B3A-4508-BDDE-9F3ED393AFEB}"/>
          </ac:spMkLst>
        </pc:spChg>
        <pc:spChg chg="mod">
          <ac:chgData name="Aswathy Mohan" userId="8ec7b060-ec9d-4a76-a81c-f80212d9386c" providerId="ADAL" clId="{A2D8F3F3-AB79-5800-97AF-2AFE679C11CA}" dt="2026-10-09T03:00:17.959" v="259" actId="255"/>
          <ac:spMkLst>
            <pc:docMk/>
            <pc:sldMk cId="1715209315" sldId="266"/>
            <ac:spMk id="19" creationId="{1C6C3532-8A75-441B-B56A-23ECC774181D}"/>
          </ac:spMkLst>
        </pc:spChg>
        <pc:spChg chg="mod">
          <ac:chgData name="Aswathy Mohan" userId="8ec7b060-ec9d-4a76-a81c-f80212d9386c" providerId="ADAL" clId="{A2D8F3F3-AB79-5800-97AF-2AFE679C11CA}" dt="2026-10-09T03:00:17.959" v="259" actId="255"/>
          <ac:spMkLst>
            <pc:docMk/>
            <pc:sldMk cId="1715209315" sldId="266"/>
            <ac:spMk id="22" creationId="{56B91C9D-11F1-48CB-821C-41605AD59BC3}"/>
          </ac:spMkLst>
        </pc:spChg>
        <pc:spChg chg="mod">
          <ac:chgData name="Aswathy Mohan" userId="8ec7b060-ec9d-4a76-a81c-f80212d9386c" providerId="ADAL" clId="{A2D8F3F3-AB79-5800-97AF-2AFE679C11CA}" dt="2026-10-09T03:00:17.959" v="259" actId="255"/>
          <ac:spMkLst>
            <pc:docMk/>
            <pc:sldMk cId="1715209315" sldId="266"/>
            <ac:spMk id="23" creationId="{2524F622-4FC7-41E1-81FE-8E76D22F6FF8}"/>
          </ac:spMkLst>
        </pc:spChg>
        <pc:spChg chg="mod">
          <ac:chgData name="Aswathy Mohan" userId="8ec7b060-ec9d-4a76-a81c-f80212d9386c" providerId="ADAL" clId="{A2D8F3F3-AB79-5800-97AF-2AFE679C11CA}" dt="2026-10-09T03:00:17.959" v="259" actId="255"/>
          <ac:spMkLst>
            <pc:docMk/>
            <pc:sldMk cId="1715209315" sldId="266"/>
            <ac:spMk id="24" creationId="{140BE432-BA6E-4653-8F52-552CD3135FDB}"/>
          </ac:spMkLst>
        </pc:spChg>
      </pc:sldChg>
      <pc:sldChg chg="delSp modSp mod">
        <pc:chgData name="Aswathy Mohan" userId="8ec7b060-ec9d-4a76-a81c-f80212d9386c" providerId="ADAL" clId="{A2D8F3F3-AB79-5800-97AF-2AFE679C11CA}" dt="2026-10-14T06:03:42.613" v="270" actId="478"/>
        <pc:sldMkLst>
          <pc:docMk/>
          <pc:sldMk cId="660865431" sldId="267"/>
        </pc:sldMkLst>
        <pc:spChg chg="mod">
          <ac:chgData name="Aswathy Mohan" userId="8ec7b060-ec9d-4a76-a81c-f80212d9386c" providerId="ADAL" clId="{A2D8F3F3-AB79-5800-97AF-2AFE679C11CA}" dt="2026-10-09T03:00:29.779" v="260" actId="255"/>
          <ac:spMkLst>
            <pc:docMk/>
            <pc:sldMk cId="660865431" sldId="267"/>
            <ac:spMk id="3" creationId="{D3389B9F-0B3F-4538-9219-CA6ED4CFAE3F}"/>
          </ac:spMkLst>
        </pc:spChg>
        <pc:spChg chg="mod">
          <ac:chgData name="Aswathy Mohan" userId="8ec7b060-ec9d-4a76-a81c-f80212d9386c" providerId="ADAL" clId="{A2D8F3F3-AB79-5800-97AF-2AFE679C11CA}" dt="2026-10-09T03:00:29.779" v="260" actId="255"/>
          <ac:spMkLst>
            <pc:docMk/>
            <pc:sldMk cId="660865431" sldId="267"/>
            <ac:spMk id="4" creationId="{C98D84E9-E435-4C51-ABB9-7A2076AD7EFF}"/>
          </ac:spMkLst>
        </pc:spChg>
        <pc:spChg chg="mod">
          <ac:chgData name="Aswathy Mohan" userId="8ec7b060-ec9d-4a76-a81c-f80212d9386c" providerId="ADAL" clId="{A2D8F3F3-AB79-5800-97AF-2AFE679C11CA}" dt="2026-10-09T03:00:29.779" v="260" actId="255"/>
          <ac:spMkLst>
            <pc:docMk/>
            <pc:sldMk cId="660865431" sldId="267"/>
            <ac:spMk id="5" creationId="{9B4096E9-6BBE-4F9D-80BF-F2E0E1D1DB9F}"/>
          </ac:spMkLst>
        </pc:spChg>
        <pc:spChg chg="mod">
          <ac:chgData name="Aswathy Mohan" userId="8ec7b060-ec9d-4a76-a81c-f80212d9386c" providerId="ADAL" clId="{A2D8F3F3-AB79-5800-97AF-2AFE679C11CA}" dt="2026-10-09T03:00:29.779" v="260" actId="255"/>
          <ac:spMkLst>
            <pc:docMk/>
            <pc:sldMk cId="660865431" sldId="267"/>
            <ac:spMk id="6" creationId="{8C5FA1FB-7B82-450C-ACCE-B37E6E53A4EC}"/>
          </ac:spMkLst>
        </pc:spChg>
        <pc:spChg chg="mod">
          <ac:chgData name="Aswathy Mohan" userId="8ec7b060-ec9d-4a76-a81c-f80212d9386c" providerId="ADAL" clId="{A2D8F3F3-AB79-5800-97AF-2AFE679C11CA}" dt="2026-10-09T03:00:29.779" v="260" actId="255"/>
          <ac:spMkLst>
            <pc:docMk/>
            <pc:sldMk cId="660865431" sldId="267"/>
            <ac:spMk id="7" creationId="{4E94A388-5012-436E-9A11-4341D8699D68}"/>
          </ac:spMkLst>
        </pc:spChg>
        <pc:spChg chg="mod">
          <ac:chgData name="Aswathy Mohan" userId="8ec7b060-ec9d-4a76-a81c-f80212d9386c" providerId="ADAL" clId="{A2D8F3F3-AB79-5800-97AF-2AFE679C11CA}" dt="2026-10-09T03:00:29.779" v="260" actId="255"/>
          <ac:spMkLst>
            <pc:docMk/>
            <pc:sldMk cId="660865431" sldId="267"/>
            <ac:spMk id="8" creationId="{3F0B3552-E130-449C-A97F-19783A7E7254}"/>
          </ac:spMkLst>
        </pc:spChg>
        <pc:spChg chg="mod">
          <ac:chgData name="Aswathy Mohan" userId="8ec7b060-ec9d-4a76-a81c-f80212d9386c" providerId="ADAL" clId="{A2D8F3F3-AB79-5800-97AF-2AFE679C11CA}" dt="2026-10-09T03:00:29.779" v="260" actId="255"/>
          <ac:spMkLst>
            <pc:docMk/>
            <pc:sldMk cId="660865431" sldId="267"/>
            <ac:spMk id="9" creationId="{070CA2FA-D551-4DCF-ACE0-4E2E55E123EC}"/>
          </ac:spMkLst>
        </pc:spChg>
        <pc:spChg chg="mod">
          <ac:chgData name="Aswathy Mohan" userId="8ec7b060-ec9d-4a76-a81c-f80212d9386c" providerId="ADAL" clId="{A2D8F3F3-AB79-5800-97AF-2AFE679C11CA}" dt="2026-10-09T03:00:29.779" v="260" actId="255"/>
          <ac:spMkLst>
            <pc:docMk/>
            <pc:sldMk cId="660865431" sldId="267"/>
            <ac:spMk id="10" creationId="{980C7A8D-0213-4C68-A0B3-C4F779F56CF0}"/>
          </ac:spMkLst>
        </pc:spChg>
        <pc:spChg chg="del mod">
          <ac:chgData name="Aswathy Mohan" userId="8ec7b060-ec9d-4a76-a81c-f80212d9386c" providerId="ADAL" clId="{A2D8F3F3-AB79-5800-97AF-2AFE679C11CA}" dt="2026-10-14T06:03:42.613" v="270" actId="478"/>
          <ac:spMkLst>
            <pc:docMk/>
            <pc:sldMk cId="660865431" sldId="267"/>
            <ac:spMk id="11" creationId="{96EA6417-EADB-418D-A136-6AC2840D1221}"/>
          </ac:spMkLst>
        </pc:spChg>
        <pc:spChg chg="del">
          <ac:chgData name="Aswathy Mohan" userId="8ec7b060-ec9d-4a76-a81c-f80212d9386c" providerId="ADAL" clId="{A2D8F3F3-AB79-5800-97AF-2AFE679C11CA}" dt="2026-10-14T06:03:42.613" v="270" actId="478"/>
          <ac:spMkLst>
            <pc:docMk/>
            <pc:sldMk cId="660865431" sldId="267"/>
            <ac:spMk id="12" creationId="{1CFBB369-DFF7-4B7D-BACA-9D30A5CD4349}"/>
          </ac:spMkLst>
        </pc:spChg>
        <pc:spChg chg="del mod">
          <ac:chgData name="Aswathy Mohan" userId="8ec7b060-ec9d-4a76-a81c-f80212d9386c" providerId="ADAL" clId="{A2D8F3F3-AB79-5800-97AF-2AFE679C11CA}" dt="2026-10-14T06:03:42.613" v="270" actId="478"/>
          <ac:spMkLst>
            <pc:docMk/>
            <pc:sldMk cId="660865431" sldId="267"/>
            <ac:spMk id="13" creationId="{66EC5AF5-8B20-4E5D-9C71-86DFE47B753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intent: Gamma, Helm, Johnson and Vlissides, Design Patterns (1994), Proxy. https://patterns.univ-nantes.io/proxy.html . Image code is an original teaching example. Console output simulates file loading. It demonstrates single-threaded lazy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intent: Gamma, Helm, Johnson and Vlissides, Design Patterns (1994), Proxy. https://patterns.univ-nantes.io/proxy.html . Image code is an original teaching example. Console output simulates file loading. It demonstrates single-threaded lazy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intent: Gamma, Helm, Johnson and Vlissides, Design Patterns (1994), Proxy. https://patterns.univ-nantes.io/proxy.html . Image code is an original teaching example. Console output simulates file loading. It demonstrates single-threaded lazy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intent: Gamma, Helm, Johnson and Vlissides, Design Patterns (1994), Proxy. https://patterns.univ-nantes.io/proxy.html . Image code is an original teaching example. Console output simulates file loading. It demonstrates single-threaded lazy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intent: Gamma, Helm, Johnson and Vlissides, Design Patterns (1994), Proxy. https://patterns.univ-nantes.io/proxy.html . Image code is an original teaching example. Console output simulates file loading. It demonstrates single-threaded lazy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intent: Gamma, Helm, Johnson and Vlissides, Design Patterns (1994), Proxy. https://patterns.univ-nantes.io/proxy.html . Image code is an original teaching example. Console output simulates file loading. It demonstrates single-threaded lazy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intent: Gamma, Helm, Johnson and Vlissides, Design Patterns (1994), Proxy. https://patterns.univ-nantes.io/proxy.html . Image code is an original teaching example. Console output simulates file loading. It demonstrates single-threaded lazy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intent: Gamma, Helm, Johnson and Vlissides, Design Patterns (1994), Proxy. https://patterns.univ-nantes.io/proxy.html . Image code is an original teaching example. Console output simulates file loading. It demonstrates single-threaded lazy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intent: Gamma, Helm, Johnson and Vlissides, Design Patterns (1994), Proxy. https://patterns.univ-nantes.io/proxy.html . Image code is an original teaching example. Console output simulates file loading. It demonstrates single-threaded lazy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intent: Gamma, Helm, Johnson and Vlissides, Design Patterns (1994), Proxy. https://patterns.univ-nantes.io/proxy.html . Image code is an original teaching example. Console output simulates file loading. It demonstrates single-threaded lazy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intent: Gamma, Helm, Johnson and Vlissides, Design Patterns (1994), Proxy. https://patterns.univ-nantes.io/proxy.html . Image code is an original teaching example. Console output simulates file loading. It demonstrates single-threaded lazy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intent: Gamma, Helm, Johnson and Vlissides, Design Patterns (1994), Proxy. https://patterns.univ-nantes.io/proxy.html . Image code is an original teaching example. Console output simulates file loading. It demonstrates single-threaded lazy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A5D4F3E-5D1D-44F0-820B-A6933A526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4B98AEC-2B2C-4524-9005-DA344579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C14156C-BE49-42ED-B72E-ECBED3FCE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33772DB-AFA0-44BE-BB57-44094E66D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0120D2D-CA35-4511-8B1C-870244F04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942AD5-C553-4529-8E4B-B211C774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906761A-9A60-4715-AA9C-404738A3E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E9E1CE7-EE93-41EC-827B-F5FA1146EF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E57479A-EF32-4FB1-86C0-CD152991C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A452B3A-AA69-4348-A492-2A5304074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6561D4-E1E3-4251-A72F-7B5AC556377B}"/>
              </a:ext>
            </a:extLst>
          </p:cNvPr>
          <p:cNvSpPr>
            <a:spLocks noGrp="1"/>
          </p:cNvSpPr>
          <p:nvPr/>
        </p:nvSpPr>
        <p:spPr>
          <a:xfrm>
            <a:off x="2333625" y="2686050"/>
            <a:ext cx="9858375" cy="78105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A65A22-F7A4-4BB3-9B59-85CA5ED08F0D}"/>
              </a:ext>
            </a:extLst>
          </p:cNvPr>
          <p:cNvSpPr>
            <a:spLocks noGrp="1"/>
          </p:cNvSpPr>
          <p:nvPr/>
        </p:nvSpPr>
        <p:spPr>
          <a:xfrm>
            <a:off x="2505075" y="2771775"/>
            <a:ext cx="3905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418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3418" b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18" b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Unit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D8641E-E07B-46FF-8E37-A27A265E1A09}"/>
              </a:ext>
            </a:extLst>
          </p:cNvPr>
          <p:cNvSpPr>
            <a:spLocks noGrp="1"/>
          </p:cNvSpPr>
          <p:nvPr/>
        </p:nvSpPr>
        <p:spPr>
          <a:xfrm>
            <a:off x="1514475" y="800100"/>
            <a:ext cx="9382125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4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2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Proxy Design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74B4C5-BFF1-48A0-A0BF-48A2EAE117A2}"/>
              </a:ext>
            </a:extLst>
          </p:cNvPr>
          <p:cNvSpPr>
            <a:spLocks noGrp="1"/>
          </p:cNvSpPr>
          <p:nvPr/>
        </p:nvSpPr>
        <p:spPr>
          <a:xfrm>
            <a:off x="1381125" y="1790700"/>
            <a:ext cx="9429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175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17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Control access to a real object through a substitute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94E66-9BDF-43CF-9411-F0B25C16B16E}"/>
              </a:ext>
            </a:extLst>
          </p:cNvPr>
          <p:cNvSpPr>
            <a:spLocks noGrp="1"/>
          </p:cNvSpPr>
          <p:nvPr/>
        </p:nvSpPr>
        <p:spPr>
          <a:xfrm>
            <a:off x="2705100" y="4657725"/>
            <a:ext cx="6838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8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781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1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GoF structural pattern</a:t>
            </a:r>
          </a:p>
        </p:txBody>
      </p:sp>
    </p:spTree>
    <p:extLst>
      <p:ext uri="{BB962C8B-B14F-4D97-AF65-F5344CB8AC3E}">
        <p14:creationId xmlns:p14="http://schemas.microsoft.com/office/powerpoint/2010/main" val="2144941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E13F0F0-FD04-4338-A244-D3EBD3D0843E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5630E9-DE2C-4601-9657-C4A3CFAB51CA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Proxy Design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F021CD-B922-40CA-8357-918DDF03A024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5DC8C2-5C5F-46D7-B70F-19711A06E472}"/>
              </a:ext>
            </a:extLst>
          </p:cNvPr>
          <p:cNvSpPr>
            <a:spLocks noGrp="1"/>
          </p:cNvSpPr>
          <p:nvPr/>
        </p:nvSpPr>
        <p:spPr>
          <a:xfrm>
            <a:off x="628650" y="1104900"/>
            <a:ext cx="6667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Gang of Four intent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1059A4-6BF5-40FB-8E12-E68B74D1F48C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1092517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Provide a surrogate or placeholder for another object to control access to it.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DCC8BB-0C52-48A2-A029-DC09A118A434}"/>
              </a:ext>
            </a:extLst>
          </p:cNvPr>
          <p:cNvSpPr>
            <a:spLocks noGrp="1"/>
          </p:cNvSpPr>
          <p:nvPr/>
        </p:nvSpPr>
        <p:spPr>
          <a:xfrm>
            <a:off x="628650" y="2676525"/>
            <a:ext cx="5095875" cy="2505075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84AF64-FDE1-4748-B4B3-30AA730AEBF6}"/>
              </a:ext>
            </a:extLst>
          </p:cNvPr>
          <p:cNvSpPr>
            <a:spLocks noGrp="1"/>
          </p:cNvSpPr>
          <p:nvPr/>
        </p:nvSpPr>
        <p:spPr>
          <a:xfrm>
            <a:off x="781050" y="2809875"/>
            <a:ext cx="4572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Simple definition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2F71B1-09F0-42A1-9A96-1AD9E216EF99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4695825" cy="144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proxy implements the same interface as the real object. The client calls the proxy, which controls when or how it forwards the request.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D93A5E-6E33-4E33-8B86-A8CD64BBB03C}"/>
              </a:ext>
            </a:extLst>
          </p:cNvPr>
          <p:cNvSpPr>
            <a:spLocks noGrp="1"/>
          </p:cNvSpPr>
          <p:nvPr/>
        </p:nvSpPr>
        <p:spPr>
          <a:xfrm>
            <a:off x="5981700" y="2676525"/>
            <a:ext cx="5562600" cy="2505075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987FF5-98FA-40CE-BE59-9351218F9D36}"/>
              </a:ext>
            </a:extLst>
          </p:cNvPr>
          <p:cNvSpPr>
            <a:spLocks noGrp="1"/>
          </p:cNvSpPr>
          <p:nvPr/>
        </p:nvSpPr>
        <p:spPr>
          <a:xfrm>
            <a:off x="6143625" y="2809875"/>
            <a:ext cx="50958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Everyday analogy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7BC694-0F37-46FC-B050-EB71DBE01D75}"/>
              </a:ext>
            </a:extLst>
          </p:cNvPr>
          <p:cNvSpPr>
            <a:spLocks noGrp="1"/>
          </p:cNvSpPr>
          <p:nvPr/>
        </p:nvSpPr>
        <p:spPr>
          <a:xfrm>
            <a:off x="6143625" y="3276600"/>
            <a:ext cx="5105400" cy="1457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receptionist receives requests before passing them to a manager. The receptionist controls access to the manager.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68E434-60BD-4B41-B928-9B62866E2E3D}"/>
              </a:ext>
            </a:extLst>
          </p:cNvPr>
          <p:cNvSpPr>
            <a:spLocks noGrp="1"/>
          </p:cNvSpPr>
          <p:nvPr/>
        </p:nvSpPr>
        <p:spPr>
          <a:xfrm>
            <a:off x="733425" y="5572125"/>
            <a:ext cx="104775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20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The client calls the proxy. The proxy decides how to reach the real object.</a:t>
            </a:r>
          </a:p>
        </p:txBody>
      </p:sp>
    </p:spTree>
    <p:extLst>
      <p:ext uri="{BB962C8B-B14F-4D97-AF65-F5344CB8AC3E}">
        <p14:creationId xmlns:p14="http://schemas.microsoft.com/office/powerpoint/2010/main" val="24980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4931CA4-5B3D-4F3F-BBC5-65E009B30C90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8390BE-797E-4940-AA50-9EE2462DC766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Without and With a Virtual Proxy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48837A-7F0F-4EBD-8011-4F7855D1112B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PROXY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4B7254-6F07-4122-9EBC-300BFD126621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D1BD26-C1AC-4E3F-B469-071C1886787C}"/>
              </a:ext>
            </a:extLst>
          </p:cNvPr>
          <p:cNvSpPr>
            <a:spLocks noGrp="1"/>
          </p:cNvSpPr>
          <p:nvPr/>
        </p:nvSpPr>
        <p:spPr>
          <a:xfrm>
            <a:off x="619125" y="1238250"/>
            <a:ext cx="5210175" cy="417195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928EEA-A56F-4618-AA5D-66F44370FB4F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8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58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Without Proxy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0BB96F-9A68-40D2-93B6-50D0F4E047A2}"/>
              </a:ext>
            </a:extLst>
          </p:cNvPr>
          <p:cNvSpPr>
            <a:spLocks noGrp="1"/>
          </p:cNvSpPr>
          <p:nvPr/>
        </p:nvSpPr>
        <p:spPr>
          <a:xfrm>
            <a:off x="781050" y="1962150"/>
            <a:ext cx="47815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Creating RealImage immediately performs its loading work. The application pays that cost even if it never displays the image.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2EC263-7773-4438-87AC-72B25DAE13BE}"/>
              </a:ext>
            </a:extLst>
          </p:cNvPr>
          <p:cNvSpPr>
            <a:spLocks noGrp="1"/>
          </p:cNvSpPr>
          <p:nvPr/>
        </p:nvSpPr>
        <p:spPr>
          <a:xfrm>
            <a:off x="781050" y="3514725"/>
            <a:ext cx="4762500" cy="115252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7D63A-0F4B-4C32-A01D-94745A047339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44196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Image image =</a:t>
            </a:r>
          </a:p>
          <a:p>
            <a:pPr algn="l">
              <a:buNone/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new RealImage("photo.jpg");</a:t>
            </a:r>
          </a:p>
          <a:p>
            <a:pPr algn="l">
              <a:buNone/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// Loads immediately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348756-E667-4DCF-8D3F-25A5AA22B595}"/>
              </a:ext>
            </a:extLst>
          </p:cNvPr>
          <p:cNvSpPr>
            <a:spLocks noGrp="1"/>
          </p:cNvSpPr>
          <p:nvPr/>
        </p:nvSpPr>
        <p:spPr>
          <a:xfrm>
            <a:off x="6115050" y="1238250"/>
            <a:ext cx="5438775" cy="417195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C9C439-75F7-43B5-A360-847DB108CC8E}"/>
              </a:ext>
            </a:extLst>
          </p:cNvPr>
          <p:cNvSpPr>
            <a:spLocks noGrp="1"/>
          </p:cNvSpPr>
          <p:nvPr/>
        </p:nvSpPr>
        <p:spPr>
          <a:xfrm>
            <a:off x="6276975" y="1381125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With Proxy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9E902D-B590-4E49-9AB8-17952721719C}"/>
              </a:ext>
            </a:extLst>
          </p:cNvPr>
          <p:cNvSpPr>
            <a:spLocks noGrp="1"/>
          </p:cNvSpPr>
          <p:nvPr/>
        </p:nvSpPr>
        <p:spPr>
          <a:xfrm>
            <a:off x="6276975" y="1952625"/>
            <a:ext cx="497205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Creating ProxyImage only stores the filename. It creates RealImage when display() is first called.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7200C-0470-4786-A91A-D0132D80DB3A}"/>
              </a:ext>
            </a:extLst>
          </p:cNvPr>
          <p:cNvSpPr>
            <a:spLocks noGrp="1"/>
          </p:cNvSpPr>
          <p:nvPr/>
        </p:nvSpPr>
        <p:spPr>
          <a:xfrm>
            <a:off x="6276975" y="3562350"/>
            <a:ext cx="4972050" cy="123825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4A0C37-DF86-4295-A2AA-C255C275D6C9}"/>
              </a:ext>
            </a:extLst>
          </p:cNvPr>
          <p:cNvSpPr>
            <a:spLocks noGrp="1"/>
          </p:cNvSpPr>
          <p:nvPr/>
        </p:nvSpPr>
        <p:spPr>
          <a:xfrm>
            <a:off x="6448425" y="3667125"/>
            <a:ext cx="462915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4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Image image =</a:t>
            </a:r>
          </a:p>
          <a:p>
            <a:pPr algn="l">
              <a:buNone/>
              <a:def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new ProxyImage("photo.jpg");</a:t>
            </a:r>
          </a:p>
          <a:p>
            <a:pPr algn="l">
              <a:buNone/>
              <a:def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// Loading waits for display()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D5FA5F-7F67-4FDC-BF0F-B7CB19F6DA2D}"/>
              </a:ext>
            </a:extLst>
          </p:cNvPr>
          <p:cNvSpPr>
            <a:spLocks noGrp="1"/>
          </p:cNvSpPr>
          <p:nvPr/>
        </p:nvSpPr>
        <p:spPr>
          <a:xfrm>
            <a:off x="790575" y="5657850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In this example, the proxy controls WHEN the real image object is created.</a:t>
            </a:r>
          </a:p>
        </p:txBody>
      </p:sp>
    </p:spTree>
    <p:extLst>
      <p:ext uri="{BB962C8B-B14F-4D97-AF65-F5344CB8AC3E}">
        <p14:creationId xmlns:p14="http://schemas.microsoft.com/office/powerpoint/2010/main" val="76228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C496DCA-0183-4ADE-A747-F348EF269F9D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07172F-C059-43DC-B8F6-EE82679E41AF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Structure and Participants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0320F-1A5C-49B2-85F3-55E9AE023263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PROXY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5E04FB-0B16-4B41-9209-5C4C8E992AF5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E63D7A-1D57-4D96-A93D-775772C16D0C}"/>
              </a:ext>
            </a:extLst>
          </p:cNvPr>
          <p:cNvSpPr>
            <a:spLocks noGrp="1"/>
          </p:cNvSpPr>
          <p:nvPr/>
        </p:nvSpPr>
        <p:spPr>
          <a:xfrm>
            <a:off x="1716823" y="3744480"/>
            <a:ext cx="1762357" cy="914400"/>
          </a:xfrm>
          <a:prstGeom prst="rect">
            <a:avLst/>
          </a:prstGeom>
          <a:solidFill>
            <a:srgbClr val="DDEBF3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EC3594-FCFE-421D-BA13-E5794093FDAA}"/>
              </a:ext>
            </a:extLst>
          </p:cNvPr>
          <p:cNvSpPr>
            <a:spLocks noGrp="1"/>
          </p:cNvSpPr>
          <p:nvPr/>
        </p:nvSpPr>
        <p:spPr>
          <a:xfrm>
            <a:off x="1581152" y="3744480"/>
            <a:ext cx="1762357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Client</a:t>
            </a:r>
          </a:p>
          <a:p>
            <a:pPr algn="ctr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calls display()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5F3A45-ED34-4BBE-A761-EDE8E75BD512}"/>
              </a:ext>
            </a:extLst>
          </p:cNvPr>
          <p:cNvSpPr>
            <a:spLocks noGrp="1"/>
          </p:cNvSpPr>
          <p:nvPr/>
        </p:nvSpPr>
        <p:spPr>
          <a:xfrm>
            <a:off x="4063483" y="3716833"/>
            <a:ext cx="2032517" cy="1009650"/>
          </a:xfrm>
          <a:prstGeom prst="rect">
            <a:avLst/>
          </a:prstGeom>
          <a:solidFill>
            <a:srgbClr val="EACBE7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7CC7E9-66A1-4905-93FD-6196EF8327BA}"/>
              </a:ext>
            </a:extLst>
          </p:cNvPr>
          <p:cNvSpPr>
            <a:spLocks noGrp="1"/>
          </p:cNvSpPr>
          <p:nvPr/>
        </p:nvSpPr>
        <p:spPr>
          <a:xfrm>
            <a:off x="4139683" y="3659683"/>
            <a:ext cx="2032517" cy="1009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Subject</a:t>
            </a:r>
          </a:p>
          <a:p>
            <a:pPr algn="ctr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Image interface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4C3C66-F3D5-4AB6-A60C-3E13A9AA9912}"/>
              </a:ext>
            </a:extLst>
          </p:cNvPr>
          <p:cNvSpPr>
            <a:spLocks noGrp="1"/>
          </p:cNvSpPr>
          <p:nvPr/>
        </p:nvSpPr>
        <p:spPr>
          <a:xfrm>
            <a:off x="6768792" y="3802566"/>
            <a:ext cx="1672683" cy="938556"/>
          </a:xfrm>
          <a:prstGeom prst="rect">
            <a:avLst/>
          </a:prstGeom>
          <a:solidFill>
            <a:srgbClr val="F6C6AD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6FFE9B-A98A-475D-948A-CE23867130F9}"/>
              </a:ext>
            </a:extLst>
          </p:cNvPr>
          <p:cNvSpPr>
            <a:spLocks noGrp="1"/>
          </p:cNvSpPr>
          <p:nvPr/>
        </p:nvSpPr>
        <p:spPr>
          <a:xfrm>
            <a:off x="6796671" y="3905937"/>
            <a:ext cx="1672683" cy="64769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Proxy</a:t>
            </a:r>
          </a:p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ProxyI</a:t>
            </a:r>
            <a:r>
              <a:rPr lang="en-US" sz="165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63E7B6-A114-4F1B-8B60-609BFD34FF2B}"/>
              </a:ext>
            </a:extLst>
          </p:cNvPr>
          <p:cNvSpPr>
            <a:spLocks noGrp="1"/>
          </p:cNvSpPr>
          <p:nvPr/>
        </p:nvSpPr>
        <p:spPr>
          <a:xfrm>
            <a:off x="9256907" y="3914076"/>
            <a:ext cx="1600200" cy="767106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5A48A6-9A40-4B2B-90BC-E5F574A3DAE1}"/>
              </a:ext>
            </a:extLst>
          </p:cNvPr>
          <p:cNvSpPr>
            <a:spLocks noGrp="1"/>
          </p:cNvSpPr>
          <p:nvPr/>
        </p:nvSpPr>
        <p:spPr>
          <a:xfrm>
            <a:off x="9333107" y="3914076"/>
            <a:ext cx="1390650" cy="70995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Real Subject</a:t>
            </a:r>
          </a:p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RealImage</a:t>
            </a:r>
            <a:endParaRPr sz="1650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6D387F-6D1A-474D-BE9F-4CBFA53E9E86}"/>
              </a:ext>
            </a:extLst>
          </p:cNvPr>
          <p:cNvSpPr>
            <a:spLocks noGrp="1"/>
          </p:cNvSpPr>
          <p:nvPr/>
        </p:nvSpPr>
        <p:spPr>
          <a:xfrm>
            <a:off x="609600" y="4828934"/>
            <a:ext cx="10934700" cy="1404595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C74BAE-0F85-4106-879B-D8C23A7FB3CB}"/>
              </a:ext>
            </a:extLst>
          </p:cNvPr>
          <p:cNvSpPr>
            <a:spLocks noGrp="1"/>
          </p:cNvSpPr>
          <p:nvPr/>
        </p:nvSpPr>
        <p:spPr>
          <a:xfrm>
            <a:off x="790575" y="5053589"/>
            <a:ext cx="10191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Responsibilities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B1F33-29D5-41DA-A02B-564D3E420241}"/>
              </a:ext>
            </a:extLst>
          </p:cNvPr>
          <p:cNvSpPr>
            <a:spLocks noGrp="1"/>
          </p:cNvSpPr>
          <p:nvPr/>
        </p:nvSpPr>
        <p:spPr>
          <a:xfrm>
            <a:off x="790575" y="5092852"/>
            <a:ext cx="10334625" cy="1343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Image defines display(). </a:t>
            </a:r>
            <a:r>
              <a:rPr lang="en-US" sz="18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RealImage</a:t>
            </a:r>
            <a:r>
              <a:rPr sz="18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 performs loading and display work. </a:t>
            </a:r>
            <a:r>
              <a:rPr sz="180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ProxyImage</a:t>
            </a:r>
            <a:r>
              <a:rPr sz="18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 also implements Image, holds a reference to </a:t>
            </a:r>
            <a:r>
              <a:rPr sz="180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RealImage</a:t>
            </a:r>
            <a:r>
              <a:rPr sz="18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, and controls access to it. Client code uses the Image interface and can call either implementation.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D664AE-D92E-9346-CC21-2F57AFA60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180" y="749486"/>
            <a:ext cx="4360127" cy="290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89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EF64591-6CA0-4E50-87DC-F33748D930E9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E8DF31-93E7-4223-9D9D-D8563CCB4F4E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How the Virtual Proxy 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676EF-3B8B-4B45-986E-06CD08CB9587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PROXY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F658A9-F80F-48CC-8C94-18C0CCAC7091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045ECD-A898-443F-9E82-776E0C395D87}"/>
              </a:ext>
            </a:extLst>
          </p:cNvPr>
          <p:cNvSpPr>
            <a:spLocks noGrp="1"/>
          </p:cNvSpPr>
          <p:nvPr/>
        </p:nvSpPr>
        <p:spPr>
          <a:xfrm>
            <a:off x="619125" y="1247775"/>
            <a:ext cx="10934700" cy="2333625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693D6-C27A-4556-90BE-01DB87E8A804}"/>
              </a:ext>
            </a:extLst>
          </p:cNvPr>
          <p:cNvSpPr>
            <a:spLocks noGrp="1"/>
          </p:cNvSpPr>
          <p:nvPr/>
        </p:nvSpPr>
        <p:spPr>
          <a:xfrm>
            <a:off x="790575" y="1390650"/>
            <a:ext cx="9906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The first call to image.display()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C86D02-9649-490E-986B-20643A55EC40}"/>
              </a:ext>
            </a:extLst>
          </p:cNvPr>
          <p:cNvSpPr>
            <a:spLocks noGrp="1"/>
          </p:cNvSpPr>
          <p:nvPr/>
        </p:nvSpPr>
        <p:spPr>
          <a:xfrm>
            <a:off x="809625" y="2124075"/>
            <a:ext cx="2524125" cy="981075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A02F6E-1BB6-495E-8464-2370ED8695B0}"/>
              </a:ext>
            </a:extLst>
          </p:cNvPr>
          <p:cNvSpPr>
            <a:spLocks noGrp="1"/>
          </p:cNvSpPr>
          <p:nvPr/>
        </p:nvSpPr>
        <p:spPr>
          <a:xfrm>
            <a:off x="885825" y="2181225"/>
            <a:ext cx="2371725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Client</a:t>
            </a:r>
          </a:p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display()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9B65C0-7CED-4FBC-BAE3-DB993BC33AA4}"/>
              </a:ext>
            </a:extLst>
          </p:cNvPr>
          <p:cNvSpPr>
            <a:spLocks noGrp="1"/>
          </p:cNvSpPr>
          <p:nvPr/>
        </p:nvSpPr>
        <p:spPr>
          <a:xfrm>
            <a:off x="4695825" y="2124075"/>
            <a:ext cx="2628900" cy="981075"/>
          </a:xfrm>
          <a:prstGeom prst="rect">
            <a:avLst/>
          </a:prstGeom>
          <a:solidFill>
            <a:srgbClr val="F6C6AD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E0DDB3-DC24-4928-BF6D-230B4FC8C072}"/>
              </a:ext>
            </a:extLst>
          </p:cNvPr>
          <p:cNvSpPr>
            <a:spLocks noGrp="1"/>
          </p:cNvSpPr>
          <p:nvPr/>
        </p:nvSpPr>
        <p:spPr>
          <a:xfrm>
            <a:off x="4772025" y="2181225"/>
            <a:ext cx="24765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ProxyImage</a:t>
            </a:r>
          </a:p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checks real == null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2A54A-ACAF-4911-A286-1280B14ED075}"/>
              </a:ext>
            </a:extLst>
          </p:cNvPr>
          <p:cNvSpPr>
            <a:spLocks noGrp="1"/>
          </p:cNvSpPr>
          <p:nvPr/>
        </p:nvSpPr>
        <p:spPr>
          <a:xfrm>
            <a:off x="8667750" y="2124075"/>
            <a:ext cx="2533650" cy="981075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309498-5480-4042-A7C9-1AEC88CCE166}"/>
              </a:ext>
            </a:extLst>
          </p:cNvPr>
          <p:cNvSpPr>
            <a:spLocks noGrp="1"/>
          </p:cNvSpPr>
          <p:nvPr/>
        </p:nvSpPr>
        <p:spPr>
          <a:xfrm>
            <a:off x="8743950" y="2181225"/>
            <a:ext cx="238125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RealImage</a:t>
            </a:r>
          </a:p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load and display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AFCF2-D109-4691-9967-A499ACCDCBF3}"/>
              </a:ext>
            </a:extLst>
          </p:cNvPr>
          <p:cNvSpPr>
            <a:spLocks noGrp="1"/>
          </p:cNvSpPr>
          <p:nvPr/>
        </p:nvSpPr>
        <p:spPr>
          <a:xfrm>
            <a:off x="3333750" y="2600325"/>
            <a:ext cx="136207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333839-9DD9-4B84-82D2-ABA14D4C8D4D}"/>
              </a:ext>
            </a:extLst>
          </p:cNvPr>
          <p:cNvSpPr>
            <a:spLocks noGrp="1"/>
          </p:cNvSpPr>
          <p:nvPr/>
        </p:nvSpPr>
        <p:spPr>
          <a:xfrm>
            <a:off x="7324725" y="2600325"/>
            <a:ext cx="134302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56CED1-E2D7-43D7-BDBE-FD565C5ACA75}"/>
              </a:ext>
            </a:extLst>
          </p:cNvPr>
          <p:cNvSpPr>
            <a:spLocks noGrp="1"/>
          </p:cNvSpPr>
          <p:nvPr/>
        </p:nvSpPr>
        <p:spPr>
          <a:xfrm>
            <a:off x="619125" y="3867150"/>
            <a:ext cx="5248275" cy="201930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ECB8F7-6AF3-4BE6-985B-B4D2F76AEA8E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4857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First display call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38D69D-543A-4BE4-85C3-895A19EEA396}"/>
              </a:ext>
            </a:extLst>
          </p:cNvPr>
          <p:cNvSpPr>
            <a:spLocks noGrp="1"/>
          </p:cNvSpPr>
          <p:nvPr/>
        </p:nvSpPr>
        <p:spPr>
          <a:xfrm>
            <a:off x="781050" y="4486275"/>
            <a:ext cx="4819650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proxy creates RealImage because no real object exists yet. The constructor performs loading work, then the proxy calls real.display().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7F762A-2A13-42E8-AE9E-FB1D66849E16}"/>
              </a:ext>
            </a:extLst>
          </p:cNvPr>
          <p:cNvSpPr>
            <a:spLocks noGrp="1"/>
          </p:cNvSpPr>
          <p:nvPr/>
        </p:nvSpPr>
        <p:spPr>
          <a:xfrm>
            <a:off x="6124575" y="3867150"/>
            <a:ext cx="5429250" cy="201930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980423-4CC9-468B-A587-F8F1A65F0999}"/>
              </a:ext>
            </a:extLst>
          </p:cNvPr>
          <p:cNvSpPr>
            <a:spLocks noGrp="1"/>
          </p:cNvSpPr>
          <p:nvPr/>
        </p:nvSpPr>
        <p:spPr>
          <a:xfrm>
            <a:off x="6286500" y="4019550"/>
            <a:ext cx="49625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97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97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Later display calls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D11CF9-6E48-4B15-B190-656865115DBE}"/>
              </a:ext>
            </a:extLst>
          </p:cNvPr>
          <p:cNvSpPr>
            <a:spLocks noGrp="1"/>
          </p:cNvSpPr>
          <p:nvPr/>
        </p:nvSpPr>
        <p:spPr>
          <a:xfrm>
            <a:off x="6286500" y="4486275"/>
            <a:ext cx="4962525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proxy reuses its stored RealImage and calls display() again. It avoids repeating initialization for that proxy instance.</a:t>
            </a:r>
          </a:p>
        </p:txBody>
      </p:sp>
    </p:spTree>
    <p:extLst>
      <p:ext uri="{BB962C8B-B14F-4D97-AF65-F5344CB8AC3E}">
        <p14:creationId xmlns:p14="http://schemas.microsoft.com/office/powerpoint/2010/main" val="2095791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0207529-0B2B-4E38-9E8C-50B5E786B309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3AD7B4-835F-408D-A1B0-EAD2797EB32B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Java: Subject and Real Subject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120B23-9E64-4711-BA97-4A8871ED83BF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PROXY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000A15-C680-4916-A83B-1F6FF6D3592A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1AF97-CB72-4A8A-B8CF-8B8E9EEB966C}"/>
              </a:ext>
            </a:extLst>
          </p:cNvPr>
          <p:cNvSpPr>
            <a:spLocks noGrp="1"/>
          </p:cNvSpPr>
          <p:nvPr/>
        </p:nvSpPr>
        <p:spPr>
          <a:xfrm>
            <a:off x="790576" y="1228725"/>
            <a:ext cx="4930000" cy="507682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1B3403-2406-49DA-97CF-481C75902D1C}"/>
              </a:ext>
            </a:extLst>
          </p:cNvPr>
          <p:cNvSpPr>
            <a:spLocks noGrp="1"/>
          </p:cNvSpPr>
          <p:nvPr/>
        </p:nvSpPr>
        <p:spPr>
          <a:xfrm>
            <a:off x="809625" y="1323975"/>
            <a:ext cx="5095875" cy="430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46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interface Image {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void display();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pPr algn="l">
              <a:defRPr sz="146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0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class </a:t>
            </a:r>
            <a:r>
              <a:rPr sz="160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RealImage</a:t>
            </a:r>
            <a:r>
              <a:rPr sz="160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implements Image {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private final String filename;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RealImage</a:t>
            </a: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(String filename) {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600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this.filename</a:t>
            </a: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= filename;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600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System.out.println</a:t>
            </a: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    "Loading " + filename);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public void display() {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600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System.out.println</a:t>
            </a: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    "Displaying " + filename);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48C56-6939-4A0A-B389-2DCCECF58EB9}"/>
              </a:ext>
            </a:extLst>
          </p:cNvPr>
          <p:cNvSpPr>
            <a:spLocks noGrp="1"/>
          </p:cNvSpPr>
          <p:nvPr/>
        </p:nvSpPr>
        <p:spPr>
          <a:xfrm>
            <a:off x="6334125" y="1219200"/>
            <a:ext cx="5191125" cy="451485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F83012-79DB-475B-9E05-50E27192B644}"/>
              </a:ext>
            </a:extLst>
          </p:cNvPr>
          <p:cNvSpPr>
            <a:spLocks noGrp="1"/>
          </p:cNvSpPr>
          <p:nvPr/>
        </p:nvSpPr>
        <p:spPr>
          <a:xfrm>
            <a:off x="6496050" y="1381125"/>
            <a:ext cx="481012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Subject: Image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AA7FDC-15FC-4486-B073-C8BCF27D3CBB}"/>
              </a:ext>
            </a:extLst>
          </p:cNvPr>
          <p:cNvSpPr>
            <a:spLocks noGrp="1"/>
          </p:cNvSpPr>
          <p:nvPr/>
        </p:nvSpPr>
        <p:spPr>
          <a:xfrm>
            <a:off x="6496050" y="1924050"/>
            <a:ext cx="4762500" cy="1057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Both the real object and its proxy implement Image. The client uses the same display() operation.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C4C0E6-C228-4B40-A8E3-2E072843148B}"/>
              </a:ext>
            </a:extLst>
          </p:cNvPr>
          <p:cNvSpPr>
            <a:spLocks noGrp="1"/>
          </p:cNvSpPr>
          <p:nvPr/>
        </p:nvSpPr>
        <p:spPr>
          <a:xfrm>
            <a:off x="6496050" y="3314700"/>
            <a:ext cx="481012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Real Subject: RealImage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430869-4F10-4B39-A353-A611256CA4CD}"/>
              </a:ext>
            </a:extLst>
          </p:cNvPr>
          <p:cNvSpPr>
            <a:spLocks noGrp="1"/>
          </p:cNvSpPr>
          <p:nvPr/>
        </p:nvSpPr>
        <p:spPr>
          <a:xfrm>
            <a:off x="6496050" y="3857625"/>
            <a:ext cx="476250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Its constructor represents expensive loading. The print statement simulates loading for this example.</a:t>
            </a:r>
          </a:p>
        </p:txBody>
      </p:sp>
    </p:spTree>
    <p:extLst>
      <p:ext uri="{BB962C8B-B14F-4D97-AF65-F5344CB8AC3E}">
        <p14:creationId xmlns:p14="http://schemas.microsoft.com/office/powerpoint/2010/main" val="554194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694AE1-F50A-404F-91D6-9425B220CA4B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D647A1-83FB-4A76-8396-016AC3780AE4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Java: The Virtual Proxy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CAEA10-4D53-43E1-91B6-7650886A4ED7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PROXY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DEC359-4615-4A46-99A3-18B691660A96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003A3D-278C-46DD-8B87-E00D20FA61CF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887075" cy="429577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AB3884-6631-4F48-9FB7-CF665E178C09}"/>
              </a:ext>
            </a:extLst>
          </p:cNvPr>
          <p:cNvSpPr>
            <a:spLocks noGrp="1"/>
          </p:cNvSpPr>
          <p:nvPr/>
        </p:nvSpPr>
        <p:spPr>
          <a:xfrm>
            <a:off x="819150" y="1343025"/>
            <a:ext cx="10544175" cy="408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1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class ProxyImage implements Image {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private final String filename;</a:t>
            </a:r>
          </a:p>
          <a:p>
            <a:pPr algn="l">
              <a:defRPr sz="161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private RealImage real;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ProxyImage(String filename) {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this.filename = filename;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defRPr sz="161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@Override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public void display() {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if (real == null) {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  real = new RealImage(filename);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}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real.display();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ED0ECE-F77D-4F48-B4C3-650A01C55313}"/>
              </a:ext>
            </a:extLst>
          </p:cNvPr>
          <p:cNvSpPr>
            <a:spLocks noGrp="1"/>
          </p:cNvSpPr>
          <p:nvPr/>
        </p:nvSpPr>
        <p:spPr>
          <a:xfrm>
            <a:off x="647700" y="5743575"/>
            <a:ext cx="10887075" cy="60960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B18341-8DCE-49B8-9BAD-1FE19BE4DEB5}"/>
              </a:ext>
            </a:extLst>
          </p:cNvPr>
          <p:cNvSpPr>
            <a:spLocks noGrp="1"/>
          </p:cNvSpPr>
          <p:nvPr/>
        </p:nvSpPr>
        <p:spPr>
          <a:xfrm>
            <a:off x="800100" y="5800725"/>
            <a:ext cx="104203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ProxyImage is the PROXY. It creates the REAL SUBJECT on first use, then forwards display().</a:t>
            </a:r>
          </a:p>
        </p:txBody>
      </p:sp>
    </p:spTree>
    <p:extLst>
      <p:ext uri="{BB962C8B-B14F-4D97-AF65-F5344CB8AC3E}">
        <p14:creationId xmlns:p14="http://schemas.microsoft.com/office/powerpoint/2010/main" val="675974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FAD67CC-829E-448A-A546-E68ECB3B8012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8530FD-94B0-417A-B00A-4E608EDE4350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Java: Client Code and Output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3B36E2-24C4-4C47-9C71-13597FDCEC75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PROXY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AB2384-2CC1-4A8C-9096-D34E8B19C5AC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9DB0D-79B0-4CAC-9D90-23948508348C}"/>
              </a:ext>
            </a:extLst>
          </p:cNvPr>
          <p:cNvSpPr>
            <a:spLocks noGrp="1"/>
          </p:cNvSpPr>
          <p:nvPr/>
        </p:nvSpPr>
        <p:spPr>
          <a:xfrm>
            <a:off x="628650" y="1333500"/>
            <a:ext cx="10906125" cy="201930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90EBED-51A0-4C48-846A-76A84B5EAE93}"/>
              </a:ext>
            </a:extLst>
          </p:cNvPr>
          <p:cNvSpPr>
            <a:spLocks noGrp="1"/>
          </p:cNvSpPr>
          <p:nvPr/>
        </p:nvSpPr>
        <p:spPr>
          <a:xfrm>
            <a:off x="800100" y="1438275"/>
            <a:ext cx="10563225" cy="1809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Image image = new ProxyImage("photo.jpg");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// No loading message yet</a:t>
            </a:r>
          </a:p>
          <a:p>
            <a:pPr algn="l">
              <a:defRPr sz="165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image.display(); // First use loads the image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image.display(); // Second use reuses 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ACA0B-9D02-4C6A-BC52-F494B7FF2EEC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5057775" cy="209550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CDFC5-27B3-4513-A8B9-DE72259DD703}"/>
              </a:ext>
            </a:extLst>
          </p:cNvPr>
          <p:cNvSpPr>
            <a:spLocks noGrp="1"/>
          </p:cNvSpPr>
          <p:nvPr/>
        </p:nvSpPr>
        <p:spPr>
          <a:xfrm>
            <a:off x="800100" y="3781425"/>
            <a:ext cx="4572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33D06E-2BCC-4340-A811-20C77154985C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4552950" cy="86677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5B91-E279-4BA8-BE91-5B3DC26D1681}"/>
              </a:ext>
            </a:extLst>
          </p:cNvPr>
          <p:cNvSpPr>
            <a:spLocks noGrp="1"/>
          </p:cNvSpPr>
          <p:nvPr/>
        </p:nvSpPr>
        <p:spPr>
          <a:xfrm>
            <a:off x="981075" y="4457700"/>
            <a:ext cx="4210050" cy="657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Loading photo.jpg</a:t>
            </a:r>
          </a:p>
          <a:p>
            <a:pPr algn="l">
              <a:buNone/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Displaying photo.jpg</a:t>
            </a:r>
          </a:p>
          <a:p>
            <a:pPr algn="l">
              <a:buNone/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Displaying photo.jpg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EAA09-23CB-4D10-A1AA-33DDED860781}"/>
              </a:ext>
            </a:extLst>
          </p:cNvPr>
          <p:cNvSpPr>
            <a:spLocks noGrp="1"/>
          </p:cNvSpPr>
          <p:nvPr/>
        </p:nvSpPr>
        <p:spPr>
          <a:xfrm>
            <a:off x="5962650" y="3638550"/>
            <a:ext cx="5581650" cy="209550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ACBD2-3F4B-4FEE-B76E-8FD5D6C85463}"/>
              </a:ext>
            </a:extLst>
          </p:cNvPr>
          <p:cNvSpPr>
            <a:spLocks noGrp="1"/>
          </p:cNvSpPr>
          <p:nvPr/>
        </p:nvSpPr>
        <p:spPr>
          <a:xfrm>
            <a:off x="6134100" y="3781425"/>
            <a:ext cx="50958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18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518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8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What the client knows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A96704-608F-42C1-92AE-67BB61CD6918}"/>
              </a:ext>
            </a:extLst>
          </p:cNvPr>
          <p:cNvSpPr>
            <a:spLocks noGrp="1"/>
          </p:cNvSpPr>
          <p:nvPr/>
        </p:nvSpPr>
        <p:spPr>
          <a:xfrm>
            <a:off x="6134100" y="4305300"/>
            <a:ext cx="5095875" cy="1133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client calls Image.display(). It does not need to know whether the object is RealImage or ProxyImage.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00F767-8D82-4EF0-BBED-0A0D6026C332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Loading appears only once. Displaying appears twice because the client calls display() twice.</a:t>
            </a:r>
          </a:p>
        </p:txBody>
      </p:sp>
    </p:spTree>
    <p:extLst>
      <p:ext uri="{BB962C8B-B14F-4D97-AF65-F5344CB8AC3E}">
        <p14:creationId xmlns:p14="http://schemas.microsoft.com/office/powerpoint/2010/main" val="1193980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AA61EFB-494E-45EE-9815-C36C3D6611EC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04037A-4FA1-4565-85A7-8B48CA294C32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Common Proxy Variants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EC4885-92B4-4E7C-A30B-E544EAD72B46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PROXY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A34254-FC02-45AB-B9A0-35F7F1124BD7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895F32-0082-4796-8FBC-130C76CA3518}"/>
              </a:ext>
            </a:extLst>
          </p:cNvPr>
          <p:cNvSpPr>
            <a:spLocks noGrp="1"/>
          </p:cNvSpPr>
          <p:nvPr/>
        </p:nvSpPr>
        <p:spPr>
          <a:xfrm>
            <a:off x="676275" y="1724025"/>
            <a:ext cx="2438400" cy="1066800"/>
          </a:xfrm>
          <a:prstGeom prst="rect">
            <a:avLst/>
          </a:prstGeom>
          <a:solidFill>
            <a:srgbClr val="DDEBF3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409391-6233-4DF4-9698-07AE83204958}"/>
              </a:ext>
            </a:extLst>
          </p:cNvPr>
          <p:cNvSpPr>
            <a:spLocks noGrp="1"/>
          </p:cNvSpPr>
          <p:nvPr/>
        </p:nvSpPr>
        <p:spPr>
          <a:xfrm>
            <a:off x="752475" y="1781175"/>
            <a:ext cx="2286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Virtual Proxy</a:t>
            </a:r>
          </a:p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delays creation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DCDB96-FF48-48F9-8B02-49F865DF62C6}"/>
              </a:ext>
            </a:extLst>
          </p:cNvPr>
          <p:cNvSpPr>
            <a:spLocks noGrp="1"/>
          </p:cNvSpPr>
          <p:nvPr/>
        </p:nvSpPr>
        <p:spPr>
          <a:xfrm>
            <a:off x="4076700" y="1724025"/>
            <a:ext cx="2628900" cy="1066800"/>
          </a:xfrm>
          <a:prstGeom prst="rect">
            <a:avLst/>
          </a:prstGeom>
          <a:solidFill>
            <a:srgbClr val="F6C6AD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46081-182D-44BB-86F2-A4C026368EED}"/>
              </a:ext>
            </a:extLst>
          </p:cNvPr>
          <p:cNvSpPr>
            <a:spLocks noGrp="1"/>
          </p:cNvSpPr>
          <p:nvPr/>
        </p:nvSpPr>
        <p:spPr>
          <a:xfrm>
            <a:off x="4152900" y="1781175"/>
            <a:ext cx="2476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Protection Proxy</a:t>
            </a:r>
          </a:p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checks access rights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C0EBEB-5E46-487B-BE58-2EBA81AD8473}"/>
              </a:ext>
            </a:extLst>
          </p:cNvPr>
          <p:cNvSpPr>
            <a:spLocks noGrp="1"/>
          </p:cNvSpPr>
          <p:nvPr/>
        </p:nvSpPr>
        <p:spPr>
          <a:xfrm>
            <a:off x="7772400" y="1724025"/>
            <a:ext cx="2981325" cy="1066800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70B477-08C1-4261-BE18-AC718AE309C1}"/>
              </a:ext>
            </a:extLst>
          </p:cNvPr>
          <p:cNvSpPr>
            <a:spLocks noGrp="1"/>
          </p:cNvSpPr>
          <p:nvPr/>
        </p:nvSpPr>
        <p:spPr>
          <a:xfrm>
            <a:off x="7848600" y="1781175"/>
            <a:ext cx="282892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Remote Proxy</a:t>
            </a:r>
          </a:p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represents distant object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5DD00A-8921-4E36-8793-C279868789F8}"/>
              </a:ext>
            </a:extLst>
          </p:cNvPr>
          <p:cNvSpPr>
            <a:spLocks noGrp="1"/>
          </p:cNvSpPr>
          <p:nvPr/>
        </p:nvSpPr>
        <p:spPr>
          <a:xfrm>
            <a:off x="628650" y="3409950"/>
            <a:ext cx="10906125" cy="236220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8FCC33-E706-4301-B614-CCDBA0D36970}"/>
              </a:ext>
            </a:extLst>
          </p:cNvPr>
          <p:cNvSpPr>
            <a:spLocks noGrp="1"/>
          </p:cNvSpPr>
          <p:nvPr/>
        </p:nvSpPr>
        <p:spPr>
          <a:xfrm>
            <a:off x="790575" y="3562350"/>
            <a:ext cx="10096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Different reasons to control access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166B3F-59D3-4005-9FB6-9EAF7FD007A6}"/>
              </a:ext>
            </a:extLst>
          </p:cNvPr>
          <p:cNvSpPr>
            <a:spLocks noGrp="1"/>
          </p:cNvSpPr>
          <p:nvPr/>
        </p:nvSpPr>
        <p:spPr>
          <a:xfrm>
            <a:off x="790575" y="4029075"/>
            <a:ext cx="10325100" cy="1323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virtual proxy delays expensive initialization. A protection proxy checks whether a caller may access a service. A remote proxy represents an object in another process or machine. A smart reference can perform housekeeping when an object is accessed.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7D6436-0AC9-4D7E-82E9-2DF4AD6DFAC0}"/>
              </a:ext>
            </a:extLst>
          </p:cNvPr>
          <p:cNvSpPr>
            <a:spLocks noGrp="1"/>
          </p:cNvSpPr>
          <p:nvPr/>
        </p:nvSpPr>
        <p:spPr>
          <a:xfrm>
            <a:off x="790575" y="5419725"/>
            <a:ext cx="103346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3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53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Choose the proxy behavior according to the access-control or lifecycle requirement.</a:t>
            </a:r>
          </a:p>
        </p:txBody>
      </p:sp>
    </p:spTree>
    <p:extLst>
      <p:ext uri="{BB962C8B-B14F-4D97-AF65-F5344CB8AC3E}">
        <p14:creationId xmlns:p14="http://schemas.microsoft.com/office/powerpoint/2010/main" val="1498001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9D0D3A-4F58-482B-AFEC-A416728DD278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F1FA3-2812-4144-960B-041E1A97A2B5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Proxy and Decorator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DA60FE-5E49-43A1-8F17-CD13C0BD7B3F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PROXY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7CF1C1-4702-49E5-90F4-EF19C096C7C0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086FC1-0634-4A71-96D0-00625FAACF06}"/>
              </a:ext>
            </a:extLst>
          </p:cNvPr>
          <p:cNvSpPr>
            <a:spLocks noGrp="1"/>
          </p:cNvSpPr>
          <p:nvPr/>
        </p:nvSpPr>
        <p:spPr>
          <a:xfrm>
            <a:off x="619125" y="1257300"/>
            <a:ext cx="5200650" cy="4067175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A24146-3FAD-4EDA-9F9D-C90DD5E3FD18}"/>
              </a:ext>
            </a:extLst>
          </p:cNvPr>
          <p:cNvSpPr>
            <a:spLocks noGrp="1"/>
          </p:cNvSpPr>
          <p:nvPr/>
        </p:nvSpPr>
        <p:spPr>
          <a:xfrm>
            <a:off x="781050" y="1409700"/>
            <a:ext cx="4857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Proxy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7AAA26-DDD8-4E47-A8C3-63616BFD1D72}"/>
              </a:ext>
            </a:extLst>
          </p:cNvPr>
          <p:cNvSpPr>
            <a:spLocks noGrp="1"/>
          </p:cNvSpPr>
          <p:nvPr/>
        </p:nvSpPr>
        <p:spPr>
          <a:xfrm>
            <a:off x="781050" y="1990725"/>
            <a:ext cx="4829175" cy="2600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Controls access to a real object</a:t>
            </a:r>
          </a:p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Can delay creating the real object</a:t>
            </a:r>
          </a:p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May check permissions or handle distance</a:t>
            </a:r>
          </a:p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Acts as a substitute for the subject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DA3146-C2BD-4F24-A8AC-D00F4C0C2CE2}"/>
              </a:ext>
            </a:extLst>
          </p:cNvPr>
          <p:cNvSpPr>
            <a:spLocks noGrp="1"/>
          </p:cNvSpPr>
          <p:nvPr/>
        </p:nvSpPr>
        <p:spPr>
          <a:xfrm>
            <a:off x="6086475" y="1257300"/>
            <a:ext cx="5467350" cy="4067175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A8B40E-0EB3-4362-A35B-F97C18E7D776}"/>
              </a:ext>
            </a:extLst>
          </p:cNvPr>
          <p:cNvSpPr>
            <a:spLocks noGrp="1"/>
          </p:cNvSpPr>
          <p:nvPr/>
        </p:nvSpPr>
        <p:spPr>
          <a:xfrm>
            <a:off x="6248400" y="1409700"/>
            <a:ext cx="50387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466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466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Decorator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E3D569-D2C9-4672-A8DD-6F52933FCFBC}"/>
              </a:ext>
            </a:extLst>
          </p:cNvPr>
          <p:cNvSpPr>
            <a:spLocks noGrp="1"/>
          </p:cNvSpPr>
          <p:nvPr/>
        </p:nvSpPr>
        <p:spPr>
          <a:xfrm>
            <a:off x="6248400" y="1990725"/>
            <a:ext cx="5029200" cy="2600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Adds responsibilities to a component</a:t>
            </a:r>
          </a:p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Wraps a supplied component</a:t>
            </a:r>
          </a:p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Can combine optional behaviors</a:t>
            </a:r>
          </a:p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Supports layers of decoration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E9ACF9-287E-4EE5-9484-D8C9DFFCC1C5}"/>
              </a:ext>
            </a:extLst>
          </p:cNvPr>
          <p:cNvSpPr>
            <a:spLocks noGrp="1"/>
          </p:cNvSpPr>
          <p:nvPr/>
        </p:nvSpPr>
        <p:spPr>
          <a:xfrm>
            <a:off x="742950" y="5629275"/>
            <a:ext cx="1057275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Both can share an interface and forward requests. Their design intent is different.</a:t>
            </a:r>
          </a:p>
        </p:txBody>
      </p:sp>
    </p:spTree>
    <p:extLst>
      <p:ext uri="{BB962C8B-B14F-4D97-AF65-F5344CB8AC3E}">
        <p14:creationId xmlns:p14="http://schemas.microsoft.com/office/powerpoint/2010/main" val="222968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7B79F9C-355A-42E3-B817-6019607B9AC8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238917-A968-418A-8F37-8503954AA9BA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Proxy Compared with Related Patterns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E76735-5F15-44F7-B782-651553765A32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PROXY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842DAB-ACA3-4112-B764-AC01F00CF8D3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6C8A1E-4F42-46A2-ABA9-F6E517ECF3C4}"/>
              </a:ext>
            </a:extLst>
          </p:cNvPr>
          <p:cNvSpPr>
            <a:spLocks noGrp="1"/>
          </p:cNvSpPr>
          <p:nvPr/>
        </p:nvSpPr>
        <p:spPr>
          <a:xfrm>
            <a:off x="619125" y="1219200"/>
            <a:ext cx="10934700" cy="4333875"/>
          </a:xfrm>
          <a:prstGeom prst="rect">
            <a:avLst/>
          </a:prstGeom>
          <a:solidFill>
            <a:srgbClr val="F8F8F8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630D6-7002-45A7-B5C1-61B370E03D4A}"/>
              </a:ext>
            </a:extLst>
          </p:cNvPr>
          <p:cNvSpPr>
            <a:spLocks noGrp="1"/>
          </p:cNvSpPr>
          <p:nvPr/>
        </p:nvSpPr>
        <p:spPr>
          <a:xfrm>
            <a:off x="733425" y="1390650"/>
            <a:ext cx="19812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84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584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Pattern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62CBCB-9186-4535-AF88-96FC952CCF24}"/>
              </a:ext>
            </a:extLst>
          </p:cNvPr>
          <p:cNvSpPr>
            <a:spLocks noGrp="1"/>
          </p:cNvSpPr>
          <p:nvPr/>
        </p:nvSpPr>
        <p:spPr>
          <a:xfrm>
            <a:off x="2781300" y="1390650"/>
            <a:ext cx="39243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84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584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Main purpose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171ED5-E0AD-4DA2-9857-1F2002227991}"/>
              </a:ext>
            </a:extLst>
          </p:cNvPr>
          <p:cNvSpPr>
            <a:spLocks noGrp="1"/>
          </p:cNvSpPr>
          <p:nvPr/>
        </p:nvSpPr>
        <p:spPr>
          <a:xfrm>
            <a:off x="6762750" y="1390650"/>
            <a:ext cx="45815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84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584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Relationship to the interface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4723BF-554B-474B-8DC7-6433D9A9C406}"/>
              </a:ext>
            </a:extLst>
          </p:cNvPr>
          <p:cNvSpPr>
            <a:spLocks noGrp="1"/>
          </p:cNvSpPr>
          <p:nvPr/>
        </p:nvSpPr>
        <p:spPr>
          <a:xfrm>
            <a:off x="733425" y="1819275"/>
            <a:ext cx="10610850" cy="1905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55A70E-48BA-4679-B178-159E2DB8CA05}"/>
              </a:ext>
            </a:extLst>
          </p:cNvPr>
          <p:cNvSpPr>
            <a:spLocks noGrp="1"/>
          </p:cNvSpPr>
          <p:nvPr/>
        </p:nvSpPr>
        <p:spPr>
          <a:xfrm>
            <a:off x="733425" y="1952625"/>
            <a:ext cx="10610850" cy="78105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ABAEBE-4DA3-4011-A8DA-4B807EF03061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Proxy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1D3D82-DF97-4D15-A885-7AD63FE8C803}"/>
              </a:ext>
            </a:extLst>
          </p:cNvPr>
          <p:cNvSpPr>
            <a:spLocks noGrp="1"/>
          </p:cNvSpPr>
          <p:nvPr/>
        </p:nvSpPr>
        <p:spPr>
          <a:xfrm>
            <a:off x="2828925" y="2000250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Control access to a real object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A0B6C5-C476-4BC0-8872-6CE59BB5EF6D}"/>
              </a:ext>
            </a:extLst>
          </p:cNvPr>
          <p:cNvSpPr>
            <a:spLocks noGrp="1"/>
          </p:cNvSpPr>
          <p:nvPr/>
        </p:nvSpPr>
        <p:spPr>
          <a:xfrm>
            <a:off x="6810375" y="2000250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Uses the subject interface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3191DE-A893-4C7C-B5A5-7FC56F5AD45F}"/>
              </a:ext>
            </a:extLst>
          </p:cNvPr>
          <p:cNvSpPr>
            <a:spLocks noGrp="1"/>
          </p:cNvSpPr>
          <p:nvPr/>
        </p:nvSpPr>
        <p:spPr>
          <a:xfrm>
            <a:off x="781050" y="2847975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Decorator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BA8373-4AC5-4B75-BEF9-40A1E0AE21C6}"/>
              </a:ext>
            </a:extLst>
          </p:cNvPr>
          <p:cNvSpPr>
            <a:spLocks noGrp="1"/>
          </p:cNvSpPr>
          <p:nvPr/>
        </p:nvSpPr>
        <p:spPr>
          <a:xfrm>
            <a:off x="2828925" y="2847975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Add responsibilities to an object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996CAF-1B13-43E4-B789-F517F378CF39}"/>
              </a:ext>
            </a:extLst>
          </p:cNvPr>
          <p:cNvSpPr>
            <a:spLocks noGrp="1"/>
          </p:cNvSpPr>
          <p:nvPr/>
        </p:nvSpPr>
        <p:spPr>
          <a:xfrm>
            <a:off x="6810375" y="2847975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Uses the component interface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579C1C-14C8-420F-A934-FE38FD956911}"/>
              </a:ext>
            </a:extLst>
          </p:cNvPr>
          <p:cNvSpPr>
            <a:spLocks noGrp="1"/>
          </p:cNvSpPr>
          <p:nvPr/>
        </p:nvSpPr>
        <p:spPr>
          <a:xfrm>
            <a:off x="733425" y="3648075"/>
            <a:ext cx="10610850" cy="78105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701A94-3B3A-4508-BDDE-9F3ED393AFEB}"/>
              </a:ext>
            </a:extLst>
          </p:cNvPr>
          <p:cNvSpPr>
            <a:spLocks noGrp="1"/>
          </p:cNvSpPr>
          <p:nvPr/>
        </p:nvSpPr>
        <p:spPr>
          <a:xfrm>
            <a:off x="781050" y="3695700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Adapter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6C3532-8A75-441B-B56A-23ECC774181D}"/>
              </a:ext>
            </a:extLst>
          </p:cNvPr>
          <p:cNvSpPr>
            <a:spLocks noGrp="1"/>
          </p:cNvSpPr>
          <p:nvPr/>
        </p:nvSpPr>
        <p:spPr>
          <a:xfrm>
            <a:off x="2828925" y="3695700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Make incompatible interfaces work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D3465E-66B8-48ED-A563-CC82E099DB51}"/>
              </a:ext>
            </a:extLst>
          </p:cNvPr>
          <p:cNvSpPr>
            <a:spLocks noGrp="1"/>
          </p:cNvSpPr>
          <p:nvPr/>
        </p:nvSpPr>
        <p:spPr>
          <a:xfrm>
            <a:off x="6810375" y="3695700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Converts to the client’s expected interface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6831F2-2267-45EF-AC9B-D2FC54624D29}"/>
              </a:ext>
            </a:extLst>
          </p:cNvPr>
          <p:cNvSpPr>
            <a:spLocks noGrp="1"/>
          </p:cNvSpPr>
          <p:nvPr/>
        </p:nvSpPr>
        <p:spPr>
          <a:xfrm>
            <a:off x="781050" y="4543425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Facade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91C9D-11F1-48CB-821C-41605AD59BC3}"/>
              </a:ext>
            </a:extLst>
          </p:cNvPr>
          <p:cNvSpPr>
            <a:spLocks noGrp="1"/>
          </p:cNvSpPr>
          <p:nvPr/>
        </p:nvSpPr>
        <p:spPr>
          <a:xfrm>
            <a:off x="2828925" y="4543425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Simplify access to a subsystem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24F622-4FC7-41E1-81FE-8E76D22F6FF8}"/>
              </a:ext>
            </a:extLst>
          </p:cNvPr>
          <p:cNvSpPr>
            <a:spLocks noGrp="1"/>
          </p:cNvSpPr>
          <p:nvPr/>
        </p:nvSpPr>
        <p:spPr>
          <a:xfrm>
            <a:off x="6810375" y="4543425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Offers a simpler task-level interface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0BE432-BA6E-4653-8F52-552CD3135FDB}"/>
              </a:ext>
            </a:extLst>
          </p:cNvPr>
          <p:cNvSpPr>
            <a:spLocks noGrp="1"/>
          </p:cNvSpPr>
          <p:nvPr/>
        </p:nvSpPr>
        <p:spPr>
          <a:xfrm>
            <a:off x="742950" y="5772150"/>
            <a:ext cx="104775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Identify the pattern by its purpose, even when several patterns use a wrapper.</a:t>
            </a:r>
          </a:p>
        </p:txBody>
      </p:sp>
    </p:spTree>
    <p:extLst>
      <p:ext uri="{BB962C8B-B14F-4D97-AF65-F5344CB8AC3E}">
        <p14:creationId xmlns:p14="http://schemas.microsoft.com/office/powerpoint/2010/main" val="1715209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C16FA00-D5E8-42B6-ACCF-D550A27498AA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40CB62-7A0B-4516-9BF3-1194D4D1AD1F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Applicability and Consequences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389B9F-0B3F-4538-9219-CA6ED4CFAE3F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PROXY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8D84E9-E435-4C51-ABB9-7A2076AD7EFF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4096E9-6BBE-4F9D-80BF-F2E0E1D1DB9F}"/>
              </a:ext>
            </a:extLst>
          </p:cNvPr>
          <p:cNvSpPr>
            <a:spLocks noGrp="1"/>
          </p:cNvSpPr>
          <p:nvPr/>
        </p:nvSpPr>
        <p:spPr>
          <a:xfrm>
            <a:off x="619125" y="1238250"/>
            <a:ext cx="5219700" cy="327660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5FA1FB-7B82-450C-ACCE-B37E6E53A4EC}"/>
              </a:ext>
            </a:extLst>
          </p:cNvPr>
          <p:cNvSpPr>
            <a:spLocks noGrp="1"/>
          </p:cNvSpPr>
          <p:nvPr/>
        </p:nvSpPr>
        <p:spPr>
          <a:xfrm>
            <a:off x="771525" y="1390650"/>
            <a:ext cx="4857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Use Proxy when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94A388-5012-436E-9A11-4341D8699D68}"/>
              </a:ext>
            </a:extLst>
          </p:cNvPr>
          <p:cNvSpPr>
            <a:spLocks noGrp="1"/>
          </p:cNvSpPr>
          <p:nvPr/>
        </p:nvSpPr>
        <p:spPr>
          <a:xfrm>
            <a:off x="771525" y="1876425"/>
            <a:ext cx="4857750" cy="2324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Expensive creation should wait until use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Access needs permission checks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A remote object needs a local representative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Access requires extra coordination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0B3552-E130-449C-A97F-19783A7E7254}"/>
              </a:ext>
            </a:extLst>
          </p:cNvPr>
          <p:cNvSpPr>
            <a:spLocks noGrp="1"/>
          </p:cNvSpPr>
          <p:nvPr/>
        </p:nvSpPr>
        <p:spPr>
          <a:xfrm>
            <a:off x="6105525" y="1238250"/>
            <a:ext cx="5438775" cy="327660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0CA2FA-D551-4DCF-ACE0-4E2E55E123EC}"/>
              </a:ext>
            </a:extLst>
          </p:cNvPr>
          <p:cNvSpPr>
            <a:spLocks noGrp="1"/>
          </p:cNvSpPr>
          <p:nvPr/>
        </p:nvSpPr>
        <p:spPr>
          <a:xfrm>
            <a:off x="6257925" y="1390650"/>
            <a:ext cx="504825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466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466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Benefits and limits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0C7A8D-0213-4C68-A0B3-C4F779F56CF0}"/>
              </a:ext>
            </a:extLst>
          </p:cNvPr>
          <p:cNvSpPr>
            <a:spLocks noGrp="1"/>
          </p:cNvSpPr>
          <p:nvPr/>
        </p:nvSpPr>
        <p:spPr>
          <a:xfrm>
            <a:off x="6257925" y="1876425"/>
            <a:ext cx="5048250" cy="2324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Keeps access logic outside the real subject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Can avoid unnecessary initialization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Adds a layer of indirection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Can introduce latency or lifecycle complexity</a:t>
            </a:r>
          </a:p>
        </p:txBody>
      </p:sp>
    </p:spTree>
    <p:extLst>
      <p:ext uri="{BB962C8B-B14F-4D97-AF65-F5344CB8AC3E}">
        <p14:creationId xmlns:p14="http://schemas.microsoft.com/office/powerpoint/2010/main" val="6608654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1543</Words>
  <Application>Microsoft Macintosh PowerPoint</Application>
  <DocSecurity>0</DocSecurity>
  <PresentationFormat>Widescreen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Courier New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Aswathy Mohan</cp:lastModifiedBy>
  <cp:revision>1</cp:revision>
  <dcterms:created xsi:type="dcterms:W3CDTF">2026-10-08T06:52:49Z</dcterms:created>
  <dcterms:modified xsi:type="dcterms:W3CDTF">2026-10-14T06:04:23Z</dcterms:modified>
</cp:coreProperties>
</file>